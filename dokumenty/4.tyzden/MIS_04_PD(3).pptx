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2" r:id="rId1"/>
  </p:sldMasterIdLst>
  <p:notesMasterIdLst>
    <p:notesMasterId r:id="rId11"/>
  </p:notesMasterIdLst>
  <p:sldIdLst>
    <p:sldId id="256" r:id="rId2"/>
    <p:sldId id="264" r:id="rId3"/>
    <p:sldId id="274" r:id="rId4"/>
    <p:sldId id="275" r:id="rId5"/>
    <p:sldId id="257" r:id="rId6"/>
    <p:sldId id="263" r:id="rId7"/>
    <p:sldId id="273" r:id="rId8"/>
    <p:sldId id="265" r:id="rId9"/>
    <p:sldId id="27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504E7B-A1C0-49A7-99AB-880CBC22C312}" v="129" dt="2026-03-04T10:18:08.7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mián Kaszycki" userId="63251953-9c0e-4e24-874d-a18fc7080683" providerId="ADAL" clId="{C0AEBA57-F980-40AA-ABD7-D5B3C9C7399B}"/>
    <pc:docChg chg="undo custSel addSld delSld modSld sldOrd modMainMaster">
      <pc:chgData name="Damián Kaszycki" userId="63251953-9c0e-4e24-874d-a18fc7080683" providerId="ADAL" clId="{C0AEBA57-F980-40AA-ABD7-D5B3C9C7399B}" dt="2026-03-04T13:14:32.678" v="1110" actId="14100"/>
      <pc:docMkLst>
        <pc:docMk/>
      </pc:docMkLst>
      <pc:sldChg chg="addSp delSp modSp mod">
        <pc:chgData name="Damián Kaszycki" userId="63251953-9c0e-4e24-874d-a18fc7080683" providerId="ADAL" clId="{C0AEBA57-F980-40AA-ABD7-D5B3C9C7399B}" dt="2026-03-03T13:31:55.692" v="9" actId="1076"/>
        <pc:sldMkLst>
          <pc:docMk/>
          <pc:sldMk cId="1460099188" sldId="256"/>
        </pc:sldMkLst>
        <pc:spChg chg="mod">
          <ac:chgData name="Damián Kaszycki" userId="63251953-9c0e-4e24-874d-a18fc7080683" providerId="ADAL" clId="{C0AEBA57-F980-40AA-ABD7-D5B3C9C7399B}" dt="2026-03-03T13:28:08.592" v="0"/>
          <ac:spMkLst>
            <pc:docMk/>
            <pc:sldMk cId="1460099188" sldId="256"/>
            <ac:spMk id="2" creationId="{35E195D7-4AE8-A637-8B15-A9230D9D4555}"/>
          </ac:spMkLst>
        </pc:spChg>
        <pc:picChg chg="del">
          <ac:chgData name="Damián Kaszycki" userId="63251953-9c0e-4e24-874d-a18fc7080683" providerId="ADAL" clId="{C0AEBA57-F980-40AA-ABD7-D5B3C9C7399B}" dt="2026-03-03T13:30:27.703" v="1" actId="478"/>
          <ac:picMkLst>
            <pc:docMk/>
            <pc:sldMk cId="1460099188" sldId="256"/>
            <ac:picMk id="4" creationId="{89CC1DB8-601B-D73B-C97E-DE718952AEDC}"/>
          </ac:picMkLst>
        </pc:picChg>
        <pc:picChg chg="add mod">
          <ac:chgData name="Damián Kaszycki" userId="63251953-9c0e-4e24-874d-a18fc7080683" providerId="ADAL" clId="{C0AEBA57-F980-40AA-ABD7-D5B3C9C7399B}" dt="2026-03-03T13:31:55.692" v="9" actId="1076"/>
          <ac:picMkLst>
            <pc:docMk/>
            <pc:sldMk cId="1460099188" sldId="256"/>
            <ac:picMk id="6" creationId="{08C4D5F5-BE19-4643-005A-6F1F2D6DF6FD}"/>
          </ac:picMkLst>
        </pc:picChg>
      </pc:sldChg>
      <pc:sldChg chg="addSp delSp modSp mod">
        <pc:chgData name="Damián Kaszycki" userId="63251953-9c0e-4e24-874d-a18fc7080683" providerId="ADAL" clId="{C0AEBA57-F980-40AA-ABD7-D5B3C9C7399B}" dt="2026-03-04T10:15:58.826" v="1098" actId="1076"/>
        <pc:sldMkLst>
          <pc:docMk/>
          <pc:sldMk cId="1295025154" sldId="257"/>
        </pc:sldMkLst>
        <pc:spChg chg="mod">
          <ac:chgData name="Damián Kaszycki" userId="63251953-9c0e-4e24-874d-a18fc7080683" providerId="ADAL" clId="{C0AEBA57-F980-40AA-ABD7-D5B3C9C7399B}" dt="2026-03-04T09:19:18.165" v="879"/>
          <ac:spMkLst>
            <pc:docMk/>
            <pc:sldMk cId="1295025154" sldId="257"/>
            <ac:spMk id="2" creationId="{77DD71F5-26A0-A881-0E87-858F1108AF99}"/>
          </ac:spMkLst>
        </pc:spChg>
        <pc:spChg chg="mod">
          <ac:chgData name="Damián Kaszycki" userId="63251953-9c0e-4e24-874d-a18fc7080683" providerId="ADAL" clId="{C0AEBA57-F980-40AA-ABD7-D5B3C9C7399B}" dt="2026-03-04T10:13:44.526" v="1090" actId="1076"/>
          <ac:spMkLst>
            <pc:docMk/>
            <pc:sldMk cId="1295025154" sldId="257"/>
            <ac:spMk id="7" creationId="{2A162A11-1F96-B2D6-147A-4A7F0B5AB194}"/>
          </ac:spMkLst>
        </pc:spChg>
        <pc:picChg chg="add del mod">
          <ac:chgData name="Damián Kaszycki" userId="63251953-9c0e-4e24-874d-a18fc7080683" providerId="ADAL" clId="{C0AEBA57-F980-40AA-ABD7-D5B3C9C7399B}" dt="2026-03-04T09:19:33.797" v="881" actId="478"/>
          <ac:picMkLst>
            <pc:docMk/>
            <pc:sldMk cId="1295025154" sldId="257"/>
            <ac:picMk id="4" creationId="{57FC2A73-9F0E-582C-265E-5D2D5031F56D}"/>
          </ac:picMkLst>
        </pc:picChg>
        <pc:picChg chg="del">
          <ac:chgData name="Damián Kaszycki" userId="63251953-9c0e-4e24-874d-a18fc7080683" providerId="ADAL" clId="{C0AEBA57-F980-40AA-ABD7-D5B3C9C7399B}" dt="2026-03-03T13:33:38.718" v="14" actId="478"/>
          <ac:picMkLst>
            <pc:docMk/>
            <pc:sldMk cId="1295025154" sldId="257"/>
            <ac:picMk id="15" creationId="{54409558-27C1-A856-6D10-A140073793C9}"/>
          </ac:picMkLst>
        </pc:picChg>
        <pc:picChg chg="add mod">
          <ac:chgData name="Damián Kaszycki" userId="63251953-9c0e-4e24-874d-a18fc7080683" providerId="ADAL" clId="{C0AEBA57-F980-40AA-ABD7-D5B3C9C7399B}" dt="2026-03-04T10:15:58.826" v="1098" actId="1076"/>
          <ac:picMkLst>
            <pc:docMk/>
            <pc:sldMk cId="1295025154" sldId="257"/>
            <ac:picMk id="2050" creationId="{23B1810F-813C-BE5E-A609-FEC74E83AA51}"/>
          </ac:picMkLst>
        </pc:picChg>
        <pc:picChg chg="add del">
          <ac:chgData name="Damián Kaszycki" userId="63251953-9c0e-4e24-874d-a18fc7080683" providerId="ADAL" clId="{C0AEBA57-F980-40AA-ABD7-D5B3C9C7399B}" dt="2026-03-04T09:37:50.833" v="1042" actId="21"/>
          <ac:picMkLst>
            <pc:docMk/>
            <pc:sldMk cId="1295025154" sldId="257"/>
            <ac:picMk id="2052" creationId="{1F0992F1-7929-6A46-ECC1-7900C8D0F77F}"/>
          </ac:picMkLst>
        </pc:picChg>
      </pc:sldChg>
      <pc:sldChg chg="del">
        <pc:chgData name="Damián Kaszycki" userId="63251953-9c0e-4e24-874d-a18fc7080683" providerId="ADAL" clId="{C0AEBA57-F980-40AA-ABD7-D5B3C9C7399B}" dt="2026-03-04T09:22:49.540" v="931" actId="47"/>
        <pc:sldMkLst>
          <pc:docMk/>
          <pc:sldMk cId="1907519536" sldId="261"/>
        </pc:sldMkLst>
      </pc:sldChg>
      <pc:sldChg chg="del">
        <pc:chgData name="Damián Kaszycki" userId="63251953-9c0e-4e24-874d-a18fc7080683" providerId="ADAL" clId="{C0AEBA57-F980-40AA-ABD7-D5B3C9C7399B}" dt="2026-03-04T09:22:40.402" v="927" actId="47"/>
        <pc:sldMkLst>
          <pc:docMk/>
          <pc:sldMk cId="981378185" sldId="262"/>
        </pc:sldMkLst>
      </pc:sldChg>
      <pc:sldChg chg="addSp delSp modSp mod">
        <pc:chgData name="Damián Kaszycki" userId="63251953-9c0e-4e24-874d-a18fc7080683" providerId="ADAL" clId="{C0AEBA57-F980-40AA-ABD7-D5B3C9C7399B}" dt="2026-03-04T10:17:54.933" v="1103" actId="1076"/>
        <pc:sldMkLst>
          <pc:docMk/>
          <pc:sldMk cId="646011495" sldId="263"/>
        </pc:sldMkLst>
        <pc:spChg chg="mod">
          <ac:chgData name="Damián Kaszycki" userId="63251953-9c0e-4e24-874d-a18fc7080683" providerId="ADAL" clId="{C0AEBA57-F980-40AA-ABD7-D5B3C9C7399B}" dt="2026-03-04T09:20:13.087" v="890"/>
          <ac:spMkLst>
            <pc:docMk/>
            <pc:sldMk cId="646011495" sldId="263"/>
            <ac:spMk id="2" creationId="{229A5BE8-3D75-8168-C099-B5B0714D5620}"/>
          </ac:spMkLst>
        </pc:spChg>
        <pc:spChg chg="mod">
          <ac:chgData name="Damián Kaszycki" userId="63251953-9c0e-4e24-874d-a18fc7080683" providerId="ADAL" clId="{C0AEBA57-F980-40AA-ABD7-D5B3C9C7399B}" dt="2026-03-04T10:13:25.403" v="1089" actId="1076"/>
          <ac:spMkLst>
            <pc:docMk/>
            <pc:sldMk cId="646011495" sldId="263"/>
            <ac:spMk id="3" creationId="{85FCC9EE-3F71-4961-EAA0-67D7E338BABF}"/>
          </ac:spMkLst>
        </pc:spChg>
        <pc:picChg chg="add del mod modCrop">
          <ac:chgData name="Damián Kaszycki" userId="63251953-9c0e-4e24-874d-a18fc7080683" providerId="ADAL" clId="{C0AEBA57-F980-40AA-ABD7-D5B3C9C7399B}" dt="2026-03-04T09:20:57.416" v="904" actId="478"/>
          <ac:picMkLst>
            <pc:docMk/>
            <pc:sldMk cId="646011495" sldId="263"/>
            <ac:picMk id="5" creationId="{7098C1D0-8BF1-B480-55A0-CC372516F309}"/>
          </ac:picMkLst>
        </pc:picChg>
        <pc:picChg chg="del">
          <ac:chgData name="Damián Kaszycki" userId="63251953-9c0e-4e24-874d-a18fc7080683" providerId="ADAL" clId="{C0AEBA57-F980-40AA-ABD7-D5B3C9C7399B}" dt="2026-03-03T13:42:54.622" v="394" actId="478"/>
          <ac:picMkLst>
            <pc:docMk/>
            <pc:sldMk cId="646011495" sldId="263"/>
            <ac:picMk id="10" creationId="{47F5A52D-7E57-32FC-6DF4-B39D04C78D77}"/>
          </ac:picMkLst>
        </pc:picChg>
        <pc:picChg chg="add mod">
          <ac:chgData name="Damián Kaszycki" userId="63251953-9c0e-4e24-874d-a18fc7080683" providerId="ADAL" clId="{C0AEBA57-F980-40AA-ABD7-D5B3C9C7399B}" dt="2026-03-04T10:17:54.933" v="1103" actId="1076"/>
          <ac:picMkLst>
            <pc:docMk/>
            <pc:sldMk cId="646011495" sldId="263"/>
            <ac:picMk id="3074" creationId="{DD6C205D-5124-97B7-73E0-F805EA4B8E0F}"/>
          </ac:picMkLst>
        </pc:picChg>
      </pc:sldChg>
      <pc:sldChg chg="addSp delSp modSp mod ord">
        <pc:chgData name="Damián Kaszycki" userId="63251953-9c0e-4e24-874d-a18fc7080683" providerId="ADAL" clId="{C0AEBA57-F980-40AA-ABD7-D5B3C9C7399B}" dt="2026-03-04T10:07:06.355" v="1072" actId="27636"/>
        <pc:sldMkLst>
          <pc:docMk/>
          <pc:sldMk cId="378520630" sldId="264"/>
        </pc:sldMkLst>
        <pc:spChg chg="del mod">
          <ac:chgData name="Damián Kaszycki" userId="63251953-9c0e-4e24-874d-a18fc7080683" providerId="ADAL" clId="{C0AEBA57-F980-40AA-ABD7-D5B3C9C7399B}" dt="2026-03-04T10:06:57.097" v="1068" actId="478"/>
          <ac:spMkLst>
            <pc:docMk/>
            <pc:sldMk cId="378520630" sldId="264"/>
            <ac:spMk id="2" creationId="{F5392B4E-9B36-82BE-26D3-1913F26586B8}"/>
          </ac:spMkLst>
        </pc:spChg>
        <pc:spChg chg="mod">
          <ac:chgData name="Damián Kaszycki" userId="63251953-9c0e-4e24-874d-a18fc7080683" providerId="ADAL" clId="{C0AEBA57-F980-40AA-ABD7-D5B3C9C7399B}" dt="2026-03-04T09:40:56.746" v="1065" actId="1076"/>
          <ac:spMkLst>
            <pc:docMk/>
            <pc:sldMk cId="378520630" sldId="264"/>
            <ac:spMk id="3" creationId="{606016D7-95B7-CEF8-0A5A-B047FED36A42}"/>
          </ac:spMkLst>
        </pc:spChg>
        <pc:spChg chg="add mod">
          <ac:chgData name="Damián Kaszycki" userId="63251953-9c0e-4e24-874d-a18fc7080683" providerId="ADAL" clId="{C0AEBA57-F980-40AA-ABD7-D5B3C9C7399B}" dt="2026-03-04T10:07:06.355" v="1072" actId="27636"/>
          <ac:spMkLst>
            <pc:docMk/>
            <pc:sldMk cId="378520630" sldId="264"/>
            <ac:spMk id="5" creationId="{3C4E46B0-8C72-3D72-8B74-6AE46CBF7122}"/>
          </ac:spMkLst>
        </pc:spChg>
        <pc:spChg chg="add del mod">
          <ac:chgData name="Damián Kaszycki" userId="63251953-9c0e-4e24-874d-a18fc7080683" providerId="ADAL" clId="{C0AEBA57-F980-40AA-ABD7-D5B3C9C7399B}" dt="2026-03-04T10:07:00.106" v="1069" actId="478"/>
          <ac:spMkLst>
            <pc:docMk/>
            <pc:sldMk cId="378520630" sldId="264"/>
            <ac:spMk id="7" creationId="{FCB97873-732D-2D0A-0A29-BA3CDDE034FB}"/>
          </ac:spMkLst>
        </pc:spChg>
        <pc:picChg chg="mod">
          <ac:chgData name="Damián Kaszycki" userId="63251953-9c0e-4e24-874d-a18fc7080683" providerId="ADAL" clId="{C0AEBA57-F980-40AA-ABD7-D5B3C9C7399B}" dt="2026-03-04T09:40:30.618" v="1064" actId="1076"/>
          <ac:picMkLst>
            <pc:docMk/>
            <pc:sldMk cId="378520630" sldId="264"/>
            <ac:picMk id="4" creationId="{C3B61D01-832E-0D99-8641-A7023FDA82B1}"/>
          </ac:picMkLst>
        </pc:picChg>
        <pc:picChg chg="add del mod">
          <ac:chgData name="Damián Kaszycki" userId="63251953-9c0e-4e24-874d-a18fc7080683" providerId="ADAL" clId="{C0AEBA57-F980-40AA-ABD7-D5B3C9C7399B}" dt="2026-03-04T09:13:26.382" v="826" actId="478"/>
          <ac:picMkLst>
            <pc:docMk/>
            <pc:sldMk cId="378520630" sldId="264"/>
            <ac:picMk id="6" creationId="{F61FB35F-0C51-2FF5-0B33-DE7BC5D4272A}"/>
          </ac:picMkLst>
        </pc:picChg>
        <pc:picChg chg="del">
          <ac:chgData name="Damián Kaszycki" userId="63251953-9c0e-4e24-874d-a18fc7080683" providerId="ADAL" clId="{C0AEBA57-F980-40AA-ABD7-D5B3C9C7399B}" dt="2026-03-03T13:40:02.268" v="315" actId="478"/>
          <ac:picMkLst>
            <pc:docMk/>
            <pc:sldMk cId="378520630" sldId="264"/>
            <ac:picMk id="9" creationId="{47A713C6-2842-FC3A-8148-4BA77EA7DA89}"/>
          </ac:picMkLst>
        </pc:picChg>
        <pc:picChg chg="add del mod">
          <ac:chgData name="Damián Kaszycki" userId="63251953-9c0e-4e24-874d-a18fc7080683" providerId="ADAL" clId="{C0AEBA57-F980-40AA-ABD7-D5B3C9C7399B}" dt="2026-03-03T13:41:38.528" v="330" actId="478"/>
          <ac:picMkLst>
            <pc:docMk/>
            <pc:sldMk cId="378520630" sldId="264"/>
            <ac:picMk id="1026" creationId="{5D7FE9A9-72A3-01CF-CCD3-35E1172108D6}"/>
          </ac:picMkLst>
        </pc:picChg>
      </pc:sldChg>
      <pc:sldChg chg="addSp delSp modSp mod">
        <pc:chgData name="Damián Kaszycki" userId="63251953-9c0e-4e24-874d-a18fc7080683" providerId="ADAL" clId="{C0AEBA57-F980-40AA-ABD7-D5B3C9C7399B}" dt="2026-03-04T10:14:27.776" v="1094" actId="1076"/>
        <pc:sldMkLst>
          <pc:docMk/>
          <pc:sldMk cId="258785462" sldId="265"/>
        </pc:sldMkLst>
        <pc:spChg chg="mod">
          <ac:chgData name="Damián Kaszycki" userId="63251953-9c0e-4e24-874d-a18fc7080683" providerId="ADAL" clId="{C0AEBA57-F980-40AA-ABD7-D5B3C9C7399B}" dt="2026-03-04T09:22:14.233" v="922"/>
          <ac:spMkLst>
            <pc:docMk/>
            <pc:sldMk cId="258785462" sldId="265"/>
            <ac:spMk id="2" creationId="{8DF8D630-0360-D0D9-6D2B-AF6B4E174B4C}"/>
          </ac:spMkLst>
        </pc:spChg>
        <pc:spChg chg="mod">
          <ac:chgData name="Damián Kaszycki" userId="63251953-9c0e-4e24-874d-a18fc7080683" providerId="ADAL" clId="{C0AEBA57-F980-40AA-ABD7-D5B3C9C7399B}" dt="2026-03-04T10:14:27.776" v="1094" actId="1076"/>
          <ac:spMkLst>
            <pc:docMk/>
            <pc:sldMk cId="258785462" sldId="265"/>
            <ac:spMk id="6" creationId="{9390DFCC-8767-7B70-BC0D-A5A16A6C9B64}"/>
          </ac:spMkLst>
        </pc:spChg>
        <pc:picChg chg="del">
          <ac:chgData name="Damián Kaszycki" userId="63251953-9c0e-4e24-874d-a18fc7080683" providerId="ADAL" clId="{C0AEBA57-F980-40AA-ABD7-D5B3C9C7399B}" dt="2026-03-03T13:50:58.879" v="594" actId="478"/>
          <ac:picMkLst>
            <pc:docMk/>
            <pc:sldMk cId="258785462" sldId="265"/>
            <ac:picMk id="12" creationId="{BC30AEA6-FD58-1C8D-0B7E-AFA203FE06BB}"/>
          </ac:picMkLst>
        </pc:picChg>
        <pc:picChg chg="add del mod">
          <ac:chgData name="Damián Kaszycki" userId="63251953-9c0e-4e24-874d-a18fc7080683" providerId="ADAL" clId="{C0AEBA57-F980-40AA-ABD7-D5B3C9C7399B}" dt="2026-03-04T09:22:11.614" v="921" actId="478"/>
          <ac:picMkLst>
            <pc:docMk/>
            <pc:sldMk cId="258785462" sldId="265"/>
            <ac:picMk id="2050" creationId="{21D91807-E9A0-9C4E-3359-69A44D8237BB}"/>
          </ac:picMkLst>
        </pc:picChg>
        <pc:picChg chg="add mod">
          <ac:chgData name="Damián Kaszycki" userId="63251953-9c0e-4e24-874d-a18fc7080683" providerId="ADAL" clId="{C0AEBA57-F980-40AA-ABD7-D5B3C9C7399B}" dt="2026-03-04T09:27:49.793" v="979" actId="732"/>
          <ac:picMkLst>
            <pc:docMk/>
            <pc:sldMk cId="258785462" sldId="265"/>
            <ac:picMk id="5122" creationId="{0F420DAE-5CCA-4098-04CC-959B582A75A3}"/>
          </ac:picMkLst>
        </pc:picChg>
      </pc:sldChg>
      <pc:sldChg chg="del">
        <pc:chgData name="Damián Kaszycki" userId="63251953-9c0e-4e24-874d-a18fc7080683" providerId="ADAL" clId="{C0AEBA57-F980-40AA-ABD7-D5B3C9C7399B}" dt="2026-03-04T09:22:47.754" v="929" actId="47"/>
        <pc:sldMkLst>
          <pc:docMk/>
          <pc:sldMk cId="3298447727" sldId="268"/>
        </pc:sldMkLst>
      </pc:sldChg>
      <pc:sldChg chg="del">
        <pc:chgData name="Damián Kaszycki" userId="63251953-9c0e-4e24-874d-a18fc7080683" providerId="ADAL" clId="{C0AEBA57-F980-40AA-ABD7-D5B3C9C7399B}" dt="2026-03-04T09:22:48.499" v="930" actId="47"/>
        <pc:sldMkLst>
          <pc:docMk/>
          <pc:sldMk cId="2266435211" sldId="269"/>
        </pc:sldMkLst>
      </pc:sldChg>
      <pc:sldChg chg="del">
        <pc:chgData name="Damián Kaszycki" userId="63251953-9c0e-4e24-874d-a18fc7080683" providerId="ADAL" clId="{C0AEBA57-F980-40AA-ABD7-D5B3C9C7399B}" dt="2026-03-04T09:22:43.899" v="928" actId="47"/>
        <pc:sldMkLst>
          <pc:docMk/>
          <pc:sldMk cId="3388209378" sldId="271"/>
        </pc:sldMkLst>
      </pc:sldChg>
      <pc:sldChg chg="addSp delSp modSp mod">
        <pc:chgData name="Damián Kaszycki" userId="63251953-9c0e-4e24-874d-a18fc7080683" providerId="ADAL" clId="{C0AEBA57-F980-40AA-ABD7-D5B3C9C7399B}" dt="2026-03-04T10:17:09.983" v="1102" actId="1076"/>
        <pc:sldMkLst>
          <pc:docMk/>
          <pc:sldMk cId="319978229" sldId="272"/>
        </pc:sldMkLst>
        <pc:spChg chg="mod">
          <ac:chgData name="Damián Kaszycki" userId="63251953-9c0e-4e24-874d-a18fc7080683" providerId="ADAL" clId="{C0AEBA57-F980-40AA-ABD7-D5B3C9C7399B}" dt="2026-03-04T10:17:09.983" v="1102" actId="1076"/>
          <ac:spMkLst>
            <pc:docMk/>
            <pc:sldMk cId="319978229" sldId="272"/>
            <ac:spMk id="2" creationId="{CA949E90-F384-5437-F77E-9A11A62AFF36}"/>
          </ac:spMkLst>
        </pc:spChg>
        <pc:picChg chg="add mod">
          <ac:chgData name="Damián Kaszycki" userId="63251953-9c0e-4e24-874d-a18fc7080683" providerId="ADAL" clId="{C0AEBA57-F980-40AA-ABD7-D5B3C9C7399B}" dt="2026-03-04T09:34:10.548" v="1008" actId="1076"/>
          <ac:picMkLst>
            <pc:docMk/>
            <pc:sldMk cId="319978229" sldId="272"/>
            <ac:picMk id="4" creationId="{975F6471-36E4-44F0-A1E4-90FDBB2311AB}"/>
          </ac:picMkLst>
        </pc:picChg>
        <pc:picChg chg="del">
          <ac:chgData name="Damián Kaszycki" userId="63251953-9c0e-4e24-874d-a18fc7080683" providerId="ADAL" clId="{C0AEBA57-F980-40AA-ABD7-D5B3C9C7399B}" dt="2026-03-04T09:29:45.588" v="984" actId="478"/>
          <ac:picMkLst>
            <pc:docMk/>
            <pc:sldMk cId="319978229" sldId="272"/>
            <ac:picMk id="5" creationId="{EA176534-DA61-E7F4-2BD4-61D9EAA3B7B8}"/>
          </ac:picMkLst>
        </pc:picChg>
        <pc:picChg chg="add del mod">
          <ac:chgData name="Damián Kaszycki" userId="63251953-9c0e-4e24-874d-a18fc7080683" providerId="ADAL" clId="{C0AEBA57-F980-40AA-ABD7-D5B3C9C7399B}" dt="2026-03-04T09:33:47.656" v="996" actId="478"/>
          <ac:picMkLst>
            <pc:docMk/>
            <pc:sldMk cId="319978229" sldId="272"/>
            <ac:picMk id="6146" creationId="{6F780E72-C077-FEA2-24E9-15F85291E069}"/>
          </ac:picMkLst>
        </pc:picChg>
      </pc:sldChg>
      <pc:sldChg chg="addSp delSp modSp add mod">
        <pc:chgData name="Damián Kaszycki" userId="63251953-9c0e-4e24-874d-a18fc7080683" providerId="ADAL" clId="{C0AEBA57-F980-40AA-ABD7-D5B3C9C7399B}" dt="2026-03-04T10:18:08.715" v="1104" actId="1076"/>
        <pc:sldMkLst>
          <pc:docMk/>
          <pc:sldMk cId="1475934781" sldId="273"/>
        </pc:sldMkLst>
        <pc:spChg chg="mod">
          <ac:chgData name="Damián Kaszycki" userId="63251953-9c0e-4e24-874d-a18fc7080683" providerId="ADAL" clId="{C0AEBA57-F980-40AA-ABD7-D5B3C9C7399B}" dt="2026-03-04T09:21:17.553" v="908"/>
          <ac:spMkLst>
            <pc:docMk/>
            <pc:sldMk cId="1475934781" sldId="273"/>
            <ac:spMk id="2" creationId="{EBCD4AE6-4EF5-7150-FDE2-0EAC5C05C776}"/>
          </ac:spMkLst>
        </pc:spChg>
        <pc:spChg chg="mod">
          <ac:chgData name="Damián Kaszycki" userId="63251953-9c0e-4e24-874d-a18fc7080683" providerId="ADAL" clId="{C0AEBA57-F980-40AA-ABD7-D5B3C9C7399B}" dt="2026-03-04T10:14:16.361" v="1093" actId="1076"/>
          <ac:spMkLst>
            <pc:docMk/>
            <pc:sldMk cId="1475934781" sldId="273"/>
            <ac:spMk id="3" creationId="{7A616CE2-F697-C05E-A914-BBD5431B8B4A}"/>
          </ac:spMkLst>
        </pc:spChg>
        <pc:picChg chg="del">
          <ac:chgData name="Damián Kaszycki" userId="63251953-9c0e-4e24-874d-a18fc7080683" providerId="ADAL" clId="{C0AEBA57-F980-40AA-ABD7-D5B3C9C7399B}" dt="2026-03-03T13:47:44.927" v="537" actId="478"/>
          <ac:picMkLst>
            <pc:docMk/>
            <pc:sldMk cId="1475934781" sldId="273"/>
            <ac:picMk id="5" creationId="{E06325A9-8D1A-2AFA-A456-04C4ED1BA1A2}"/>
          </ac:picMkLst>
        </pc:picChg>
        <pc:picChg chg="add del mod modCrop">
          <ac:chgData name="Damián Kaszycki" userId="63251953-9c0e-4e24-874d-a18fc7080683" providerId="ADAL" clId="{C0AEBA57-F980-40AA-ABD7-D5B3C9C7399B}" dt="2026-03-04T09:21:26.044" v="909" actId="478"/>
          <ac:picMkLst>
            <pc:docMk/>
            <pc:sldMk cId="1475934781" sldId="273"/>
            <ac:picMk id="6" creationId="{27DB767C-71D4-AF79-2F7B-B72B6CD5A5C2}"/>
          </ac:picMkLst>
        </pc:picChg>
        <pc:picChg chg="add mod">
          <ac:chgData name="Damián Kaszycki" userId="63251953-9c0e-4e24-874d-a18fc7080683" providerId="ADAL" clId="{C0AEBA57-F980-40AA-ABD7-D5B3C9C7399B}" dt="2026-03-04T10:18:08.715" v="1104" actId="1076"/>
          <ac:picMkLst>
            <pc:docMk/>
            <pc:sldMk cId="1475934781" sldId="273"/>
            <ac:picMk id="4098" creationId="{4D68723F-7A5A-1422-C0A8-B97BB1422B69}"/>
          </ac:picMkLst>
        </pc:picChg>
      </pc:sldChg>
      <pc:sldChg chg="addSp delSp modSp add mod">
        <pc:chgData name="Damián Kaszycki" userId="63251953-9c0e-4e24-874d-a18fc7080683" providerId="ADAL" clId="{C0AEBA57-F980-40AA-ABD7-D5B3C9C7399B}" dt="2026-03-04T10:10:37.002" v="1085" actId="1076"/>
        <pc:sldMkLst>
          <pc:docMk/>
          <pc:sldMk cId="1773662647" sldId="274"/>
        </pc:sldMkLst>
        <pc:spChg chg="add mod">
          <ac:chgData name="Damián Kaszycki" userId="63251953-9c0e-4e24-874d-a18fc7080683" providerId="ADAL" clId="{C0AEBA57-F980-40AA-ABD7-D5B3C9C7399B}" dt="2026-03-04T10:10:37.002" v="1085" actId="1076"/>
          <ac:spMkLst>
            <pc:docMk/>
            <pc:sldMk cId="1773662647" sldId="274"/>
            <ac:spMk id="2" creationId="{604460BE-9E38-60C6-2210-5E924A8CF543}"/>
          </ac:spMkLst>
        </pc:spChg>
        <pc:spChg chg="del">
          <ac:chgData name="Damián Kaszycki" userId="63251953-9c0e-4e24-874d-a18fc7080683" providerId="ADAL" clId="{C0AEBA57-F980-40AA-ABD7-D5B3C9C7399B}" dt="2026-03-04T09:23:15.466" v="934" actId="478"/>
          <ac:spMkLst>
            <pc:docMk/>
            <pc:sldMk cId="1773662647" sldId="274"/>
            <ac:spMk id="2" creationId="{A863C791-C1F4-EA0A-7001-82AC931F2437}"/>
          </ac:spMkLst>
        </pc:spChg>
        <pc:spChg chg="del mod">
          <ac:chgData name="Damián Kaszycki" userId="63251953-9c0e-4e24-874d-a18fc7080683" providerId="ADAL" clId="{C0AEBA57-F980-40AA-ABD7-D5B3C9C7399B}" dt="2026-03-04T09:23:52.425" v="939" actId="478"/>
          <ac:spMkLst>
            <pc:docMk/>
            <pc:sldMk cId="1773662647" sldId="274"/>
            <ac:spMk id="3" creationId="{756CC282-294C-DC64-128C-B9180BA4238A}"/>
          </ac:spMkLst>
        </pc:spChg>
        <pc:spChg chg="add del mod">
          <ac:chgData name="Damián Kaszycki" userId="63251953-9c0e-4e24-874d-a18fc7080683" providerId="ADAL" clId="{C0AEBA57-F980-40AA-ABD7-D5B3C9C7399B}" dt="2026-03-04T09:16:41.927" v="861" actId="478"/>
          <ac:spMkLst>
            <pc:docMk/>
            <pc:sldMk cId="1773662647" sldId="274"/>
            <ac:spMk id="5" creationId="{B67077DE-0F4D-3D01-388B-67F116CC768B}"/>
          </ac:spMkLst>
        </pc:spChg>
        <pc:spChg chg="add del mod">
          <ac:chgData name="Damián Kaszycki" userId="63251953-9c0e-4e24-874d-a18fc7080683" providerId="ADAL" clId="{C0AEBA57-F980-40AA-ABD7-D5B3C9C7399B}" dt="2026-03-04T09:23:56.636" v="940" actId="478"/>
          <ac:spMkLst>
            <pc:docMk/>
            <pc:sldMk cId="1773662647" sldId="274"/>
            <ac:spMk id="6" creationId="{3A848332-B13D-F8FA-EF1B-31E5E14968CA}"/>
          </ac:spMkLst>
        </pc:spChg>
        <pc:spChg chg="add del mod">
          <ac:chgData name="Damián Kaszycki" userId="63251953-9c0e-4e24-874d-a18fc7080683" providerId="ADAL" clId="{C0AEBA57-F980-40AA-ABD7-D5B3C9C7399B}" dt="2026-03-04T10:10:28.480" v="1083" actId="478"/>
          <ac:spMkLst>
            <pc:docMk/>
            <pc:sldMk cId="1773662647" sldId="274"/>
            <ac:spMk id="7" creationId="{6E5B4BC0-6F06-8F2B-036B-1254DA3049D6}"/>
          </ac:spMkLst>
        </pc:spChg>
        <pc:spChg chg="add del mod">
          <ac:chgData name="Damián Kaszycki" userId="63251953-9c0e-4e24-874d-a18fc7080683" providerId="ADAL" clId="{C0AEBA57-F980-40AA-ABD7-D5B3C9C7399B}" dt="2026-03-04T09:23:18.227" v="935" actId="478"/>
          <ac:spMkLst>
            <pc:docMk/>
            <pc:sldMk cId="1773662647" sldId="274"/>
            <ac:spMk id="9" creationId="{32B576CF-BE0F-79B0-78B4-AC1BCC71E1AF}"/>
          </ac:spMkLst>
        </pc:spChg>
        <pc:spChg chg="add mod">
          <ac:chgData name="Damián Kaszycki" userId="63251953-9c0e-4e24-874d-a18fc7080683" providerId="ADAL" clId="{C0AEBA57-F980-40AA-ABD7-D5B3C9C7399B}" dt="2026-03-04T09:37:45.196" v="1041" actId="1076"/>
          <ac:spMkLst>
            <pc:docMk/>
            <pc:sldMk cId="1773662647" sldId="274"/>
            <ac:spMk id="10" creationId="{04182CB1-83D1-702C-CF8B-9745BA0D4230}"/>
          </ac:spMkLst>
        </pc:spChg>
        <pc:spChg chg="add del mod">
          <ac:chgData name="Damián Kaszycki" userId="63251953-9c0e-4e24-874d-a18fc7080683" providerId="ADAL" clId="{C0AEBA57-F980-40AA-ABD7-D5B3C9C7399B}" dt="2026-03-04T09:24:36.627" v="950" actId="22"/>
          <ac:spMkLst>
            <pc:docMk/>
            <pc:sldMk cId="1773662647" sldId="274"/>
            <ac:spMk id="12" creationId="{03CF0D76-EDF4-B0EA-DB6C-DBA01316D032}"/>
          </ac:spMkLst>
        </pc:spChg>
        <pc:spChg chg="add del mod">
          <ac:chgData name="Damián Kaszycki" userId="63251953-9c0e-4e24-874d-a18fc7080683" providerId="ADAL" clId="{C0AEBA57-F980-40AA-ABD7-D5B3C9C7399B}" dt="2026-03-04T09:37:41.128" v="1040" actId="478"/>
          <ac:spMkLst>
            <pc:docMk/>
            <pc:sldMk cId="1773662647" sldId="274"/>
            <ac:spMk id="15" creationId="{BFAAFD61-5FD1-0448-9891-F9CD9319684B}"/>
          </ac:spMkLst>
        </pc:spChg>
        <pc:picChg chg="del">
          <ac:chgData name="Damián Kaszycki" userId="63251953-9c0e-4e24-874d-a18fc7080683" providerId="ADAL" clId="{C0AEBA57-F980-40AA-ABD7-D5B3C9C7399B}" dt="2026-03-04T09:14:42.653" v="829" actId="478"/>
          <ac:picMkLst>
            <pc:docMk/>
            <pc:sldMk cId="1773662647" sldId="274"/>
            <ac:picMk id="4" creationId="{39EF16CC-1830-4B17-2733-D8220099E276}"/>
          </ac:picMkLst>
        </pc:picChg>
        <pc:picChg chg="add del mod">
          <ac:chgData name="Damián Kaszycki" userId="63251953-9c0e-4e24-874d-a18fc7080683" providerId="ADAL" clId="{C0AEBA57-F980-40AA-ABD7-D5B3C9C7399B}" dt="2026-03-04T09:24:46.485" v="954" actId="478"/>
          <ac:picMkLst>
            <pc:docMk/>
            <pc:sldMk cId="1773662647" sldId="274"/>
            <ac:picMk id="14" creationId="{C0DB45A7-BFFE-CF03-EEFD-739F9F3736D1}"/>
          </ac:picMkLst>
        </pc:picChg>
        <pc:picChg chg="add del mod">
          <ac:chgData name="Damián Kaszycki" userId="63251953-9c0e-4e24-874d-a18fc7080683" providerId="ADAL" clId="{C0AEBA57-F980-40AA-ABD7-D5B3C9C7399B}" dt="2026-03-04T09:37:04.207" v="1016" actId="478"/>
          <ac:picMkLst>
            <pc:docMk/>
            <pc:sldMk cId="1773662647" sldId="274"/>
            <ac:picMk id="1026" creationId="{B39063C0-FE84-07F6-95A4-7BFE66A599AC}"/>
          </ac:picMkLst>
        </pc:picChg>
        <pc:picChg chg="add mod">
          <ac:chgData name="Damián Kaszycki" userId="63251953-9c0e-4e24-874d-a18fc7080683" providerId="ADAL" clId="{C0AEBA57-F980-40AA-ABD7-D5B3C9C7399B}" dt="2026-03-04T09:38:08.767" v="1048" actId="1076"/>
          <ac:picMkLst>
            <pc:docMk/>
            <pc:sldMk cId="1773662647" sldId="274"/>
            <ac:picMk id="2052" creationId="{1F0992F1-7929-6A46-ECC1-7900C8D0F77F}"/>
          </ac:picMkLst>
        </pc:picChg>
      </pc:sldChg>
      <pc:sldChg chg="addSp delSp modSp add mod">
        <pc:chgData name="Damián Kaszycki" userId="63251953-9c0e-4e24-874d-a18fc7080683" providerId="ADAL" clId="{C0AEBA57-F980-40AA-ABD7-D5B3C9C7399B}" dt="2026-03-04T13:14:32.678" v="1110" actId="14100"/>
        <pc:sldMkLst>
          <pc:docMk/>
          <pc:sldMk cId="2289140477" sldId="275"/>
        </pc:sldMkLst>
        <pc:spChg chg="add del mod">
          <ac:chgData name="Damián Kaszycki" userId="63251953-9c0e-4e24-874d-a18fc7080683" providerId="ADAL" clId="{C0AEBA57-F980-40AA-ABD7-D5B3C9C7399B}" dt="2026-03-04T09:38:21.657" v="1050" actId="478"/>
          <ac:spMkLst>
            <pc:docMk/>
            <pc:sldMk cId="2289140477" sldId="275"/>
            <ac:spMk id="3" creationId="{C26220FF-A12A-DD99-E4C2-DA5ABB9FD505}"/>
          </ac:spMkLst>
        </pc:spChg>
        <pc:spChg chg="mod">
          <ac:chgData name="Damián Kaszycki" userId="63251953-9c0e-4e24-874d-a18fc7080683" providerId="ADAL" clId="{C0AEBA57-F980-40AA-ABD7-D5B3C9C7399B}" dt="2026-03-04T13:14:32.678" v="1110" actId="14100"/>
          <ac:spMkLst>
            <pc:docMk/>
            <pc:sldMk cId="2289140477" sldId="275"/>
            <ac:spMk id="7" creationId="{9B736E2C-D398-DF87-17C9-915F861928BF}"/>
          </ac:spMkLst>
        </pc:spChg>
        <pc:spChg chg="del">
          <ac:chgData name="Damián Kaszycki" userId="63251953-9c0e-4e24-874d-a18fc7080683" providerId="ADAL" clId="{C0AEBA57-F980-40AA-ABD7-D5B3C9C7399B}" dt="2026-03-04T09:38:15.990" v="1049" actId="478"/>
          <ac:spMkLst>
            <pc:docMk/>
            <pc:sldMk cId="2289140477" sldId="275"/>
            <ac:spMk id="10" creationId="{677FEB6A-3709-C816-A6A6-11FF141B820F}"/>
          </ac:spMkLst>
        </pc:spChg>
        <pc:spChg chg="del">
          <ac:chgData name="Damián Kaszycki" userId="63251953-9c0e-4e24-874d-a18fc7080683" providerId="ADAL" clId="{C0AEBA57-F980-40AA-ABD7-D5B3C9C7399B}" dt="2026-03-04T09:38:24.211" v="1051" actId="478"/>
          <ac:spMkLst>
            <pc:docMk/>
            <pc:sldMk cId="2289140477" sldId="275"/>
            <ac:spMk id="15" creationId="{50B931A8-4F28-52CB-EB6F-8A08806EF6FD}"/>
          </ac:spMkLst>
        </pc:spChg>
        <pc:picChg chg="mod">
          <ac:chgData name="Damián Kaszycki" userId="63251953-9c0e-4e24-874d-a18fc7080683" providerId="ADAL" clId="{C0AEBA57-F980-40AA-ABD7-D5B3C9C7399B}" dt="2026-03-04T09:38:36.827" v="1055" actId="1076"/>
          <ac:picMkLst>
            <pc:docMk/>
            <pc:sldMk cId="2289140477" sldId="275"/>
            <ac:picMk id="1026" creationId="{F4BE039B-390C-D1BC-C1E8-7C91B544716F}"/>
          </ac:picMkLst>
        </pc:picChg>
      </pc:sldChg>
      <pc:sldMasterChg chg="modSldLayout">
        <pc:chgData name="Damián Kaszycki" userId="63251953-9c0e-4e24-874d-a18fc7080683" providerId="ADAL" clId="{C0AEBA57-F980-40AA-ABD7-D5B3C9C7399B}" dt="2026-03-04T13:13:53.813" v="1109" actId="14100"/>
        <pc:sldMasterMkLst>
          <pc:docMk/>
          <pc:sldMasterMk cId="2347341422" sldId="2147483942"/>
        </pc:sldMasterMkLst>
        <pc:sldLayoutChg chg="modSp mod">
          <pc:chgData name="Damián Kaszycki" userId="63251953-9c0e-4e24-874d-a18fc7080683" providerId="ADAL" clId="{C0AEBA57-F980-40AA-ABD7-D5B3C9C7399B}" dt="2026-03-04T13:13:53.813" v="1109" actId="14100"/>
          <pc:sldLayoutMkLst>
            <pc:docMk/>
            <pc:sldMasterMk cId="2347341422" sldId="2147483942"/>
            <pc:sldLayoutMk cId="38264493" sldId="2147483943"/>
          </pc:sldLayoutMkLst>
          <pc:cxnChg chg="mod">
            <ac:chgData name="Damián Kaszycki" userId="63251953-9c0e-4e24-874d-a18fc7080683" providerId="ADAL" clId="{C0AEBA57-F980-40AA-ABD7-D5B3C9C7399B}" dt="2026-03-04T13:13:53.813" v="1109" actId="14100"/>
            <ac:cxnSpMkLst>
              <pc:docMk/>
              <pc:sldMasterMk cId="2347341422" sldId="2147483942"/>
              <pc:sldLayoutMk cId="38264493" sldId="2147483943"/>
              <ac:cxnSpMk id="9" creationId="{00000000-0000-0000-0000-000000000000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D93F9-2FAE-4317-8508-8C34E94D399D}" type="datetimeFigureOut">
              <a:rPr lang="sk-SK" smtClean="0"/>
              <a:t>5.3.2026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4D178-9940-4229-B9AB-D1ABBAB2CB8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87789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4D178-9940-4229-B9AB-D1ABBAB2CB88}" type="slidenum">
              <a:rPr lang="sk-SK" smtClean="0"/>
              <a:t>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91448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6707" y="6400800"/>
            <a:ext cx="1224870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 userDrawn="1"/>
        </p:nvSpPr>
        <p:spPr>
          <a:xfrm>
            <a:off x="15" y="6334316"/>
            <a:ext cx="1219198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207658" y="4343400"/>
            <a:ext cx="480495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6">
            <a:extLst>
              <a:ext uri="{FF2B5EF4-FFF2-40B4-BE49-F238E27FC236}">
                <a16:creationId xmlns:a16="http://schemas.microsoft.com/office/drawing/2014/main" id="{B557B41B-3F4A-458C-6282-6D94CEE66D36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08104C2-16AC-D39D-59FE-EA56610AEC27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26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5338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lavička sekc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075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32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680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85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097" y="6400800"/>
            <a:ext cx="1220309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203098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1873172D-ECC8-2CA4-A467-DE5523E412B6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B05AC86-44A6-D1A7-20BA-AF3CB1D48D5C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2693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586B75A-687E-405C-8A0B-8D00578BA2C3}" type="datetimeFigureOut">
              <a:rPr lang="en-US" smtClean="0"/>
              <a:pPr/>
              <a:t>3/5/26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7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996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936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604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6">
            <a:extLst>
              <a:ext uri="{FF2B5EF4-FFF2-40B4-BE49-F238E27FC236}">
                <a16:creationId xmlns:a16="http://schemas.microsoft.com/office/drawing/2014/main" id="{46CB1EA5-435B-B93D-1AB5-27774F31673B}"/>
              </a:ext>
            </a:extLst>
          </p:cNvPr>
          <p:cNvSpPr/>
          <p:nvPr userDrawn="1"/>
        </p:nvSpPr>
        <p:spPr>
          <a:xfrm>
            <a:off x="-12701" y="6400799"/>
            <a:ext cx="12217401" cy="473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FA60BC72-0426-9A61-9A42-6E59696A30DD}"/>
              </a:ext>
            </a:extLst>
          </p:cNvPr>
          <p:cNvSpPr/>
          <p:nvPr userDrawn="1"/>
        </p:nvSpPr>
        <p:spPr>
          <a:xfrm>
            <a:off x="-15861" y="6334316"/>
            <a:ext cx="122174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1ADF2AC7-7C88-F5CE-6ED0-1DF84C7F971B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048880D3-048D-0FE3-98F0-F3459BB2C80F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4734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google.com/url?q=https%3A%2F%2Fwww.jmir.org%2F2017%2F4%2Fe134%2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E195D7-4AE8-A637-8B15-A9230D9D4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8660973" cy="3566160"/>
          </a:xfrm>
        </p:spPr>
        <p:txBody>
          <a:bodyPr/>
          <a:lstStyle/>
          <a:p>
            <a:r>
              <a:rPr lang="sk-SK" b="1" dirty="0"/>
              <a:t>Vizualizácia modelových dát</a:t>
            </a:r>
            <a:endParaRPr lang="sk-SK" b="1" dirty="0">
              <a:solidFill>
                <a:schemeClr val="tx1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138073C-523D-5175-986A-BCCF93A20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5096036"/>
            <a:ext cx="7083691" cy="1186102"/>
          </a:xfrm>
        </p:spPr>
        <p:txBody>
          <a:bodyPr>
            <a:noAutofit/>
          </a:bodyPr>
          <a:lstStyle/>
          <a:p>
            <a:r>
              <a:rPr lang="sk-SK" b="1" dirty="0">
                <a:solidFill>
                  <a:schemeClr val="tx1"/>
                </a:solidFill>
                <a:latin typeface="+mn-lt"/>
              </a:rPr>
              <a:t>Terminátori:</a:t>
            </a:r>
          </a:p>
          <a:p>
            <a:r>
              <a:rPr lang="sk-SK" dirty="0">
                <a:solidFill>
                  <a:schemeClr val="tx1"/>
                </a:solidFill>
                <a:latin typeface="+mn-lt"/>
              </a:rPr>
              <a:t>Damián 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Kaszycki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Richard 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Rúš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Ľudmila 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Koperdáková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Samuel Budinský </a:t>
            </a:r>
          </a:p>
          <a:p>
            <a:endParaRPr lang="sk-SK" dirty="0"/>
          </a:p>
        </p:txBody>
      </p:sp>
      <p:pic>
        <p:nvPicPr>
          <p:cNvPr id="6" name="Obrázok 5" descr="Obrázok, na ktorom je pestrofarebnosť, snímka obrazovky, grafika, štvorec&#10;&#10;Obsah vygenerovaný pomocou AI môže byť nesprávny.">
            <a:extLst>
              <a:ext uri="{FF2B5EF4-FFF2-40B4-BE49-F238E27FC236}">
                <a16:creationId xmlns:a16="http://schemas.microsoft.com/office/drawing/2014/main" id="{08C4D5F5-BE19-4643-005A-6F1F2D6DF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724" y="959563"/>
            <a:ext cx="8102052" cy="493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9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5EBE5-F5D1-2178-3C58-3066B7A7F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606016D7-95B7-CEF8-0A5A-B047FED36A42}"/>
              </a:ext>
            </a:extLst>
          </p:cNvPr>
          <p:cNvSpPr txBox="1">
            <a:spLocks/>
          </p:cNvSpPr>
          <p:nvPr/>
        </p:nvSpPr>
        <p:spPr>
          <a:xfrm>
            <a:off x="919286" y="1842835"/>
            <a:ext cx="9962074" cy="3567556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en-US" dirty="0" err="1"/>
              <a:t>odborn</a:t>
            </a:r>
            <a:r>
              <a:rPr lang="sk-SK" dirty="0"/>
              <a:t>ý</a:t>
            </a:r>
            <a:r>
              <a:rPr lang="en-US" dirty="0"/>
              <a:t> </a:t>
            </a:r>
            <a:r>
              <a:rPr lang="en-US" dirty="0" err="1"/>
              <a:t>časopis</a:t>
            </a:r>
            <a:r>
              <a:rPr lang="en-US" dirty="0"/>
              <a:t> </a:t>
            </a:r>
            <a:endParaRPr lang="sk-SK" dirty="0"/>
          </a:p>
          <a:p>
            <a:r>
              <a:rPr lang="en-US" dirty="0"/>
              <a:t>Journal of Medical Internet Research</a:t>
            </a:r>
            <a:endParaRPr lang="sk-SK" dirty="0"/>
          </a:p>
          <a:p>
            <a:r>
              <a:rPr lang="sk-SK" dirty="0"/>
              <a:t>Reálne dáta</a:t>
            </a:r>
          </a:p>
          <a:p>
            <a:r>
              <a:rPr lang="en-US" dirty="0"/>
              <a:t>Impact of Online Appointment Scheduling</a:t>
            </a:r>
            <a:endParaRPr lang="sk-SK" dirty="0"/>
          </a:p>
          <a:p>
            <a:r>
              <a:rPr lang="sk-SK" dirty="0">
                <a:hlinkClick r:id="rId2"/>
              </a:rPr>
              <a:t>https://www.jmir.org/2017/4/e134/</a:t>
            </a:r>
            <a:endParaRPr lang="sk-SK" dirty="0"/>
          </a:p>
        </p:txBody>
      </p:sp>
      <p:pic>
        <p:nvPicPr>
          <p:cNvPr id="4" name="Obrázok 3" descr="Leveraging Real-World Data for Real-World Impact">
            <a:extLst>
              <a:ext uri="{FF2B5EF4-FFF2-40B4-BE49-F238E27FC236}">
                <a16:creationId xmlns:a16="http://schemas.microsoft.com/office/drawing/2014/main" id="{C3B61D01-832E-0D99-8641-A7023FDA8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191" y="2034854"/>
            <a:ext cx="3375537" cy="3375537"/>
          </a:xfrm>
          <a:prstGeom prst="rect">
            <a:avLst/>
          </a:prstGeom>
        </p:spPr>
      </p:pic>
      <p:sp>
        <p:nvSpPr>
          <p:cNvPr id="5" name="Nadpis 1">
            <a:extLst>
              <a:ext uri="{FF2B5EF4-FFF2-40B4-BE49-F238E27FC236}">
                <a16:creationId xmlns:a16="http://schemas.microsoft.com/office/drawing/2014/main" id="{3C4E46B0-8C72-3D72-8B74-6AE46CBF7122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 err="1">
                <a:solidFill>
                  <a:schemeClr val="tx1"/>
                </a:solidFill>
              </a:rPr>
              <a:t>Štúdia</a:t>
            </a:r>
            <a:endParaRPr lang="sk-SK" sz="6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20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13638-FA7C-2689-3854-73595EC41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ástupný objekt pre obsah 6">
            <a:extLst>
              <a:ext uri="{FF2B5EF4-FFF2-40B4-BE49-F238E27FC236}">
                <a16:creationId xmlns:a16="http://schemas.microsoft.com/office/drawing/2014/main" id="{04182CB1-83D1-702C-CF8B-9745BA0D4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108" y="2093594"/>
            <a:ext cx="9643491" cy="3356229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k-SK" sz="2800" dirty="0">
                <a:solidFill>
                  <a:schemeClr val="tx1"/>
                </a:solidFill>
              </a:rPr>
              <a:t>Preukázateľné zlepšenie efektivity ambulancií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800" dirty="0">
                <a:solidFill>
                  <a:schemeClr val="tx1"/>
                </a:solidFill>
              </a:rPr>
              <a:t>Menej vymeškaných termínov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800" dirty="0">
                <a:solidFill>
                  <a:schemeClr val="tx1"/>
                </a:solidFill>
              </a:rPr>
              <a:t>Úspora času pre pacientov aj personál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800" dirty="0">
                <a:solidFill>
                  <a:schemeClr val="tx1"/>
                </a:solidFill>
              </a:rPr>
              <a:t>Vyššia dostupnosť služby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800" dirty="0">
                <a:solidFill>
                  <a:schemeClr val="tx1"/>
                </a:solidFill>
              </a:rPr>
              <a:t>Lepšie využitie kapacít lekára</a:t>
            </a:r>
          </a:p>
        </p:txBody>
      </p:sp>
      <p:pic>
        <p:nvPicPr>
          <p:cNvPr id="2052" name="Picture 4" descr="37,000+ Bar Graph Growth Stock Illustrations, Royalty-Free Vector Graphics  &amp; Clip Art - iStock">
            <a:extLst>
              <a:ext uri="{FF2B5EF4-FFF2-40B4-BE49-F238E27FC236}">
                <a16:creationId xmlns:a16="http://schemas.microsoft.com/office/drawing/2014/main" id="{1F0992F1-7929-6A46-ECC1-7900C8D0F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292" y="2809875"/>
            <a:ext cx="3844976" cy="2563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604460BE-9E38-60C6-2210-5E924A8CF543}"/>
              </a:ext>
            </a:extLst>
          </p:cNvPr>
          <p:cNvSpPr txBox="1">
            <a:spLocks/>
          </p:cNvSpPr>
          <p:nvPr/>
        </p:nvSpPr>
        <p:spPr>
          <a:xfrm>
            <a:off x="0" y="-135690"/>
            <a:ext cx="12192000" cy="18711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 err="1">
                <a:solidFill>
                  <a:schemeClr val="tx1"/>
                </a:solidFill>
              </a:rPr>
              <a:t>Prečo</a:t>
            </a:r>
            <a:r>
              <a:rPr lang="en-US" sz="5400" b="1" dirty="0">
                <a:solidFill>
                  <a:schemeClr val="tx1"/>
                </a:solidFill>
              </a:rPr>
              <a:t> </a:t>
            </a:r>
            <a:r>
              <a:rPr lang="en-US" sz="5400" b="1" dirty="0" err="1">
                <a:solidFill>
                  <a:schemeClr val="tx1"/>
                </a:solidFill>
              </a:rPr>
              <a:t>sa</a:t>
            </a:r>
            <a:r>
              <a:rPr lang="en-US" sz="5400" b="1" dirty="0">
                <a:solidFill>
                  <a:schemeClr val="tx1"/>
                </a:solidFill>
              </a:rPr>
              <a:t> </a:t>
            </a:r>
            <a:r>
              <a:rPr lang="en-US" sz="5400" b="1" dirty="0" err="1">
                <a:solidFill>
                  <a:schemeClr val="tx1"/>
                </a:solidFill>
              </a:rPr>
              <a:t>digitálne</a:t>
            </a:r>
            <a:r>
              <a:rPr lang="en-US" sz="5400" b="1" dirty="0">
                <a:solidFill>
                  <a:schemeClr val="tx1"/>
                </a:solidFill>
              </a:rPr>
              <a:t> </a:t>
            </a:r>
            <a:r>
              <a:rPr lang="en-US" sz="5400" b="1" dirty="0" err="1">
                <a:solidFill>
                  <a:schemeClr val="tx1"/>
                </a:solidFill>
              </a:rPr>
              <a:t>objednávanie</a:t>
            </a:r>
            <a:r>
              <a:rPr lang="en-US" sz="5400" b="1" dirty="0">
                <a:solidFill>
                  <a:schemeClr val="tx1"/>
                </a:solidFill>
              </a:rPr>
              <a:t> </a:t>
            </a:r>
            <a:r>
              <a:rPr lang="en-US" sz="5400" b="1" dirty="0" err="1">
                <a:solidFill>
                  <a:schemeClr val="tx1"/>
                </a:solidFill>
              </a:rPr>
              <a:t>oplatí</a:t>
            </a:r>
            <a:r>
              <a:rPr lang="en-US" sz="5400" b="1" dirty="0">
                <a:solidFill>
                  <a:schemeClr val="tx1"/>
                </a:solidFill>
              </a:rPr>
              <a:t>?</a:t>
            </a:r>
            <a:endParaRPr lang="sk-SK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662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D0E98-8D31-61FE-259C-5C261BC2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4BE039B-390C-D1BC-C1E8-7C91B5447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8602" y="2019300"/>
            <a:ext cx="12369204" cy="306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Nadpis 1">
            <a:extLst>
              <a:ext uri="{FF2B5EF4-FFF2-40B4-BE49-F238E27FC236}">
                <a16:creationId xmlns:a16="http://schemas.microsoft.com/office/drawing/2014/main" id="{9B736E2C-D398-DF87-17C9-915F861928BF}"/>
              </a:ext>
            </a:extLst>
          </p:cNvPr>
          <p:cNvSpPr txBox="1">
            <a:spLocks/>
          </p:cNvSpPr>
          <p:nvPr/>
        </p:nvSpPr>
        <p:spPr>
          <a:xfrm>
            <a:off x="0" y="-118871"/>
            <a:ext cx="12192000" cy="18470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 err="1">
                <a:solidFill>
                  <a:schemeClr val="tx1"/>
                </a:solidFill>
              </a:rPr>
              <a:t>Prečo</a:t>
            </a:r>
            <a:r>
              <a:rPr lang="en-US" sz="5400" b="1" dirty="0">
                <a:solidFill>
                  <a:schemeClr val="tx1"/>
                </a:solidFill>
              </a:rPr>
              <a:t> </a:t>
            </a:r>
            <a:r>
              <a:rPr lang="en-US" sz="5400" b="1" dirty="0" err="1">
                <a:solidFill>
                  <a:schemeClr val="tx1"/>
                </a:solidFill>
              </a:rPr>
              <a:t>sa</a:t>
            </a:r>
            <a:r>
              <a:rPr lang="en-US" sz="5400" b="1" dirty="0">
                <a:solidFill>
                  <a:schemeClr val="tx1"/>
                </a:solidFill>
              </a:rPr>
              <a:t> </a:t>
            </a:r>
            <a:r>
              <a:rPr lang="en-US" sz="5400" b="1" dirty="0" err="1">
                <a:solidFill>
                  <a:schemeClr val="tx1"/>
                </a:solidFill>
              </a:rPr>
              <a:t>digitálne</a:t>
            </a:r>
            <a:r>
              <a:rPr lang="en-US" sz="5400" b="1" dirty="0">
                <a:solidFill>
                  <a:schemeClr val="tx1"/>
                </a:solidFill>
              </a:rPr>
              <a:t> </a:t>
            </a:r>
            <a:r>
              <a:rPr lang="en-US" sz="5400" b="1" dirty="0" err="1">
                <a:solidFill>
                  <a:schemeClr val="tx1"/>
                </a:solidFill>
              </a:rPr>
              <a:t>objednávanie</a:t>
            </a:r>
            <a:r>
              <a:rPr lang="en-US" sz="5400" b="1" dirty="0">
                <a:solidFill>
                  <a:schemeClr val="tx1"/>
                </a:solidFill>
              </a:rPr>
              <a:t> </a:t>
            </a:r>
            <a:r>
              <a:rPr lang="en-US" sz="5400" b="1" dirty="0" err="1">
                <a:solidFill>
                  <a:schemeClr val="tx1"/>
                </a:solidFill>
              </a:rPr>
              <a:t>oplatí</a:t>
            </a:r>
            <a:r>
              <a:rPr lang="en-US" sz="5400" b="1" dirty="0">
                <a:solidFill>
                  <a:schemeClr val="tx1"/>
                </a:solidFill>
              </a:rPr>
              <a:t>?</a:t>
            </a:r>
            <a:endParaRPr lang="sk-SK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140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DD71F5-26A0-A881-0E87-858F1108A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8555"/>
            <a:ext cx="10058400" cy="958805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tx1"/>
                </a:solidFill>
              </a:rPr>
              <a:t>Miera </a:t>
            </a:r>
            <a:r>
              <a:rPr lang="en-US" sz="6000" b="1" dirty="0" err="1">
                <a:solidFill>
                  <a:schemeClr val="tx1"/>
                </a:solidFill>
              </a:rPr>
              <a:t>vymeškania</a:t>
            </a:r>
            <a:r>
              <a:rPr lang="en-US" sz="6000" b="1" dirty="0">
                <a:solidFill>
                  <a:schemeClr val="tx1"/>
                </a:solidFill>
              </a:rPr>
              <a:t> </a:t>
            </a:r>
            <a:r>
              <a:rPr lang="en-US" sz="6000" b="1" dirty="0" err="1">
                <a:solidFill>
                  <a:schemeClr val="tx1"/>
                </a:solidFill>
              </a:rPr>
              <a:t>termínov</a:t>
            </a:r>
            <a:endParaRPr lang="sk-SK" sz="6000" b="1" dirty="0">
              <a:solidFill>
                <a:schemeClr val="tx1"/>
              </a:solidFill>
            </a:endParaRPr>
          </a:p>
        </p:txBody>
      </p:sp>
      <p:sp>
        <p:nvSpPr>
          <p:cNvPr id="7" name="Zástupný objekt pre obsah 6">
            <a:extLst>
              <a:ext uri="{FF2B5EF4-FFF2-40B4-BE49-F238E27FC236}">
                <a16:creationId xmlns:a16="http://schemas.microsoft.com/office/drawing/2014/main" id="{2A162A11-1F96-B2D6-147A-4A7F0B5AB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688173"/>
            <a:ext cx="7867048" cy="1968366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sk-SK" sz="2800" dirty="0">
                <a:solidFill>
                  <a:schemeClr val="tx1"/>
                </a:solidFill>
              </a:rPr>
              <a:t>Telefón: 17,5 %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800" dirty="0">
                <a:solidFill>
                  <a:schemeClr val="tx1"/>
                </a:solidFill>
              </a:rPr>
              <a:t>Online: 10,1 %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800" dirty="0">
                <a:solidFill>
                  <a:schemeClr val="tx1"/>
                </a:solidFill>
              </a:rPr>
              <a:t>Pokles o 42 %</a:t>
            </a:r>
          </a:p>
        </p:txBody>
      </p:sp>
      <p:pic>
        <p:nvPicPr>
          <p:cNvPr id="17" name="Obrázok 16" descr="Obrázok, na ktorom je biely, dizajn&#10;&#10;Obsah vygenerovaný pomocou AI môže byť nesprávny.">
            <a:extLst>
              <a:ext uri="{FF2B5EF4-FFF2-40B4-BE49-F238E27FC236}">
                <a16:creationId xmlns:a16="http://schemas.microsoft.com/office/drawing/2014/main" id="{B3C05FC5-278F-8ED3-B650-56B3D4C14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387" y="2158872"/>
            <a:ext cx="666843" cy="65731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3B1810F-813C-BE5E-A609-FEC74E83AA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0"/>
          <a:stretch>
            <a:fillRect/>
          </a:stretch>
        </p:blipFill>
        <p:spPr bwMode="auto">
          <a:xfrm>
            <a:off x="4677235" y="1894060"/>
            <a:ext cx="6993187" cy="4322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025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6AF36-25F0-EE26-A348-92D20929F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85FCC9EE-3F71-4961-EAA0-67D7E338BABF}"/>
              </a:ext>
            </a:extLst>
          </p:cNvPr>
          <p:cNvSpPr txBox="1">
            <a:spLocks/>
          </p:cNvSpPr>
          <p:nvPr/>
        </p:nvSpPr>
        <p:spPr>
          <a:xfrm>
            <a:off x="1097280" y="2790597"/>
            <a:ext cx="3779448" cy="244962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sk-SK" sz="2800" dirty="0">
                <a:solidFill>
                  <a:schemeClr val="tx1"/>
                </a:solidFill>
              </a:rPr>
              <a:t>Telefón: 480 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800" dirty="0">
                <a:solidFill>
                  <a:schemeClr val="tx1"/>
                </a:solidFill>
              </a:rPr>
              <a:t>Online: 105 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800" dirty="0">
                <a:solidFill>
                  <a:schemeClr val="tx1"/>
                </a:solidFill>
              </a:rPr>
              <a:t>Úspora 78 %</a:t>
            </a:r>
          </a:p>
          <a:p>
            <a:pPr>
              <a:buFont typeface="Wingdings" panose="05000000000000000000" pitchFamily="2" charset="2"/>
              <a:buChar char="Ø"/>
            </a:pPr>
            <a:endParaRPr lang="sk-SK" sz="2800" dirty="0">
              <a:solidFill>
                <a:schemeClr val="tx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29A5BE8-3D75-8168-C099-B5B0714D5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6000" b="1" dirty="0">
                <a:solidFill>
                  <a:schemeClr val="tx1"/>
                </a:solidFill>
              </a:rPr>
              <a:t>Čas rezervácie</a:t>
            </a:r>
            <a:endParaRPr lang="sk-SK" sz="6000" b="1" noProof="0" dirty="0">
              <a:solidFill>
                <a:schemeClr val="tx1"/>
              </a:solidFill>
            </a:endParaRPr>
          </a:p>
        </p:txBody>
      </p:sp>
      <p:pic>
        <p:nvPicPr>
          <p:cNvPr id="12" name="Obrázok 11" descr="Obrázok, na ktorom je biely, dizajn&#10;&#10;Obsah vygenerovaný pomocou AI môže byť nesprávny.">
            <a:extLst>
              <a:ext uri="{FF2B5EF4-FFF2-40B4-BE49-F238E27FC236}">
                <a16:creationId xmlns:a16="http://schemas.microsoft.com/office/drawing/2014/main" id="{0A18CAC3-475F-C181-AA3D-F9188809B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837" y="2236855"/>
            <a:ext cx="666843" cy="657317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D6C205D-5124-97B7-73E0-F805EA4B8E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2"/>
          <a:stretch>
            <a:fillRect/>
          </a:stretch>
        </p:blipFill>
        <p:spPr bwMode="auto">
          <a:xfrm>
            <a:off x="4876728" y="1876923"/>
            <a:ext cx="6856020" cy="427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011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9CCC0-28A5-AC4A-B89B-04D64FE4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7A616CE2-F697-C05E-A914-BBD5431B8B4A}"/>
              </a:ext>
            </a:extLst>
          </p:cNvPr>
          <p:cNvSpPr txBox="1">
            <a:spLocks/>
          </p:cNvSpPr>
          <p:nvPr/>
        </p:nvSpPr>
        <p:spPr>
          <a:xfrm>
            <a:off x="1097280" y="2321768"/>
            <a:ext cx="11351320" cy="28988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sk-SK" sz="2800" dirty="0">
                <a:solidFill>
                  <a:schemeClr val="tx1"/>
                </a:solidFill>
              </a:rPr>
              <a:t>Telefón: 8–9 h denne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800" dirty="0">
                <a:solidFill>
                  <a:schemeClr val="tx1"/>
                </a:solidFill>
              </a:rPr>
              <a:t>Online: 24/7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k-SK" sz="2800" dirty="0">
                <a:solidFill>
                  <a:schemeClr val="tx1"/>
                </a:solidFill>
              </a:rPr>
              <a:t>300 % vyššia dostupnosť</a:t>
            </a: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BCD4AE6-4EF5-7150-FDE2-0EAC5C05C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6000" b="1" dirty="0">
                <a:solidFill>
                  <a:schemeClr val="tx1"/>
                </a:solidFill>
              </a:rPr>
              <a:t>Dostupnosť</a:t>
            </a:r>
            <a:endParaRPr lang="sk-SK" sz="6000" b="1" noProof="0" dirty="0">
              <a:solidFill>
                <a:schemeClr val="tx1"/>
              </a:solidFill>
            </a:endParaRPr>
          </a:p>
        </p:txBody>
      </p:sp>
      <p:pic>
        <p:nvPicPr>
          <p:cNvPr id="12" name="Obrázok 11" descr="Obrázok, na ktorom je biely, dizajn&#10;&#10;Obsah vygenerovaný pomocou AI môže byť nesprávny.">
            <a:extLst>
              <a:ext uri="{FF2B5EF4-FFF2-40B4-BE49-F238E27FC236}">
                <a16:creationId xmlns:a16="http://schemas.microsoft.com/office/drawing/2014/main" id="{9782A3BD-45EC-934A-78F6-DE198DE3E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837" y="2236855"/>
            <a:ext cx="666843" cy="657317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4D68723F-7A5A-1422-C0A8-B97BB1422B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1"/>
          <a:stretch>
            <a:fillRect/>
          </a:stretch>
        </p:blipFill>
        <p:spPr bwMode="auto">
          <a:xfrm>
            <a:off x="4982568" y="1842595"/>
            <a:ext cx="6892196" cy="4369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934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9DD89-4C5D-5F08-5A7F-BB69FC1CC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F8D630-0360-D0D9-6D2B-AF6B4E174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6000" b="1" dirty="0">
                <a:solidFill>
                  <a:schemeClr val="tx1"/>
                </a:solidFill>
              </a:rPr>
              <a:t>Predstih objednania</a:t>
            </a:r>
            <a:endParaRPr lang="sk-SK" sz="6000" b="1" noProof="0" dirty="0">
              <a:solidFill>
                <a:schemeClr val="tx1"/>
              </a:solidFill>
            </a:endParaRPr>
          </a:p>
        </p:txBody>
      </p:sp>
      <p:sp>
        <p:nvSpPr>
          <p:cNvPr id="6" name="Zástupný objekt pre obsah 6">
            <a:extLst>
              <a:ext uri="{FF2B5EF4-FFF2-40B4-BE49-F238E27FC236}">
                <a16:creationId xmlns:a16="http://schemas.microsoft.com/office/drawing/2014/main" id="{9390DFCC-8767-7B70-BC0D-A5A16A6C9B64}"/>
              </a:ext>
            </a:extLst>
          </p:cNvPr>
          <p:cNvSpPr txBox="1">
            <a:spLocks/>
          </p:cNvSpPr>
          <p:nvPr/>
        </p:nvSpPr>
        <p:spPr>
          <a:xfrm>
            <a:off x="1097280" y="2897041"/>
            <a:ext cx="10998394" cy="224108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defPPr>
              <a:defRPr lang="en-US"/>
            </a:defPPr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sk-SK" dirty="0"/>
              <a:t>Telefón: 14,2 dňa</a:t>
            </a:r>
          </a:p>
          <a:p>
            <a:r>
              <a:rPr lang="sk-SK" dirty="0"/>
              <a:t>Online: 8,4 dňa</a:t>
            </a:r>
          </a:p>
          <a:p>
            <a:r>
              <a:rPr lang="sk-SK" dirty="0"/>
              <a:t>Skrátenie o 59 %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F420DAE-5CCA-4098-04CC-959B582A75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3"/>
          <a:stretch>
            <a:fillRect/>
          </a:stretch>
        </p:blipFill>
        <p:spPr bwMode="auto">
          <a:xfrm>
            <a:off x="4847976" y="1876926"/>
            <a:ext cx="6773919" cy="4281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785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949E90-F384-5437-F77E-9A11A62AF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233" y="1947672"/>
            <a:ext cx="4568952" cy="2788282"/>
          </a:xfrm>
        </p:spPr>
        <p:txBody>
          <a:bodyPr anchor="ctr">
            <a:noAutofit/>
          </a:bodyPr>
          <a:lstStyle/>
          <a:p>
            <a:r>
              <a:rPr lang="sk-SK" sz="6000" b="1" dirty="0">
                <a:solidFill>
                  <a:schemeClr val="tx1"/>
                </a:solidFill>
              </a:rPr>
              <a:t>Ďakujeme za pozornosť</a:t>
            </a:r>
          </a:p>
        </p:txBody>
      </p:sp>
      <p:pic>
        <p:nvPicPr>
          <p:cNvPr id="4" name="Obrázok 3" descr="Obrázok, na ktorom je text, grafika, kreslený obrázok, grafický dizajn&#10;&#10;Obsah vygenerovaný pomocou AI môže byť nesprávny.">
            <a:extLst>
              <a:ext uri="{FF2B5EF4-FFF2-40B4-BE49-F238E27FC236}">
                <a16:creationId xmlns:a16="http://schemas.microsoft.com/office/drawing/2014/main" id="{975F6471-36E4-44F0-A1E4-90FDBB231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816" y="1199413"/>
            <a:ext cx="5458990" cy="445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82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íva">
  <a:themeElements>
    <a:clrScheme name="Vlastné 16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303D8B"/>
      </a:accent1>
      <a:accent2>
        <a:srgbClr val="303D8B"/>
      </a:accent2>
      <a:accent3>
        <a:srgbClr val="303D8B"/>
      </a:accent3>
      <a:accent4>
        <a:srgbClr val="303D8B"/>
      </a:accent4>
      <a:accent5>
        <a:srgbClr val="303D8B"/>
      </a:accent5>
      <a:accent6>
        <a:srgbClr val="303D8B"/>
      </a:accent6>
      <a:hlink>
        <a:srgbClr val="303D8B"/>
      </a:hlink>
      <a:folHlink>
        <a:srgbClr val="303D8B"/>
      </a:folHlink>
    </a:clrScheme>
    <a:fontScheme name="Retrospektí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í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390</TotalTime>
  <Words>135</Words>
  <Application>Microsoft Macintosh PowerPoint</Application>
  <PresentationFormat>Širokouhlá</PresentationFormat>
  <Paragraphs>34</Paragraphs>
  <Slides>9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Wingdings</vt:lpstr>
      <vt:lpstr>Retrospektíva</vt:lpstr>
      <vt:lpstr>Vizualizácia modelových dát</vt:lpstr>
      <vt:lpstr>Prezentácia programu PowerPoint</vt:lpstr>
      <vt:lpstr>Prezentácia programu PowerPoint</vt:lpstr>
      <vt:lpstr>Prezentácia programu PowerPoint</vt:lpstr>
      <vt:lpstr>Miera vymeškania termínov</vt:lpstr>
      <vt:lpstr>Čas rezervácie</vt:lpstr>
      <vt:lpstr>Dostupnosť</vt:lpstr>
      <vt:lpstr>Predstih objednania</vt:lpstr>
      <vt:lpstr>Ďakujeme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Budinský</dc:creator>
  <cp:lastModifiedBy>Richard Rúš</cp:lastModifiedBy>
  <cp:revision>24</cp:revision>
  <dcterms:created xsi:type="dcterms:W3CDTF">2026-02-24T18:24:02Z</dcterms:created>
  <dcterms:modified xsi:type="dcterms:W3CDTF">2026-03-05T17:23:26Z</dcterms:modified>
</cp:coreProperties>
</file>