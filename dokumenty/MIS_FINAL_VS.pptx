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942" r:id="rId1"/>
  </p:sldMasterIdLst>
  <p:notesMasterIdLst>
    <p:notesMasterId r:id="rId47"/>
  </p:notesMasterIdLst>
  <p:sldIdLst>
    <p:sldId id="274" r:id="rId2"/>
    <p:sldId id="273" r:id="rId3"/>
    <p:sldId id="275" r:id="rId4"/>
    <p:sldId id="279" r:id="rId5"/>
    <p:sldId id="276" r:id="rId6"/>
    <p:sldId id="280" r:id="rId7"/>
    <p:sldId id="277" r:id="rId8"/>
    <p:sldId id="278" r:id="rId9"/>
    <p:sldId id="281" r:id="rId10"/>
    <p:sldId id="282" r:id="rId11"/>
    <p:sldId id="256" r:id="rId12"/>
    <p:sldId id="257" r:id="rId13"/>
    <p:sldId id="263" r:id="rId14"/>
    <p:sldId id="264" r:id="rId15"/>
    <p:sldId id="265" r:id="rId16"/>
    <p:sldId id="262" r:id="rId17"/>
    <p:sldId id="261" r:id="rId18"/>
    <p:sldId id="268" r:id="rId19"/>
    <p:sldId id="269" r:id="rId20"/>
    <p:sldId id="271" r:id="rId21"/>
    <p:sldId id="285" r:id="rId22"/>
    <p:sldId id="286" r:id="rId23"/>
    <p:sldId id="287" r:id="rId24"/>
    <p:sldId id="288" r:id="rId25"/>
    <p:sldId id="289" r:id="rId26"/>
    <p:sldId id="290" r:id="rId27"/>
    <p:sldId id="291" r:id="rId28"/>
    <p:sldId id="292" r:id="rId29"/>
    <p:sldId id="294" r:id="rId30"/>
    <p:sldId id="295" r:id="rId31"/>
    <p:sldId id="296" r:id="rId32"/>
    <p:sldId id="297" r:id="rId33"/>
    <p:sldId id="298" r:id="rId34"/>
    <p:sldId id="299" r:id="rId35"/>
    <p:sldId id="300" r:id="rId36"/>
    <p:sldId id="301" r:id="rId37"/>
    <p:sldId id="302" r:id="rId38"/>
    <p:sldId id="303" r:id="rId39"/>
    <p:sldId id="304" r:id="rId40"/>
    <p:sldId id="305" r:id="rId41"/>
    <p:sldId id="306" r:id="rId42"/>
    <p:sldId id="307" r:id="rId43"/>
    <p:sldId id="308" r:id="rId44"/>
    <p:sldId id="309" r:id="rId45"/>
    <p:sldId id="272" r:id="rId4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redný štýl 2 - zvýrazneni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91" d="100"/>
          <a:sy n="91" d="100"/>
        </p:scale>
        <p:origin x="796"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900AB91-10D8-4454-A6BD-377124548151}"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n-US"/>
        </a:p>
      </dgm:t>
    </dgm:pt>
    <dgm:pt modelId="{81634059-C1EB-41CF-A700-D607DBF430D4}">
      <dgm:prSet phldrT="[Text]"/>
      <dgm:spPr/>
      <dgm:t>
        <a:bodyPr/>
        <a:lstStyle/>
        <a:p>
          <a:r>
            <a:rPr lang="sk-SK" noProof="0" dirty="0"/>
            <a:t>Nejednotné</a:t>
          </a:r>
        </a:p>
      </dgm:t>
    </dgm:pt>
    <dgm:pt modelId="{71BC5590-2C7D-4E03-A8B3-8C6C9F997507}" type="parTrans" cxnId="{D9234BFB-7CC8-4126-90F6-1E2983954C43}">
      <dgm:prSet/>
      <dgm:spPr/>
      <dgm:t>
        <a:bodyPr/>
        <a:lstStyle/>
        <a:p>
          <a:endParaRPr lang="en-US"/>
        </a:p>
      </dgm:t>
    </dgm:pt>
    <dgm:pt modelId="{6CA7F246-39A5-45EA-9704-88E54F8A0907}" type="sibTrans" cxnId="{D9234BFB-7CC8-4126-90F6-1E2983954C43}">
      <dgm:prSet/>
      <dgm:spPr/>
      <dgm:t>
        <a:bodyPr/>
        <a:lstStyle/>
        <a:p>
          <a:endParaRPr lang="en-US"/>
        </a:p>
      </dgm:t>
    </dgm:pt>
    <dgm:pt modelId="{0A525FCA-B8E5-47C0-8102-ACED12DF484C}">
      <dgm:prSet/>
      <dgm:spPr/>
      <dgm:t>
        <a:bodyPr/>
        <a:lstStyle/>
        <a:p>
          <a:r>
            <a:rPr lang="sk-SK" noProof="0" dirty="0"/>
            <a:t>Časovo náročné</a:t>
          </a:r>
        </a:p>
      </dgm:t>
    </dgm:pt>
    <dgm:pt modelId="{43963086-FA55-4978-AC06-D3C902C2549A}" type="parTrans" cxnId="{72133868-73EA-4970-97A7-9F77B7C98C44}">
      <dgm:prSet/>
      <dgm:spPr/>
      <dgm:t>
        <a:bodyPr/>
        <a:lstStyle/>
        <a:p>
          <a:endParaRPr lang="en-US"/>
        </a:p>
      </dgm:t>
    </dgm:pt>
    <dgm:pt modelId="{02B78BE4-35DD-4084-89A5-80A41524F195}" type="sibTrans" cxnId="{72133868-73EA-4970-97A7-9F77B7C98C44}">
      <dgm:prSet/>
      <dgm:spPr/>
      <dgm:t>
        <a:bodyPr/>
        <a:lstStyle/>
        <a:p>
          <a:endParaRPr lang="en-US"/>
        </a:p>
      </dgm:t>
    </dgm:pt>
    <dgm:pt modelId="{CFFC682C-AF24-4986-A847-1B5BB62ED7E4}">
      <dgm:prSet/>
      <dgm:spPr/>
      <dgm:t>
        <a:bodyPr/>
        <a:lstStyle/>
        <a:p>
          <a:r>
            <a:rPr lang="sk-SK" noProof="0" dirty="0"/>
            <a:t>Zastaralé</a:t>
          </a:r>
        </a:p>
      </dgm:t>
    </dgm:pt>
    <dgm:pt modelId="{94EB797B-DAE6-443B-BA14-17526755CC53}" type="parTrans" cxnId="{1A5DE397-1A65-48E8-B4E5-95CA95421465}">
      <dgm:prSet/>
      <dgm:spPr/>
      <dgm:t>
        <a:bodyPr/>
        <a:lstStyle/>
        <a:p>
          <a:endParaRPr lang="en-US"/>
        </a:p>
      </dgm:t>
    </dgm:pt>
    <dgm:pt modelId="{B6D59875-1D46-4C86-ABCE-7E21A042CAFC}" type="sibTrans" cxnId="{1A5DE397-1A65-48E8-B4E5-95CA95421465}">
      <dgm:prSet/>
      <dgm:spPr/>
      <dgm:t>
        <a:bodyPr/>
        <a:lstStyle/>
        <a:p>
          <a:endParaRPr lang="en-US"/>
        </a:p>
      </dgm:t>
    </dgm:pt>
    <dgm:pt modelId="{99DC684E-56C3-4BEA-B2CF-51233E36D3C1}">
      <dgm:prSet/>
      <dgm:spPr/>
      <dgm:t>
        <a:bodyPr/>
        <a:lstStyle/>
        <a:p>
          <a:r>
            <a:rPr lang="sk-SK" noProof="0" dirty="0"/>
            <a:t>Preťažené</a:t>
          </a:r>
        </a:p>
      </dgm:t>
    </dgm:pt>
    <dgm:pt modelId="{1048ECC1-E560-46CF-850B-CE79BBB35DFF}" type="parTrans" cxnId="{71CE03EA-CF52-4AF5-A1B5-726483DB5F21}">
      <dgm:prSet/>
      <dgm:spPr/>
      <dgm:t>
        <a:bodyPr/>
        <a:lstStyle/>
        <a:p>
          <a:endParaRPr lang="en-US"/>
        </a:p>
      </dgm:t>
    </dgm:pt>
    <dgm:pt modelId="{7BBF1FA9-500E-4188-B69D-463CA41B6EB2}" type="sibTrans" cxnId="{71CE03EA-CF52-4AF5-A1B5-726483DB5F21}">
      <dgm:prSet/>
      <dgm:spPr/>
      <dgm:t>
        <a:bodyPr/>
        <a:lstStyle/>
        <a:p>
          <a:endParaRPr lang="en-US"/>
        </a:p>
      </dgm:t>
    </dgm:pt>
    <dgm:pt modelId="{71BC0892-BE74-4989-BCA6-E50FF2EFE60F}" type="pres">
      <dgm:prSet presAssocID="{A900AB91-10D8-4454-A6BD-377124548151}" presName="Name0" presStyleCnt="0">
        <dgm:presLayoutVars>
          <dgm:chMax val="7"/>
          <dgm:chPref val="7"/>
          <dgm:dir/>
        </dgm:presLayoutVars>
      </dgm:prSet>
      <dgm:spPr/>
    </dgm:pt>
    <dgm:pt modelId="{5FF495B6-E699-41AF-A077-EB9CC4C9C356}" type="pres">
      <dgm:prSet presAssocID="{A900AB91-10D8-4454-A6BD-377124548151}" presName="Name1" presStyleCnt="0"/>
      <dgm:spPr/>
    </dgm:pt>
    <dgm:pt modelId="{3CD07122-D379-4A74-8D52-45546EB94868}" type="pres">
      <dgm:prSet presAssocID="{A900AB91-10D8-4454-A6BD-377124548151}" presName="cycle" presStyleCnt="0"/>
      <dgm:spPr/>
    </dgm:pt>
    <dgm:pt modelId="{C59C6A79-1906-4263-B7BA-92442993A494}" type="pres">
      <dgm:prSet presAssocID="{A900AB91-10D8-4454-A6BD-377124548151}" presName="srcNode" presStyleLbl="node1" presStyleIdx="0" presStyleCnt="4"/>
      <dgm:spPr/>
    </dgm:pt>
    <dgm:pt modelId="{1BEC2BAD-F314-4BFB-9F0A-57793AEE8A24}" type="pres">
      <dgm:prSet presAssocID="{A900AB91-10D8-4454-A6BD-377124548151}" presName="conn" presStyleLbl="parChTrans1D2" presStyleIdx="0" presStyleCnt="1"/>
      <dgm:spPr/>
    </dgm:pt>
    <dgm:pt modelId="{B8128CD7-4A9A-4239-9700-190603C7709D}" type="pres">
      <dgm:prSet presAssocID="{A900AB91-10D8-4454-A6BD-377124548151}" presName="extraNode" presStyleLbl="node1" presStyleIdx="0" presStyleCnt="4"/>
      <dgm:spPr/>
    </dgm:pt>
    <dgm:pt modelId="{2FD24836-46F0-4A28-A227-8A51C2690879}" type="pres">
      <dgm:prSet presAssocID="{A900AB91-10D8-4454-A6BD-377124548151}" presName="dstNode" presStyleLbl="node1" presStyleIdx="0" presStyleCnt="4"/>
      <dgm:spPr/>
    </dgm:pt>
    <dgm:pt modelId="{CCEE391F-4F23-47F6-BA6A-F88217927C69}" type="pres">
      <dgm:prSet presAssocID="{81634059-C1EB-41CF-A700-D607DBF430D4}" presName="text_1" presStyleLbl="node1" presStyleIdx="0" presStyleCnt="4">
        <dgm:presLayoutVars>
          <dgm:bulletEnabled val="1"/>
        </dgm:presLayoutVars>
      </dgm:prSet>
      <dgm:spPr/>
    </dgm:pt>
    <dgm:pt modelId="{FF3DE31D-CD3C-42C7-BC19-BBC4B61806E8}" type="pres">
      <dgm:prSet presAssocID="{81634059-C1EB-41CF-A700-D607DBF430D4}" presName="accent_1" presStyleCnt="0"/>
      <dgm:spPr/>
    </dgm:pt>
    <dgm:pt modelId="{FE9AF81E-3936-400D-9CED-A7B4EAA400F6}" type="pres">
      <dgm:prSet presAssocID="{81634059-C1EB-41CF-A700-D607DBF430D4}" presName="accentRepeatNode" presStyleLbl="solidFgAcc1" presStyleIdx="0" presStyleCnt="4"/>
      <dgm:spPr/>
    </dgm:pt>
    <dgm:pt modelId="{54A2B297-6439-48B0-BC3A-63C5E02D67C2}" type="pres">
      <dgm:prSet presAssocID="{0A525FCA-B8E5-47C0-8102-ACED12DF484C}" presName="text_2" presStyleLbl="node1" presStyleIdx="1" presStyleCnt="4">
        <dgm:presLayoutVars>
          <dgm:bulletEnabled val="1"/>
        </dgm:presLayoutVars>
      </dgm:prSet>
      <dgm:spPr/>
    </dgm:pt>
    <dgm:pt modelId="{45F3CC1A-CCEF-4F95-9557-2D900BC4CC9E}" type="pres">
      <dgm:prSet presAssocID="{0A525FCA-B8E5-47C0-8102-ACED12DF484C}" presName="accent_2" presStyleCnt="0"/>
      <dgm:spPr/>
    </dgm:pt>
    <dgm:pt modelId="{41BEAA9C-E9DF-47D4-A2D6-B076583ECD2E}" type="pres">
      <dgm:prSet presAssocID="{0A525FCA-B8E5-47C0-8102-ACED12DF484C}" presName="accentRepeatNode" presStyleLbl="solidFgAcc1" presStyleIdx="1" presStyleCnt="4"/>
      <dgm:spPr/>
    </dgm:pt>
    <dgm:pt modelId="{F8EA9444-B246-428D-BA84-5818D5EF0752}" type="pres">
      <dgm:prSet presAssocID="{CFFC682C-AF24-4986-A847-1B5BB62ED7E4}" presName="text_3" presStyleLbl="node1" presStyleIdx="2" presStyleCnt="4">
        <dgm:presLayoutVars>
          <dgm:bulletEnabled val="1"/>
        </dgm:presLayoutVars>
      </dgm:prSet>
      <dgm:spPr/>
    </dgm:pt>
    <dgm:pt modelId="{66AD8576-5D30-4E04-A6D4-B1F7FFC40DBA}" type="pres">
      <dgm:prSet presAssocID="{CFFC682C-AF24-4986-A847-1B5BB62ED7E4}" presName="accent_3" presStyleCnt="0"/>
      <dgm:spPr/>
    </dgm:pt>
    <dgm:pt modelId="{0DD0CC33-66B1-449A-9D9D-67716D755274}" type="pres">
      <dgm:prSet presAssocID="{CFFC682C-AF24-4986-A847-1B5BB62ED7E4}" presName="accentRepeatNode" presStyleLbl="solidFgAcc1" presStyleIdx="2" presStyleCnt="4"/>
      <dgm:spPr/>
    </dgm:pt>
    <dgm:pt modelId="{990400F0-1C96-4180-B927-F198FF0F5E49}" type="pres">
      <dgm:prSet presAssocID="{99DC684E-56C3-4BEA-B2CF-51233E36D3C1}" presName="text_4" presStyleLbl="node1" presStyleIdx="3" presStyleCnt="4">
        <dgm:presLayoutVars>
          <dgm:bulletEnabled val="1"/>
        </dgm:presLayoutVars>
      </dgm:prSet>
      <dgm:spPr/>
    </dgm:pt>
    <dgm:pt modelId="{B34050DF-5DB3-4660-AA59-44E7AA4E9E73}" type="pres">
      <dgm:prSet presAssocID="{99DC684E-56C3-4BEA-B2CF-51233E36D3C1}" presName="accent_4" presStyleCnt="0"/>
      <dgm:spPr/>
    </dgm:pt>
    <dgm:pt modelId="{C0876D6E-10A0-438D-97E6-CDB471216116}" type="pres">
      <dgm:prSet presAssocID="{99DC684E-56C3-4BEA-B2CF-51233E36D3C1}" presName="accentRepeatNode" presStyleLbl="solidFgAcc1" presStyleIdx="3" presStyleCnt="4"/>
      <dgm:spPr/>
    </dgm:pt>
  </dgm:ptLst>
  <dgm:cxnLst>
    <dgm:cxn modelId="{E0FD2410-EC8A-4F30-91C3-5EA509F9CCFE}" type="presOf" srcId="{99DC684E-56C3-4BEA-B2CF-51233E36D3C1}" destId="{990400F0-1C96-4180-B927-F198FF0F5E49}" srcOrd="0" destOrd="0" presId="urn:microsoft.com/office/officeart/2008/layout/VerticalCurvedList"/>
    <dgm:cxn modelId="{DACB3410-45B9-4FDA-A556-2D1E14111F0F}" type="presOf" srcId="{A900AB91-10D8-4454-A6BD-377124548151}" destId="{71BC0892-BE74-4989-BCA6-E50FF2EFE60F}" srcOrd="0" destOrd="0" presId="urn:microsoft.com/office/officeart/2008/layout/VerticalCurvedList"/>
    <dgm:cxn modelId="{BEE5F517-30B3-4F40-A79A-F44F45EC2303}" type="presOf" srcId="{CFFC682C-AF24-4986-A847-1B5BB62ED7E4}" destId="{F8EA9444-B246-428D-BA84-5818D5EF0752}" srcOrd="0" destOrd="0" presId="urn:microsoft.com/office/officeart/2008/layout/VerticalCurvedList"/>
    <dgm:cxn modelId="{3903E75C-666A-461C-84C6-ACBC281F5314}" type="presOf" srcId="{0A525FCA-B8E5-47C0-8102-ACED12DF484C}" destId="{54A2B297-6439-48B0-BC3A-63C5E02D67C2}" srcOrd="0" destOrd="0" presId="urn:microsoft.com/office/officeart/2008/layout/VerticalCurvedList"/>
    <dgm:cxn modelId="{72133868-73EA-4970-97A7-9F77B7C98C44}" srcId="{A900AB91-10D8-4454-A6BD-377124548151}" destId="{0A525FCA-B8E5-47C0-8102-ACED12DF484C}" srcOrd="1" destOrd="0" parTransId="{43963086-FA55-4978-AC06-D3C902C2549A}" sibTransId="{02B78BE4-35DD-4084-89A5-80A41524F195}"/>
    <dgm:cxn modelId="{1A5DE397-1A65-48E8-B4E5-95CA95421465}" srcId="{A900AB91-10D8-4454-A6BD-377124548151}" destId="{CFFC682C-AF24-4986-A847-1B5BB62ED7E4}" srcOrd="2" destOrd="0" parTransId="{94EB797B-DAE6-443B-BA14-17526755CC53}" sibTransId="{B6D59875-1D46-4C86-ABCE-7E21A042CAFC}"/>
    <dgm:cxn modelId="{F4DAF1BD-E457-4981-A924-DBBFE86D5A23}" type="presOf" srcId="{6CA7F246-39A5-45EA-9704-88E54F8A0907}" destId="{1BEC2BAD-F314-4BFB-9F0A-57793AEE8A24}" srcOrd="0" destOrd="0" presId="urn:microsoft.com/office/officeart/2008/layout/VerticalCurvedList"/>
    <dgm:cxn modelId="{F85F43C9-BA8C-4E35-9BC0-11FBCE9D4983}" type="presOf" srcId="{81634059-C1EB-41CF-A700-D607DBF430D4}" destId="{CCEE391F-4F23-47F6-BA6A-F88217927C69}" srcOrd="0" destOrd="0" presId="urn:microsoft.com/office/officeart/2008/layout/VerticalCurvedList"/>
    <dgm:cxn modelId="{71CE03EA-CF52-4AF5-A1B5-726483DB5F21}" srcId="{A900AB91-10D8-4454-A6BD-377124548151}" destId="{99DC684E-56C3-4BEA-B2CF-51233E36D3C1}" srcOrd="3" destOrd="0" parTransId="{1048ECC1-E560-46CF-850B-CE79BBB35DFF}" sibTransId="{7BBF1FA9-500E-4188-B69D-463CA41B6EB2}"/>
    <dgm:cxn modelId="{D9234BFB-7CC8-4126-90F6-1E2983954C43}" srcId="{A900AB91-10D8-4454-A6BD-377124548151}" destId="{81634059-C1EB-41CF-A700-D607DBF430D4}" srcOrd="0" destOrd="0" parTransId="{71BC5590-2C7D-4E03-A8B3-8C6C9F997507}" sibTransId="{6CA7F246-39A5-45EA-9704-88E54F8A0907}"/>
    <dgm:cxn modelId="{3C58342A-6CAE-44FB-AD8A-A881ACEEAC4F}" type="presParOf" srcId="{71BC0892-BE74-4989-BCA6-E50FF2EFE60F}" destId="{5FF495B6-E699-41AF-A077-EB9CC4C9C356}" srcOrd="0" destOrd="0" presId="urn:microsoft.com/office/officeart/2008/layout/VerticalCurvedList"/>
    <dgm:cxn modelId="{0A2AEAD1-42EA-4AB6-971F-ECA724EFD9DF}" type="presParOf" srcId="{5FF495B6-E699-41AF-A077-EB9CC4C9C356}" destId="{3CD07122-D379-4A74-8D52-45546EB94868}" srcOrd="0" destOrd="0" presId="urn:microsoft.com/office/officeart/2008/layout/VerticalCurvedList"/>
    <dgm:cxn modelId="{84B70FFB-27CF-40ED-9333-E5F2BEC78A5F}" type="presParOf" srcId="{3CD07122-D379-4A74-8D52-45546EB94868}" destId="{C59C6A79-1906-4263-B7BA-92442993A494}" srcOrd="0" destOrd="0" presId="urn:microsoft.com/office/officeart/2008/layout/VerticalCurvedList"/>
    <dgm:cxn modelId="{02CB8D83-7649-48F3-A3BA-94DD694A45F7}" type="presParOf" srcId="{3CD07122-D379-4A74-8D52-45546EB94868}" destId="{1BEC2BAD-F314-4BFB-9F0A-57793AEE8A24}" srcOrd="1" destOrd="0" presId="urn:microsoft.com/office/officeart/2008/layout/VerticalCurvedList"/>
    <dgm:cxn modelId="{B18A9F6B-475D-4524-B2F8-3113BF5BD286}" type="presParOf" srcId="{3CD07122-D379-4A74-8D52-45546EB94868}" destId="{B8128CD7-4A9A-4239-9700-190603C7709D}" srcOrd="2" destOrd="0" presId="urn:microsoft.com/office/officeart/2008/layout/VerticalCurvedList"/>
    <dgm:cxn modelId="{F647FCA3-7433-411E-BFF0-40B851649D71}" type="presParOf" srcId="{3CD07122-D379-4A74-8D52-45546EB94868}" destId="{2FD24836-46F0-4A28-A227-8A51C2690879}" srcOrd="3" destOrd="0" presId="urn:microsoft.com/office/officeart/2008/layout/VerticalCurvedList"/>
    <dgm:cxn modelId="{FB5B3CF5-3436-4657-9B61-F6E673D15772}" type="presParOf" srcId="{5FF495B6-E699-41AF-A077-EB9CC4C9C356}" destId="{CCEE391F-4F23-47F6-BA6A-F88217927C69}" srcOrd="1" destOrd="0" presId="urn:microsoft.com/office/officeart/2008/layout/VerticalCurvedList"/>
    <dgm:cxn modelId="{79CF57EB-3983-4BF2-A13D-6D5981652518}" type="presParOf" srcId="{5FF495B6-E699-41AF-A077-EB9CC4C9C356}" destId="{FF3DE31D-CD3C-42C7-BC19-BBC4B61806E8}" srcOrd="2" destOrd="0" presId="urn:microsoft.com/office/officeart/2008/layout/VerticalCurvedList"/>
    <dgm:cxn modelId="{49F56013-3F2B-4995-B394-BEB0BF2AA144}" type="presParOf" srcId="{FF3DE31D-CD3C-42C7-BC19-BBC4B61806E8}" destId="{FE9AF81E-3936-400D-9CED-A7B4EAA400F6}" srcOrd="0" destOrd="0" presId="urn:microsoft.com/office/officeart/2008/layout/VerticalCurvedList"/>
    <dgm:cxn modelId="{68809EEC-0377-4301-AFEF-801BC3ACE815}" type="presParOf" srcId="{5FF495B6-E699-41AF-A077-EB9CC4C9C356}" destId="{54A2B297-6439-48B0-BC3A-63C5E02D67C2}" srcOrd="3" destOrd="0" presId="urn:microsoft.com/office/officeart/2008/layout/VerticalCurvedList"/>
    <dgm:cxn modelId="{DF577A1C-4DE4-4225-ADBD-C0AFAA803B74}" type="presParOf" srcId="{5FF495B6-E699-41AF-A077-EB9CC4C9C356}" destId="{45F3CC1A-CCEF-4F95-9557-2D900BC4CC9E}" srcOrd="4" destOrd="0" presId="urn:microsoft.com/office/officeart/2008/layout/VerticalCurvedList"/>
    <dgm:cxn modelId="{DDC7AE78-09F6-4D7A-A8B4-7233C10E52FE}" type="presParOf" srcId="{45F3CC1A-CCEF-4F95-9557-2D900BC4CC9E}" destId="{41BEAA9C-E9DF-47D4-A2D6-B076583ECD2E}" srcOrd="0" destOrd="0" presId="urn:microsoft.com/office/officeart/2008/layout/VerticalCurvedList"/>
    <dgm:cxn modelId="{DFD9B8F9-210F-4A5E-A304-63B4BB620BE1}" type="presParOf" srcId="{5FF495B6-E699-41AF-A077-EB9CC4C9C356}" destId="{F8EA9444-B246-428D-BA84-5818D5EF0752}" srcOrd="5" destOrd="0" presId="urn:microsoft.com/office/officeart/2008/layout/VerticalCurvedList"/>
    <dgm:cxn modelId="{E2B14347-B30A-4069-B7EA-6DD24AFCB0EC}" type="presParOf" srcId="{5FF495B6-E699-41AF-A077-EB9CC4C9C356}" destId="{66AD8576-5D30-4E04-A6D4-B1F7FFC40DBA}" srcOrd="6" destOrd="0" presId="urn:microsoft.com/office/officeart/2008/layout/VerticalCurvedList"/>
    <dgm:cxn modelId="{B46CB91A-F75D-476D-B7B9-EC70C0D1B766}" type="presParOf" srcId="{66AD8576-5D30-4E04-A6D4-B1F7FFC40DBA}" destId="{0DD0CC33-66B1-449A-9D9D-67716D755274}" srcOrd="0" destOrd="0" presId="urn:microsoft.com/office/officeart/2008/layout/VerticalCurvedList"/>
    <dgm:cxn modelId="{EC52FD44-93FF-4D55-88F2-14ABD0AC90F9}" type="presParOf" srcId="{5FF495B6-E699-41AF-A077-EB9CC4C9C356}" destId="{990400F0-1C96-4180-B927-F198FF0F5E49}" srcOrd="7" destOrd="0" presId="urn:microsoft.com/office/officeart/2008/layout/VerticalCurvedList"/>
    <dgm:cxn modelId="{2A5DCFDF-3B02-4104-9C26-EEFD843F9C25}" type="presParOf" srcId="{5FF495B6-E699-41AF-A077-EB9CC4C9C356}" destId="{B34050DF-5DB3-4660-AA59-44E7AA4E9E73}" srcOrd="8" destOrd="0" presId="urn:microsoft.com/office/officeart/2008/layout/VerticalCurvedList"/>
    <dgm:cxn modelId="{A02BADD1-6FB6-46F0-B0E4-6114ABA1B042}" type="presParOf" srcId="{B34050DF-5DB3-4660-AA59-44E7AA4E9E73}" destId="{C0876D6E-10A0-438D-97E6-CDB471216116}" srcOrd="0" destOrd="0" presId="urn:microsoft.com/office/officeart/2008/layout/VerticalCurvedList"/>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32ED37C-E2D6-4530-91E2-B4C2C67AB948}" type="doc">
      <dgm:prSet loTypeId="urn:microsoft.com/office/officeart/2005/8/layout/vList2" loCatId="list" qsTypeId="urn:microsoft.com/office/officeart/2005/8/quickstyle/simple2" qsCatId="simple" csTypeId="urn:microsoft.com/office/officeart/2005/8/colors/colorful5" csCatId="colorful" phldr="1"/>
      <dgm:spPr/>
      <dgm:t>
        <a:bodyPr/>
        <a:lstStyle/>
        <a:p>
          <a:endParaRPr lang="en-US"/>
        </a:p>
      </dgm:t>
    </dgm:pt>
    <dgm:pt modelId="{6EDC7234-AE42-407A-9B75-9B3A89F86912}">
      <dgm:prSet custT="1"/>
      <dgm:spPr>
        <a:solidFill>
          <a:srgbClr val="FFC000"/>
        </a:solidFill>
      </dgm:spPr>
      <dgm:t>
        <a:bodyPr/>
        <a:lstStyle/>
        <a:p>
          <a:r>
            <a:rPr lang="sk-SK" sz="3200" noProof="0" dirty="0"/>
            <a:t>Webová a mobilná aplikácia</a:t>
          </a:r>
        </a:p>
      </dgm:t>
    </dgm:pt>
    <dgm:pt modelId="{23A74143-652E-4462-A752-85E4DE5EF8A0}" type="parTrans" cxnId="{3104D857-ED76-4147-8873-F2AB0F796976}">
      <dgm:prSet/>
      <dgm:spPr/>
      <dgm:t>
        <a:bodyPr/>
        <a:lstStyle/>
        <a:p>
          <a:endParaRPr lang="en-US"/>
        </a:p>
      </dgm:t>
    </dgm:pt>
    <dgm:pt modelId="{B4E5ADC3-3877-46FC-9678-4ED5C092ACA0}" type="sibTrans" cxnId="{3104D857-ED76-4147-8873-F2AB0F796976}">
      <dgm:prSet/>
      <dgm:spPr/>
      <dgm:t>
        <a:bodyPr/>
        <a:lstStyle/>
        <a:p>
          <a:endParaRPr lang="en-US"/>
        </a:p>
      </dgm:t>
    </dgm:pt>
    <dgm:pt modelId="{7CF1ED87-F956-4E1E-9DFC-917C0BA63917}">
      <dgm:prSet custT="1"/>
      <dgm:spPr>
        <a:solidFill>
          <a:srgbClr val="92D050"/>
        </a:solidFill>
      </dgm:spPr>
      <dgm:t>
        <a:bodyPr/>
        <a:lstStyle/>
        <a:p>
          <a:r>
            <a:rPr lang="sk-SK" sz="3200" noProof="0" dirty="0"/>
            <a:t>Digitalizuje proces</a:t>
          </a:r>
        </a:p>
      </dgm:t>
    </dgm:pt>
    <dgm:pt modelId="{ABEC9136-3174-4A51-9052-38004D40B720}" type="parTrans" cxnId="{8DD8AA03-B5B2-4271-9967-B3683B458C91}">
      <dgm:prSet/>
      <dgm:spPr/>
      <dgm:t>
        <a:bodyPr/>
        <a:lstStyle/>
        <a:p>
          <a:endParaRPr lang="en-US"/>
        </a:p>
      </dgm:t>
    </dgm:pt>
    <dgm:pt modelId="{C79557EC-412C-4953-8474-6E36A1B923E1}" type="sibTrans" cxnId="{8DD8AA03-B5B2-4271-9967-B3683B458C91}">
      <dgm:prSet/>
      <dgm:spPr/>
      <dgm:t>
        <a:bodyPr/>
        <a:lstStyle/>
        <a:p>
          <a:endParaRPr lang="en-US"/>
        </a:p>
      </dgm:t>
    </dgm:pt>
    <dgm:pt modelId="{848DE54F-B651-44A8-83E2-84B710DB9A5B}">
      <dgm:prSet custT="1"/>
      <dgm:spPr>
        <a:solidFill>
          <a:schemeClr val="accent5">
            <a:lumMod val="40000"/>
            <a:lumOff val="60000"/>
          </a:schemeClr>
        </a:solidFill>
      </dgm:spPr>
      <dgm:t>
        <a:bodyPr/>
        <a:lstStyle/>
        <a:p>
          <a:r>
            <a:rPr lang="sk-SK" sz="3200" noProof="0" dirty="0"/>
            <a:t>Prepája pacientov a lekárov </a:t>
          </a:r>
        </a:p>
      </dgm:t>
    </dgm:pt>
    <dgm:pt modelId="{53AFF5DB-EC9E-48F2-BE67-4A2C0ED5724D}" type="parTrans" cxnId="{2A8171BF-2F1B-4FDC-8591-FAFB3C52D2FF}">
      <dgm:prSet/>
      <dgm:spPr/>
      <dgm:t>
        <a:bodyPr/>
        <a:lstStyle/>
        <a:p>
          <a:endParaRPr lang="en-US"/>
        </a:p>
      </dgm:t>
    </dgm:pt>
    <dgm:pt modelId="{52203790-E8D5-4762-9C6F-41E86950FB94}" type="sibTrans" cxnId="{2A8171BF-2F1B-4FDC-8591-FAFB3C52D2FF}">
      <dgm:prSet/>
      <dgm:spPr/>
      <dgm:t>
        <a:bodyPr/>
        <a:lstStyle/>
        <a:p>
          <a:endParaRPr lang="en-US"/>
        </a:p>
      </dgm:t>
    </dgm:pt>
    <dgm:pt modelId="{83000306-CD43-4046-97F9-D7C530142E5C}" type="pres">
      <dgm:prSet presAssocID="{232ED37C-E2D6-4530-91E2-B4C2C67AB948}" presName="linear" presStyleCnt="0">
        <dgm:presLayoutVars>
          <dgm:animLvl val="lvl"/>
          <dgm:resizeHandles val="exact"/>
        </dgm:presLayoutVars>
      </dgm:prSet>
      <dgm:spPr/>
    </dgm:pt>
    <dgm:pt modelId="{4948DC1A-EC91-407A-92F0-EF740B9BFEB0}" type="pres">
      <dgm:prSet presAssocID="{6EDC7234-AE42-407A-9B75-9B3A89F86912}" presName="parentText" presStyleLbl="node1" presStyleIdx="0" presStyleCnt="3">
        <dgm:presLayoutVars>
          <dgm:chMax val="0"/>
          <dgm:bulletEnabled val="1"/>
        </dgm:presLayoutVars>
      </dgm:prSet>
      <dgm:spPr/>
    </dgm:pt>
    <dgm:pt modelId="{B24AC55D-31D7-4A02-9034-82CD998D1512}" type="pres">
      <dgm:prSet presAssocID="{B4E5ADC3-3877-46FC-9678-4ED5C092ACA0}" presName="spacer" presStyleCnt="0"/>
      <dgm:spPr/>
    </dgm:pt>
    <dgm:pt modelId="{9D99035B-939A-4C66-BF76-B555469F6CBD}" type="pres">
      <dgm:prSet presAssocID="{7CF1ED87-F956-4E1E-9DFC-917C0BA63917}" presName="parentText" presStyleLbl="node1" presStyleIdx="1" presStyleCnt="3">
        <dgm:presLayoutVars>
          <dgm:chMax val="0"/>
          <dgm:bulletEnabled val="1"/>
        </dgm:presLayoutVars>
      </dgm:prSet>
      <dgm:spPr/>
    </dgm:pt>
    <dgm:pt modelId="{95F78185-9A98-4457-9D32-9E6E38BB66BD}" type="pres">
      <dgm:prSet presAssocID="{C79557EC-412C-4953-8474-6E36A1B923E1}" presName="spacer" presStyleCnt="0"/>
      <dgm:spPr/>
    </dgm:pt>
    <dgm:pt modelId="{BCE70906-6FC9-40C2-9AB0-59A28A1B3564}" type="pres">
      <dgm:prSet presAssocID="{848DE54F-B651-44A8-83E2-84B710DB9A5B}" presName="parentText" presStyleLbl="node1" presStyleIdx="2" presStyleCnt="3">
        <dgm:presLayoutVars>
          <dgm:chMax val="0"/>
          <dgm:bulletEnabled val="1"/>
        </dgm:presLayoutVars>
      </dgm:prSet>
      <dgm:spPr/>
    </dgm:pt>
  </dgm:ptLst>
  <dgm:cxnLst>
    <dgm:cxn modelId="{8DD8AA03-B5B2-4271-9967-B3683B458C91}" srcId="{232ED37C-E2D6-4530-91E2-B4C2C67AB948}" destId="{7CF1ED87-F956-4E1E-9DFC-917C0BA63917}" srcOrd="1" destOrd="0" parTransId="{ABEC9136-3174-4A51-9052-38004D40B720}" sibTransId="{C79557EC-412C-4953-8474-6E36A1B923E1}"/>
    <dgm:cxn modelId="{AC50545D-2A91-4E4C-B509-A3122C94E388}" type="presOf" srcId="{7CF1ED87-F956-4E1E-9DFC-917C0BA63917}" destId="{9D99035B-939A-4C66-BF76-B555469F6CBD}" srcOrd="0" destOrd="0" presId="urn:microsoft.com/office/officeart/2005/8/layout/vList2"/>
    <dgm:cxn modelId="{3104D857-ED76-4147-8873-F2AB0F796976}" srcId="{232ED37C-E2D6-4530-91E2-B4C2C67AB948}" destId="{6EDC7234-AE42-407A-9B75-9B3A89F86912}" srcOrd="0" destOrd="0" parTransId="{23A74143-652E-4462-A752-85E4DE5EF8A0}" sibTransId="{B4E5ADC3-3877-46FC-9678-4ED5C092ACA0}"/>
    <dgm:cxn modelId="{07AE83BD-6006-4A62-910F-2950EBDFF400}" type="presOf" srcId="{6EDC7234-AE42-407A-9B75-9B3A89F86912}" destId="{4948DC1A-EC91-407A-92F0-EF740B9BFEB0}" srcOrd="0" destOrd="0" presId="urn:microsoft.com/office/officeart/2005/8/layout/vList2"/>
    <dgm:cxn modelId="{2A8171BF-2F1B-4FDC-8591-FAFB3C52D2FF}" srcId="{232ED37C-E2D6-4530-91E2-B4C2C67AB948}" destId="{848DE54F-B651-44A8-83E2-84B710DB9A5B}" srcOrd="2" destOrd="0" parTransId="{53AFF5DB-EC9E-48F2-BE67-4A2C0ED5724D}" sibTransId="{52203790-E8D5-4762-9C6F-41E86950FB94}"/>
    <dgm:cxn modelId="{D54CC2C6-6413-4989-AEC4-A574FFCD2A59}" type="presOf" srcId="{848DE54F-B651-44A8-83E2-84B710DB9A5B}" destId="{BCE70906-6FC9-40C2-9AB0-59A28A1B3564}" srcOrd="0" destOrd="0" presId="urn:microsoft.com/office/officeart/2005/8/layout/vList2"/>
    <dgm:cxn modelId="{3BEC19CE-C3C3-46F4-92BA-3E306CC0EB4B}" type="presOf" srcId="{232ED37C-E2D6-4530-91E2-B4C2C67AB948}" destId="{83000306-CD43-4046-97F9-D7C530142E5C}" srcOrd="0" destOrd="0" presId="urn:microsoft.com/office/officeart/2005/8/layout/vList2"/>
    <dgm:cxn modelId="{795C69E9-408E-4918-A863-D8B43C02E2B8}" type="presParOf" srcId="{83000306-CD43-4046-97F9-D7C530142E5C}" destId="{4948DC1A-EC91-407A-92F0-EF740B9BFEB0}" srcOrd="0" destOrd="0" presId="urn:microsoft.com/office/officeart/2005/8/layout/vList2"/>
    <dgm:cxn modelId="{21FB3C53-C920-4BC9-8CC1-44FEE07652FF}" type="presParOf" srcId="{83000306-CD43-4046-97F9-D7C530142E5C}" destId="{B24AC55D-31D7-4A02-9034-82CD998D1512}" srcOrd="1" destOrd="0" presId="urn:microsoft.com/office/officeart/2005/8/layout/vList2"/>
    <dgm:cxn modelId="{5F424CE6-F550-4F60-986F-68A2162DA638}" type="presParOf" srcId="{83000306-CD43-4046-97F9-D7C530142E5C}" destId="{9D99035B-939A-4C66-BF76-B555469F6CBD}" srcOrd="2" destOrd="0" presId="urn:microsoft.com/office/officeart/2005/8/layout/vList2"/>
    <dgm:cxn modelId="{45BC1DDF-E69C-4DF2-9739-D403DE4AA882}" type="presParOf" srcId="{83000306-CD43-4046-97F9-D7C530142E5C}" destId="{95F78185-9A98-4457-9D32-9E6E38BB66BD}" srcOrd="3" destOrd="0" presId="urn:microsoft.com/office/officeart/2005/8/layout/vList2"/>
    <dgm:cxn modelId="{A3D0C135-711A-4016-A829-4A51CCFB021D}" type="presParOf" srcId="{83000306-CD43-4046-97F9-D7C530142E5C}" destId="{BCE70906-6FC9-40C2-9AB0-59A28A1B3564}"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B801307-CE49-48A6-B875-1DF97EAA6D01}" type="doc">
      <dgm:prSet loTypeId="urn:microsoft.com/office/officeart/2005/8/layout/hierarchy1" loCatId="hierarchy" qsTypeId="urn:microsoft.com/office/officeart/2005/8/quickstyle/simple2" qsCatId="simple" csTypeId="urn:microsoft.com/office/officeart/2005/8/colors/colorful1" csCatId="colorful" phldr="1"/>
      <dgm:spPr/>
      <dgm:t>
        <a:bodyPr/>
        <a:lstStyle/>
        <a:p>
          <a:endParaRPr lang="en-US"/>
        </a:p>
      </dgm:t>
    </dgm:pt>
    <dgm:pt modelId="{E0A5259E-41F6-4659-81BA-B4AF446A31C3}">
      <dgm:prSet/>
      <dgm:spPr>
        <a:xfrm>
          <a:off x="4654903" y="1357012"/>
          <a:ext cx="1625790" cy="1032376"/>
        </a:xfrm>
        <a:prstGeom prst="roundRect">
          <a:avLst>
            <a:gd name="adj" fmla="val 10000"/>
          </a:avLst>
        </a:prstGeom>
        <a:solidFill>
          <a:sysClr val="window" lastClr="FFFFFF">
            <a:alpha val="90000"/>
            <a:hueOff val="0"/>
            <a:satOff val="0"/>
            <a:lumOff val="0"/>
            <a:alphaOff val="0"/>
          </a:sysClr>
        </a:solidFill>
        <a:ln w="15875" cap="flat" cmpd="sng" algn="ctr">
          <a:solidFill>
            <a:srgbClr val="A1D68B">
              <a:hueOff val="0"/>
              <a:satOff val="0"/>
              <a:lumOff val="0"/>
              <a:alphaOff val="0"/>
            </a:srgbClr>
          </a:solidFill>
          <a:prstDash val="solid"/>
        </a:ln>
        <a:effectLst/>
      </dgm:spPr>
      <dgm:t>
        <a:bodyPr/>
        <a:lstStyle/>
        <a:p>
          <a:pPr>
            <a:buNone/>
          </a:pPr>
          <a:r>
            <a:rPr lang="sk-SK" noProof="0" dirty="0" err="1">
              <a:solidFill>
                <a:sysClr val="windowText" lastClr="000000">
                  <a:hueOff val="0"/>
                  <a:satOff val="0"/>
                  <a:lumOff val="0"/>
                  <a:alphaOff val="0"/>
                </a:sysClr>
              </a:solidFill>
              <a:latin typeface="Arial" panose="020B0604020202020204"/>
              <a:ea typeface="+mn-ea"/>
              <a:cs typeface="+mn-cs"/>
            </a:rPr>
            <a:t>eTermín</a:t>
          </a:r>
          <a:endParaRPr lang="sk-SK" noProof="0" dirty="0">
            <a:solidFill>
              <a:sysClr val="windowText" lastClr="000000">
                <a:hueOff val="0"/>
                <a:satOff val="0"/>
                <a:lumOff val="0"/>
                <a:alphaOff val="0"/>
              </a:sysClr>
            </a:solidFill>
            <a:latin typeface="Arial" panose="020B0604020202020204"/>
            <a:ea typeface="+mn-ea"/>
            <a:cs typeface="+mn-cs"/>
          </a:endParaRPr>
        </a:p>
      </dgm:t>
    </dgm:pt>
    <dgm:pt modelId="{D6B24DC1-0B0A-43F6-AADF-BBFD521F8433}" type="parTrans" cxnId="{025ABC63-4F27-4DA6-86FC-F53BBA104558}">
      <dgm:prSet/>
      <dgm:spPr/>
      <dgm:t>
        <a:bodyPr/>
        <a:lstStyle/>
        <a:p>
          <a:endParaRPr lang="en-US"/>
        </a:p>
      </dgm:t>
    </dgm:pt>
    <dgm:pt modelId="{A6EA178E-8B38-4A4C-A885-8A59635952D0}" type="sibTrans" cxnId="{025ABC63-4F27-4DA6-86FC-F53BBA104558}">
      <dgm:prSet/>
      <dgm:spPr/>
      <dgm:t>
        <a:bodyPr/>
        <a:lstStyle/>
        <a:p>
          <a:endParaRPr lang="en-US"/>
        </a:p>
      </dgm:t>
    </dgm:pt>
    <dgm:pt modelId="{86C50E28-1961-4B26-98C4-969F8B1B764F}">
      <dgm:prSet custT="1"/>
      <dgm:spPr>
        <a:xfrm>
          <a:off x="183979" y="4367434"/>
          <a:ext cx="1625790" cy="1032376"/>
        </a:xfrm>
        <a:prstGeom prst="roundRect">
          <a:avLst>
            <a:gd name="adj" fmla="val 10000"/>
          </a:avLst>
        </a:prstGeom>
        <a:solidFill>
          <a:prstClr val="white">
            <a:alpha val="90000"/>
            <a:hueOff val="0"/>
            <a:satOff val="0"/>
            <a:lumOff val="0"/>
            <a:alphaOff val="0"/>
          </a:prstClr>
        </a:solidFill>
        <a:ln w="15875" cap="flat" cmpd="sng" algn="ctr">
          <a:solidFill>
            <a:srgbClr val="5EC795">
              <a:hueOff val="0"/>
              <a:satOff val="0"/>
              <a:lumOff val="0"/>
              <a:alphaOff val="0"/>
            </a:srgbClr>
          </a:solidFill>
          <a:prstDash val="solid"/>
        </a:ln>
        <a:effectLst/>
      </dgm:spPr>
      <dgm:t>
        <a:bodyPr spcFirstLastPara="0" vert="horz" wrap="square" lIns="64770" tIns="64770" rIns="64770" bIns="64770" numCol="1" spcCol="1270" anchor="ctr" anchorCtr="0"/>
        <a:lstStyle/>
        <a:p>
          <a:pPr marL="0" lvl="0" indent="0" algn="ctr" defTabSz="755650">
            <a:lnSpc>
              <a:spcPct val="90000"/>
            </a:lnSpc>
            <a:spcBef>
              <a:spcPct val="0"/>
            </a:spcBef>
            <a:spcAft>
              <a:spcPct val="35000"/>
            </a:spcAft>
            <a:buNone/>
          </a:pPr>
          <a:r>
            <a:rPr lang="sk-SK" sz="1700" kern="1200" noProof="0" dirty="0">
              <a:solidFill>
                <a:prstClr val="black">
                  <a:hueOff val="0"/>
                  <a:satOff val="0"/>
                  <a:lumOff val="0"/>
                  <a:alphaOff val="0"/>
                </a:prstClr>
              </a:solidFill>
              <a:latin typeface="Arial" panose="020B0604020202020204"/>
              <a:ea typeface="+mn-ea"/>
              <a:cs typeface="+mn-cs"/>
            </a:rPr>
            <a:t>Vyhľadávanie lekára</a:t>
          </a:r>
        </a:p>
      </dgm:t>
    </dgm:pt>
    <dgm:pt modelId="{9F4BF4A3-F1F7-4756-959B-B241AA9CE4D6}" type="parTrans" cxnId="{310A1D0E-FFF3-40A2-BFFD-DB6A8CE82597}">
      <dgm:prSet/>
      <dgm:spPr>
        <a:xfrm>
          <a:off x="816231" y="3722989"/>
          <a:ext cx="1987077" cy="472834"/>
        </a:xfrm>
        <a:custGeom>
          <a:avLst/>
          <a:gdLst/>
          <a:ahLst/>
          <a:cxnLst/>
          <a:rect l="0" t="0" r="0" b="0"/>
          <a:pathLst>
            <a:path>
              <a:moveTo>
                <a:pt x="1882151" y="0"/>
              </a:moveTo>
              <a:lnTo>
                <a:pt x="1882151" y="305207"/>
              </a:lnTo>
              <a:lnTo>
                <a:pt x="0" y="305207"/>
              </a:lnTo>
              <a:lnTo>
                <a:pt x="0" y="447866"/>
              </a:lnTo>
            </a:path>
          </a:pathLst>
        </a:custGeom>
        <a:noFill/>
        <a:ln w="15875" cap="flat" cmpd="sng" algn="ctr">
          <a:solidFill>
            <a:srgbClr val="5EC795">
              <a:hueOff val="0"/>
              <a:satOff val="0"/>
              <a:lumOff val="0"/>
              <a:alphaOff val="0"/>
            </a:srgbClr>
          </a:solidFill>
          <a:prstDash val="solid"/>
        </a:ln>
        <a:effectLst/>
      </dgm:spPr>
      <dgm:t>
        <a:bodyPr/>
        <a:lstStyle/>
        <a:p>
          <a:endParaRPr lang="en-US"/>
        </a:p>
      </dgm:t>
    </dgm:pt>
    <dgm:pt modelId="{9B825252-6981-4AF7-B110-BE8BF88BDE51}" type="sibTrans" cxnId="{310A1D0E-FFF3-40A2-BFFD-DB6A8CE82597}">
      <dgm:prSet/>
      <dgm:spPr/>
      <dgm:t>
        <a:bodyPr/>
        <a:lstStyle/>
        <a:p>
          <a:endParaRPr lang="en-US"/>
        </a:p>
      </dgm:t>
    </dgm:pt>
    <dgm:pt modelId="{B3DBFC18-7D6C-459F-B98E-6B4C25C25F24}">
      <dgm:prSet custT="1"/>
      <dgm:spPr>
        <a:xfrm>
          <a:off x="2171056" y="4367434"/>
          <a:ext cx="1625790" cy="1032376"/>
        </a:xfrm>
        <a:prstGeom prst="roundRect">
          <a:avLst>
            <a:gd name="adj" fmla="val 10000"/>
          </a:avLst>
        </a:prstGeom>
        <a:solidFill>
          <a:prstClr val="white">
            <a:alpha val="90000"/>
            <a:hueOff val="0"/>
            <a:satOff val="0"/>
            <a:lumOff val="0"/>
            <a:alphaOff val="0"/>
          </a:prstClr>
        </a:solidFill>
        <a:ln w="15875" cap="flat" cmpd="sng" algn="ctr">
          <a:solidFill>
            <a:srgbClr val="5EC795">
              <a:hueOff val="0"/>
              <a:satOff val="0"/>
              <a:lumOff val="0"/>
              <a:alphaOff val="0"/>
            </a:srgbClr>
          </a:solidFill>
          <a:prstDash val="solid"/>
        </a:ln>
        <a:effectLst/>
      </dgm:spPr>
      <dgm:t>
        <a:bodyPr spcFirstLastPara="0" vert="horz" wrap="square" lIns="64770" tIns="64770" rIns="64770" bIns="64770" numCol="1" spcCol="1270" anchor="ctr" anchorCtr="0"/>
        <a:lstStyle/>
        <a:p>
          <a:pPr marL="0" lvl="0" indent="0" algn="ctr" defTabSz="755650">
            <a:lnSpc>
              <a:spcPct val="90000"/>
            </a:lnSpc>
            <a:spcBef>
              <a:spcPct val="0"/>
            </a:spcBef>
            <a:spcAft>
              <a:spcPct val="35000"/>
            </a:spcAft>
            <a:buNone/>
          </a:pPr>
          <a:r>
            <a:rPr lang="sk-SK" sz="1700" kern="1200" noProof="0" dirty="0">
              <a:solidFill>
                <a:prstClr val="black">
                  <a:hueOff val="0"/>
                  <a:satOff val="0"/>
                  <a:lumOff val="0"/>
                  <a:alphaOff val="0"/>
                </a:prstClr>
              </a:solidFill>
              <a:latin typeface="Arial" panose="020B0604020202020204"/>
              <a:ea typeface="+mn-ea"/>
              <a:cs typeface="+mn-cs"/>
            </a:rPr>
            <a:t>Prehľad termínov</a:t>
          </a:r>
        </a:p>
      </dgm:t>
    </dgm:pt>
    <dgm:pt modelId="{CEB0761D-4A76-48D0-AA9C-8C37FA078788}" type="parTrans" cxnId="{EE88F583-7162-4B39-A754-D46362183B80}">
      <dgm:prSet/>
      <dgm:spPr>
        <a:xfrm>
          <a:off x="2757588" y="3722989"/>
          <a:ext cx="91440" cy="472834"/>
        </a:xfrm>
        <a:custGeom>
          <a:avLst/>
          <a:gdLst/>
          <a:ahLst/>
          <a:cxnLst/>
          <a:rect l="0" t="0" r="0" b="0"/>
          <a:pathLst>
            <a:path>
              <a:moveTo>
                <a:pt x="45720" y="0"/>
              </a:moveTo>
              <a:lnTo>
                <a:pt x="45720" y="447866"/>
              </a:lnTo>
            </a:path>
          </a:pathLst>
        </a:custGeom>
        <a:noFill/>
        <a:ln w="15875" cap="flat" cmpd="sng" algn="ctr">
          <a:solidFill>
            <a:srgbClr val="5EC795">
              <a:hueOff val="0"/>
              <a:satOff val="0"/>
              <a:lumOff val="0"/>
              <a:alphaOff val="0"/>
            </a:srgbClr>
          </a:solidFill>
          <a:prstDash val="solid"/>
        </a:ln>
        <a:effectLst/>
      </dgm:spPr>
      <dgm:t>
        <a:bodyPr/>
        <a:lstStyle/>
        <a:p>
          <a:endParaRPr lang="en-US"/>
        </a:p>
      </dgm:t>
    </dgm:pt>
    <dgm:pt modelId="{941FDC00-B83B-4D7A-A231-57792E9DDA66}" type="sibTrans" cxnId="{EE88F583-7162-4B39-A754-D46362183B80}">
      <dgm:prSet/>
      <dgm:spPr/>
      <dgm:t>
        <a:bodyPr/>
        <a:lstStyle/>
        <a:p>
          <a:endParaRPr lang="en-US"/>
        </a:p>
      </dgm:t>
    </dgm:pt>
    <dgm:pt modelId="{01D30B48-5796-4727-8AB4-8728E5D3522B}">
      <dgm:prSet custT="1"/>
      <dgm:spPr>
        <a:xfrm>
          <a:off x="4158134" y="4367434"/>
          <a:ext cx="1625790" cy="1032376"/>
        </a:xfrm>
        <a:prstGeom prst="roundRect">
          <a:avLst>
            <a:gd name="adj" fmla="val 10000"/>
          </a:avLst>
        </a:prstGeom>
        <a:solidFill>
          <a:prstClr val="white">
            <a:alpha val="90000"/>
            <a:hueOff val="0"/>
            <a:satOff val="0"/>
            <a:lumOff val="0"/>
            <a:alphaOff val="0"/>
          </a:prstClr>
        </a:solidFill>
        <a:ln w="15875" cap="flat" cmpd="sng" algn="ctr">
          <a:solidFill>
            <a:srgbClr val="5EC795">
              <a:hueOff val="0"/>
              <a:satOff val="0"/>
              <a:lumOff val="0"/>
              <a:alphaOff val="0"/>
            </a:srgbClr>
          </a:solidFill>
          <a:prstDash val="solid"/>
        </a:ln>
        <a:effectLst/>
      </dgm:spPr>
      <dgm:t>
        <a:bodyPr spcFirstLastPara="0" vert="horz" wrap="square" lIns="64770" tIns="64770" rIns="64770" bIns="64770" numCol="1" spcCol="1270" anchor="ctr" anchorCtr="0"/>
        <a:lstStyle/>
        <a:p>
          <a:pPr marL="0" lvl="0" indent="0" algn="ctr" defTabSz="755650">
            <a:lnSpc>
              <a:spcPct val="90000"/>
            </a:lnSpc>
            <a:spcBef>
              <a:spcPct val="0"/>
            </a:spcBef>
            <a:spcAft>
              <a:spcPct val="35000"/>
            </a:spcAft>
            <a:buNone/>
          </a:pPr>
          <a:r>
            <a:rPr lang="sk-SK" sz="1700" kern="1200" noProof="0" dirty="0">
              <a:solidFill>
                <a:prstClr val="black">
                  <a:hueOff val="0"/>
                  <a:satOff val="0"/>
                  <a:lumOff val="0"/>
                  <a:alphaOff val="0"/>
                </a:prstClr>
              </a:solidFill>
              <a:latin typeface="Arial" panose="020B0604020202020204"/>
              <a:ea typeface="+mn-ea"/>
              <a:cs typeface="+mn-cs"/>
            </a:rPr>
            <a:t>Rezervácia</a:t>
          </a:r>
          <a:r>
            <a:rPr lang="sk-SK" sz="2100" kern="1200" noProof="0" dirty="0">
              <a:solidFill>
                <a:prstClr val="black">
                  <a:hueOff val="0"/>
                  <a:satOff val="0"/>
                  <a:lumOff val="0"/>
                  <a:alphaOff val="0"/>
                </a:prstClr>
              </a:solidFill>
              <a:latin typeface="Arial" panose="020B0604020202020204"/>
              <a:ea typeface="+mn-ea"/>
              <a:cs typeface="+mn-cs"/>
            </a:rPr>
            <a:t> </a:t>
          </a:r>
          <a:r>
            <a:rPr lang="sk-SK" sz="1700" kern="1200" noProof="0" dirty="0">
              <a:solidFill>
                <a:prstClr val="black">
                  <a:hueOff val="0"/>
                  <a:satOff val="0"/>
                  <a:lumOff val="0"/>
                  <a:alphaOff val="0"/>
                </a:prstClr>
              </a:solidFill>
              <a:latin typeface="Arial" panose="020B0604020202020204"/>
              <a:ea typeface="+mn-ea"/>
              <a:cs typeface="+mn-cs"/>
            </a:rPr>
            <a:t>návštevy</a:t>
          </a:r>
        </a:p>
      </dgm:t>
    </dgm:pt>
    <dgm:pt modelId="{179767CE-1AB3-49A8-BD0B-0C64FB322CDB}" type="parTrans" cxnId="{FDCE28A2-445C-464A-A854-09AAF578CAF2}">
      <dgm:prSet/>
      <dgm:spPr>
        <a:xfrm>
          <a:off x="2803308" y="3722989"/>
          <a:ext cx="1987077" cy="472834"/>
        </a:xfrm>
        <a:custGeom>
          <a:avLst/>
          <a:gdLst/>
          <a:ahLst/>
          <a:cxnLst/>
          <a:rect l="0" t="0" r="0" b="0"/>
          <a:pathLst>
            <a:path>
              <a:moveTo>
                <a:pt x="0" y="0"/>
              </a:moveTo>
              <a:lnTo>
                <a:pt x="0" y="305207"/>
              </a:lnTo>
              <a:lnTo>
                <a:pt x="1882151" y="305207"/>
              </a:lnTo>
              <a:lnTo>
                <a:pt x="1882151" y="447866"/>
              </a:lnTo>
            </a:path>
          </a:pathLst>
        </a:custGeom>
        <a:noFill/>
        <a:ln w="15875" cap="flat" cmpd="sng" algn="ctr">
          <a:solidFill>
            <a:srgbClr val="5EC795">
              <a:hueOff val="0"/>
              <a:satOff val="0"/>
              <a:lumOff val="0"/>
              <a:alphaOff val="0"/>
            </a:srgbClr>
          </a:solidFill>
          <a:prstDash val="solid"/>
        </a:ln>
        <a:effectLst/>
      </dgm:spPr>
      <dgm:t>
        <a:bodyPr/>
        <a:lstStyle/>
        <a:p>
          <a:endParaRPr lang="en-US"/>
        </a:p>
      </dgm:t>
    </dgm:pt>
    <dgm:pt modelId="{724DE7FC-C924-4898-AA5C-3D42F076F3D0}" type="sibTrans" cxnId="{FDCE28A2-445C-464A-A854-09AAF578CAF2}">
      <dgm:prSet/>
      <dgm:spPr/>
      <dgm:t>
        <a:bodyPr/>
        <a:lstStyle/>
        <a:p>
          <a:endParaRPr lang="en-US"/>
        </a:p>
      </dgm:t>
    </dgm:pt>
    <dgm:pt modelId="{5A25BD11-CAE5-4D08-8D79-F4D231CEC518}">
      <dgm:prSet custT="1"/>
      <dgm:spPr>
        <a:xfrm>
          <a:off x="7138749" y="2862223"/>
          <a:ext cx="1625790" cy="1032376"/>
        </a:xfrm>
        <a:prstGeom prst="roundRect">
          <a:avLst>
            <a:gd name="adj" fmla="val 10000"/>
          </a:avLst>
        </a:prstGeom>
        <a:solidFill>
          <a:prstClr val="white">
            <a:alpha val="90000"/>
            <a:hueOff val="0"/>
            <a:satOff val="0"/>
            <a:lumOff val="0"/>
            <a:alphaOff val="0"/>
          </a:prstClr>
        </a:solidFill>
        <a:ln w="15875" cap="flat" cmpd="sng" algn="ctr">
          <a:solidFill>
            <a:srgbClr val="4DADCF">
              <a:hueOff val="0"/>
              <a:satOff val="0"/>
              <a:lumOff val="0"/>
              <a:alphaOff val="0"/>
            </a:srgbClr>
          </a:solidFill>
          <a:prstDash val="solid"/>
        </a:ln>
        <a:effectLst/>
      </dgm:spPr>
      <dgm:t>
        <a:bodyPr spcFirstLastPara="0" vert="horz" wrap="square" lIns="57150" tIns="57150" rIns="57150" bIns="57150" numCol="1" spcCol="1270" anchor="ctr" anchorCtr="0"/>
        <a:lstStyle/>
        <a:p>
          <a:pPr marL="0" lvl="0" indent="0" algn="ctr" defTabSz="666750">
            <a:lnSpc>
              <a:spcPct val="90000"/>
            </a:lnSpc>
            <a:spcBef>
              <a:spcPct val="0"/>
            </a:spcBef>
            <a:spcAft>
              <a:spcPct val="35000"/>
            </a:spcAft>
            <a:buNone/>
          </a:pPr>
          <a:r>
            <a:rPr lang="sk-SK" sz="1500" kern="1200" noProof="0" dirty="0">
              <a:solidFill>
                <a:prstClr val="black">
                  <a:hueOff val="0"/>
                  <a:satOff val="0"/>
                  <a:lumOff val="0"/>
                  <a:alphaOff val="0"/>
                </a:prstClr>
              </a:solidFill>
              <a:latin typeface="Arial" panose="020B0604020202020204"/>
              <a:ea typeface="+mn-ea"/>
              <a:cs typeface="+mn-cs"/>
            </a:rPr>
            <a:t>Administratívny portál</a:t>
          </a:r>
        </a:p>
      </dgm:t>
    </dgm:pt>
    <dgm:pt modelId="{23B2C1B2-833D-4F04-BAB7-2C51366308F1}" type="parTrans" cxnId="{B546EDC4-CFD5-4291-8EB3-9358FAAF3263}">
      <dgm:prSet/>
      <dgm:spPr>
        <a:xfrm>
          <a:off x="5287155" y="2217778"/>
          <a:ext cx="2483846" cy="472834"/>
        </a:xfrm>
        <a:custGeom>
          <a:avLst/>
          <a:gdLst/>
          <a:ahLst/>
          <a:cxnLst/>
          <a:rect l="0" t="0" r="0" b="0"/>
          <a:pathLst>
            <a:path>
              <a:moveTo>
                <a:pt x="0" y="0"/>
              </a:moveTo>
              <a:lnTo>
                <a:pt x="0" y="305207"/>
              </a:lnTo>
              <a:lnTo>
                <a:pt x="2352689" y="305207"/>
              </a:lnTo>
              <a:lnTo>
                <a:pt x="2352689" y="447866"/>
              </a:lnTo>
            </a:path>
          </a:pathLst>
        </a:custGeom>
        <a:noFill/>
        <a:ln w="15875" cap="flat" cmpd="sng" algn="ctr">
          <a:solidFill>
            <a:srgbClr val="92D050"/>
          </a:solidFill>
          <a:prstDash val="solid"/>
        </a:ln>
        <a:effectLst/>
      </dgm:spPr>
      <dgm:t>
        <a:bodyPr/>
        <a:lstStyle/>
        <a:p>
          <a:endParaRPr lang="en-US"/>
        </a:p>
      </dgm:t>
    </dgm:pt>
    <dgm:pt modelId="{FF759857-E560-4A93-9A71-1A5DADFFF999}" type="sibTrans" cxnId="{B546EDC4-CFD5-4291-8EB3-9358FAAF3263}">
      <dgm:prSet/>
      <dgm:spPr/>
      <dgm:t>
        <a:bodyPr/>
        <a:lstStyle/>
        <a:p>
          <a:endParaRPr lang="en-US"/>
        </a:p>
      </dgm:t>
    </dgm:pt>
    <dgm:pt modelId="{4B5A1655-227B-46D1-852C-BEBB3461D737}">
      <dgm:prSet custT="1"/>
      <dgm:spPr>
        <a:xfrm>
          <a:off x="6145211" y="4367434"/>
          <a:ext cx="1625790" cy="1032376"/>
        </a:xfrm>
        <a:prstGeom prst="roundRect">
          <a:avLst>
            <a:gd name="adj" fmla="val 10000"/>
          </a:avLst>
        </a:prstGeom>
        <a:solidFill>
          <a:sysClr val="window" lastClr="FFFFFF">
            <a:alpha val="90000"/>
            <a:hueOff val="0"/>
            <a:satOff val="0"/>
            <a:lumOff val="0"/>
            <a:alphaOff val="0"/>
          </a:sysClr>
        </a:solidFill>
        <a:ln w="15875" cap="flat" cmpd="sng" algn="ctr">
          <a:solidFill>
            <a:srgbClr val="4DADCF">
              <a:hueOff val="0"/>
              <a:satOff val="0"/>
              <a:lumOff val="0"/>
              <a:alphaOff val="0"/>
            </a:srgbClr>
          </a:solidFill>
          <a:prstDash val="solid"/>
        </a:ln>
        <a:effectLst/>
      </dgm:spPr>
      <dgm:t>
        <a:bodyPr/>
        <a:lstStyle/>
        <a:p>
          <a:pPr>
            <a:buNone/>
          </a:pPr>
          <a:r>
            <a:rPr lang="sk-SK" sz="1700" kern="1200" noProof="0" dirty="0">
              <a:solidFill>
                <a:prstClr val="black">
                  <a:hueOff val="0"/>
                  <a:satOff val="0"/>
                  <a:lumOff val="0"/>
                  <a:alphaOff val="0"/>
                </a:prstClr>
              </a:solidFill>
              <a:latin typeface="Arial" panose="020B0604020202020204"/>
              <a:ea typeface="+mn-ea"/>
              <a:cs typeface="+mn-cs"/>
            </a:rPr>
            <a:t>Správa</a:t>
          </a:r>
          <a:r>
            <a:rPr lang="sk-SK" sz="2200" kern="1200" noProof="0" dirty="0">
              <a:solidFill>
                <a:sysClr val="windowText" lastClr="000000">
                  <a:hueOff val="0"/>
                  <a:satOff val="0"/>
                  <a:lumOff val="0"/>
                  <a:alphaOff val="0"/>
                </a:sysClr>
              </a:solidFill>
              <a:latin typeface="Arial" panose="020B0604020202020204"/>
              <a:ea typeface="+mn-ea"/>
              <a:cs typeface="+mn-cs"/>
            </a:rPr>
            <a:t> </a:t>
          </a:r>
          <a:r>
            <a:rPr lang="sk-SK" sz="1700" kern="1200" noProof="0" dirty="0">
              <a:solidFill>
                <a:prstClr val="black">
                  <a:hueOff val="0"/>
                  <a:satOff val="0"/>
                  <a:lumOff val="0"/>
                  <a:alphaOff val="0"/>
                </a:prstClr>
              </a:solidFill>
              <a:latin typeface="Arial" panose="020B0604020202020204"/>
              <a:ea typeface="+mn-ea"/>
              <a:cs typeface="+mn-cs"/>
            </a:rPr>
            <a:t>kalendára</a:t>
          </a:r>
        </a:p>
      </dgm:t>
    </dgm:pt>
    <dgm:pt modelId="{B10510E8-F2E9-4397-8C1C-5C946CA89D6D}" type="parTrans" cxnId="{0DA312BE-671F-4BD0-864E-C085DC054E0B}">
      <dgm:prSet/>
      <dgm:spPr>
        <a:xfrm>
          <a:off x="6777462" y="3722989"/>
          <a:ext cx="993538" cy="472834"/>
        </a:xfrm>
        <a:custGeom>
          <a:avLst/>
          <a:gdLst/>
          <a:ahLst/>
          <a:cxnLst/>
          <a:rect l="0" t="0" r="0" b="0"/>
          <a:pathLst>
            <a:path>
              <a:moveTo>
                <a:pt x="993538" y="0"/>
              </a:moveTo>
              <a:lnTo>
                <a:pt x="993538" y="322222"/>
              </a:lnTo>
              <a:lnTo>
                <a:pt x="0" y="322222"/>
              </a:lnTo>
              <a:lnTo>
                <a:pt x="0" y="472834"/>
              </a:lnTo>
            </a:path>
          </a:pathLst>
        </a:custGeom>
        <a:noFill/>
        <a:ln w="15875" cap="flat" cmpd="sng" algn="ctr">
          <a:solidFill>
            <a:srgbClr val="4DADCF">
              <a:hueOff val="0"/>
              <a:satOff val="0"/>
              <a:lumOff val="0"/>
              <a:alphaOff val="0"/>
            </a:srgbClr>
          </a:solidFill>
          <a:prstDash val="solid"/>
        </a:ln>
        <a:effectLst/>
      </dgm:spPr>
      <dgm:t>
        <a:bodyPr/>
        <a:lstStyle/>
        <a:p>
          <a:endParaRPr lang="en-US"/>
        </a:p>
      </dgm:t>
    </dgm:pt>
    <dgm:pt modelId="{E2C7ED9B-608B-4750-AA2B-5FD55F760B2B}" type="sibTrans" cxnId="{0DA312BE-671F-4BD0-864E-C085DC054E0B}">
      <dgm:prSet/>
      <dgm:spPr/>
      <dgm:t>
        <a:bodyPr/>
        <a:lstStyle/>
        <a:p>
          <a:endParaRPr lang="en-US"/>
        </a:p>
      </dgm:t>
    </dgm:pt>
    <dgm:pt modelId="{E9548930-E6EE-4228-815E-98D2EB40A014}">
      <dgm:prSet custT="1"/>
      <dgm:spPr>
        <a:xfrm>
          <a:off x="8132288" y="4367434"/>
          <a:ext cx="1625790" cy="1032376"/>
        </a:xfrm>
        <a:prstGeom prst="roundRect">
          <a:avLst>
            <a:gd name="adj" fmla="val 10000"/>
          </a:avLst>
        </a:prstGeom>
        <a:solidFill>
          <a:sysClr val="window" lastClr="FFFFFF">
            <a:alpha val="90000"/>
            <a:hueOff val="0"/>
            <a:satOff val="0"/>
            <a:lumOff val="0"/>
            <a:alphaOff val="0"/>
          </a:sysClr>
        </a:solidFill>
        <a:ln w="15875" cap="flat" cmpd="sng" algn="ctr">
          <a:solidFill>
            <a:srgbClr val="4DADCF">
              <a:hueOff val="0"/>
              <a:satOff val="0"/>
              <a:lumOff val="0"/>
              <a:alphaOff val="0"/>
            </a:srgbClr>
          </a:solidFill>
          <a:prstDash val="solid"/>
        </a:ln>
        <a:effectLst/>
      </dgm:spPr>
      <dgm:t>
        <a:bodyPr/>
        <a:lstStyle/>
        <a:p>
          <a:pPr>
            <a:buNone/>
          </a:pPr>
          <a:r>
            <a:rPr lang="sk-SK" sz="1700" kern="1200" noProof="0" dirty="0">
              <a:solidFill>
                <a:prstClr val="black">
                  <a:hueOff val="0"/>
                  <a:satOff val="0"/>
                  <a:lumOff val="0"/>
                  <a:alphaOff val="0"/>
                </a:prstClr>
              </a:solidFill>
              <a:latin typeface="Arial" panose="020B0604020202020204"/>
              <a:ea typeface="+mn-ea"/>
              <a:cs typeface="+mn-cs"/>
            </a:rPr>
            <a:t>Správa</a:t>
          </a:r>
          <a:r>
            <a:rPr lang="sk-SK" sz="2200" kern="1200" noProof="0" dirty="0">
              <a:solidFill>
                <a:sysClr val="windowText" lastClr="000000">
                  <a:hueOff val="0"/>
                  <a:satOff val="0"/>
                  <a:lumOff val="0"/>
                  <a:alphaOff val="0"/>
                </a:sysClr>
              </a:solidFill>
              <a:latin typeface="Arial" panose="020B0604020202020204"/>
              <a:ea typeface="+mn-ea"/>
              <a:cs typeface="+mn-cs"/>
            </a:rPr>
            <a:t> </a:t>
          </a:r>
          <a:r>
            <a:rPr lang="sk-SK" sz="1700" kern="1200" noProof="0" dirty="0">
              <a:solidFill>
                <a:prstClr val="black">
                  <a:hueOff val="0"/>
                  <a:satOff val="0"/>
                  <a:lumOff val="0"/>
                  <a:alphaOff val="0"/>
                </a:prstClr>
              </a:solidFill>
              <a:latin typeface="Arial" panose="020B0604020202020204"/>
              <a:ea typeface="+mn-ea"/>
              <a:cs typeface="+mn-cs"/>
            </a:rPr>
            <a:t>záznamov</a:t>
          </a:r>
        </a:p>
      </dgm:t>
    </dgm:pt>
    <dgm:pt modelId="{E1EE9B28-4BFF-4D2B-BDE2-06F611981674}" type="parTrans" cxnId="{BF55C116-8850-47F0-B1A4-5CD6E6415983}">
      <dgm:prSet/>
      <dgm:spPr>
        <a:xfrm>
          <a:off x="7771001" y="3722989"/>
          <a:ext cx="993538" cy="472834"/>
        </a:xfrm>
        <a:custGeom>
          <a:avLst/>
          <a:gdLst/>
          <a:ahLst/>
          <a:cxnLst/>
          <a:rect l="0" t="0" r="0" b="0"/>
          <a:pathLst>
            <a:path>
              <a:moveTo>
                <a:pt x="0" y="0"/>
              </a:moveTo>
              <a:lnTo>
                <a:pt x="0" y="322222"/>
              </a:lnTo>
              <a:lnTo>
                <a:pt x="993538" y="322222"/>
              </a:lnTo>
              <a:lnTo>
                <a:pt x="993538" y="472834"/>
              </a:lnTo>
            </a:path>
          </a:pathLst>
        </a:custGeom>
        <a:noFill/>
        <a:ln w="15875" cap="flat" cmpd="sng" algn="ctr">
          <a:solidFill>
            <a:srgbClr val="4DADCF">
              <a:hueOff val="0"/>
              <a:satOff val="0"/>
              <a:lumOff val="0"/>
              <a:alphaOff val="0"/>
            </a:srgbClr>
          </a:solidFill>
          <a:prstDash val="solid"/>
        </a:ln>
        <a:effectLst/>
      </dgm:spPr>
      <dgm:t>
        <a:bodyPr/>
        <a:lstStyle/>
        <a:p>
          <a:endParaRPr lang="en-US"/>
        </a:p>
      </dgm:t>
    </dgm:pt>
    <dgm:pt modelId="{A170F6BE-73C8-4AE4-AD68-2B9981612EC9}" type="sibTrans" cxnId="{BF55C116-8850-47F0-B1A4-5CD6E6415983}">
      <dgm:prSet/>
      <dgm:spPr/>
      <dgm:t>
        <a:bodyPr/>
        <a:lstStyle/>
        <a:p>
          <a:endParaRPr lang="en-US"/>
        </a:p>
      </dgm:t>
    </dgm:pt>
    <dgm:pt modelId="{7A325A8F-CD63-4CF6-BEE5-B597899FCA4B}">
      <dgm:prSet custT="1"/>
      <dgm:spPr>
        <a:xfrm>
          <a:off x="2171056" y="2862223"/>
          <a:ext cx="1625790" cy="1032376"/>
        </a:xfrm>
        <a:prstGeom prst="roundRect">
          <a:avLst>
            <a:gd name="adj" fmla="val 10000"/>
          </a:avLst>
        </a:prstGeom>
        <a:solidFill>
          <a:sysClr val="window" lastClr="FFFFFF">
            <a:alpha val="90000"/>
            <a:hueOff val="0"/>
            <a:satOff val="0"/>
            <a:lumOff val="0"/>
            <a:alphaOff val="0"/>
          </a:sysClr>
        </a:solidFill>
        <a:ln w="15875" cap="flat" cmpd="sng" algn="ctr">
          <a:solidFill>
            <a:srgbClr val="5EC795">
              <a:hueOff val="0"/>
              <a:satOff val="0"/>
              <a:lumOff val="0"/>
              <a:alphaOff val="0"/>
            </a:srgbClr>
          </a:solidFill>
          <a:prstDash val="solid"/>
        </a:ln>
        <a:effectLst/>
      </dgm:spPr>
      <dgm:t>
        <a:bodyPr/>
        <a:lstStyle/>
        <a:p>
          <a:pPr>
            <a:buNone/>
          </a:pPr>
          <a:r>
            <a:rPr lang="sk-SK" sz="1500" noProof="0" dirty="0">
              <a:solidFill>
                <a:sysClr val="windowText" lastClr="000000">
                  <a:hueOff val="0"/>
                  <a:satOff val="0"/>
                  <a:lumOff val="0"/>
                  <a:alphaOff val="0"/>
                </a:sysClr>
              </a:solidFill>
              <a:latin typeface="Arial" panose="020B0604020202020204"/>
              <a:ea typeface="+mn-ea"/>
              <a:cs typeface="+mn-cs"/>
            </a:rPr>
            <a:t>Pacientsky portál</a:t>
          </a:r>
        </a:p>
      </dgm:t>
    </dgm:pt>
    <dgm:pt modelId="{B76EC083-DFA4-4D8B-BBE7-95D70A231735}" type="parTrans" cxnId="{945A374F-BB38-4593-9517-67C0A6AE6355}">
      <dgm:prSet/>
      <dgm:spPr>
        <a:xfrm>
          <a:off x="2803308" y="2217778"/>
          <a:ext cx="2483846" cy="472834"/>
        </a:xfrm>
        <a:custGeom>
          <a:avLst/>
          <a:gdLst/>
          <a:ahLst/>
          <a:cxnLst/>
          <a:rect l="0" t="0" r="0" b="0"/>
          <a:pathLst>
            <a:path>
              <a:moveTo>
                <a:pt x="2483846" y="0"/>
              </a:moveTo>
              <a:lnTo>
                <a:pt x="2483846" y="322222"/>
              </a:lnTo>
              <a:lnTo>
                <a:pt x="0" y="322222"/>
              </a:lnTo>
              <a:lnTo>
                <a:pt x="0" y="472834"/>
              </a:lnTo>
            </a:path>
          </a:pathLst>
        </a:custGeom>
        <a:noFill/>
        <a:ln w="15875" cap="flat" cmpd="sng" algn="ctr">
          <a:solidFill>
            <a:srgbClr val="92D050"/>
          </a:solidFill>
          <a:prstDash val="solid"/>
        </a:ln>
        <a:effectLst/>
      </dgm:spPr>
      <dgm:t>
        <a:bodyPr/>
        <a:lstStyle/>
        <a:p>
          <a:endParaRPr lang="en-US"/>
        </a:p>
      </dgm:t>
    </dgm:pt>
    <dgm:pt modelId="{794BD854-E4BA-4BD0-8996-88D00296E3FC}" type="sibTrans" cxnId="{945A374F-BB38-4593-9517-67C0A6AE6355}">
      <dgm:prSet/>
      <dgm:spPr/>
      <dgm:t>
        <a:bodyPr/>
        <a:lstStyle/>
        <a:p>
          <a:endParaRPr lang="en-US"/>
        </a:p>
      </dgm:t>
    </dgm:pt>
    <dgm:pt modelId="{E51650F2-5325-4C87-8C48-A31C5A056977}" type="pres">
      <dgm:prSet presAssocID="{7B801307-CE49-48A6-B875-1DF97EAA6D01}" presName="hierChild1" presStyleCnt="0">
        <dgm:presLayoutVars>
          <dgm:chPref val="1"/>
          <dgm:dir/>
          <dgm:animOne val="branch"/>
          <dgm:animLvl val="lvl"/>
          <dgm:resizeHandles/>
        </dgm:presLayoutVars>
      </dgm:prSet>
      <dgm:spPr/>
    </dgm:pt>
    <dgm:pt modelId="{21440664-F21D-4712-83AC-ECE79C01C680}" type="pres">
      <dgm:prSet presAssocID="{E0A5259E-41F6-4659-81BA-B4AF446A31C3}" presName="hierRoot1" presStyleCnt="0"/>
      <dgm:spPr/>
    </dgm:pt>
    <dgm:pt modelId="{D402266D-6E2B-4CC8-B131-B5D58AFEB6A4}" type="pres">
      <dgm:prSet presAssocID="{E0A5259E-41F6-4659-81BA-B4AF446A31C3}" presName="composite" presStyleCnt="0"/>
      <dgm:spPr/>
    </dgm:pt>
    <dgm:pt modelId="{E00636BA-9BB6-4834-B4F9-B898DF9DF1BF}" type="pres">
      <dgm:prSet presAssocID="{E0A5259E-41F6-4659-81BA-B4AF446A31C3}" presName="background" presStyleLbl="node0" presStyleIdx="0" presStyleCnt="1"/>
      <dgm:spPr>
        <a:xfrm>
          <a:off x="4474259" y="1185401"/>
          <a:ext cx="1625790" cy="1032376"/>
        </a:xfrm>
        <a:prstGeom prst="roundRect">
          <a:avLst>
            <a:gd name="adj" fmla="val 10000"/>
          </a:avLst>
        </a:prstGeom>
        <a:solidFill>
          <a:srgbClr val="92D050"/>
        </a:solidFill>
        <a:ln w="22225" cap="flat" cmpd="sng" algn="ctr">
          <a:solidFill>
            <a:prstClr val="white">
              <a:hueOff val="0"/>
              <a:satOff val="0"/>
              <a:lumOff val="0"/>
              <a:alphaOff val="0"/>
            </a:prstClr>
          </a:solidFill>
          <a:prstDash val="solid"/>
        </a:ln>
        <a:effectLst/>
      </dgm:spPr>
    </dgm:pt>
    <dgm:pt modelId="{ED547C46-EAF4-4FE6-A1E6-D24D07004785}" type="pres">
      <dgm:prSet presAssocID="{E0A5259E-41F6-4659-81BA-B4AF446A31C3}" presName="text" presStyleLbl="fgAcc0" presStyleIdx="0" presStyleCnt="1">
        <dgm:presLayoutVars>
          <dgm:chPref val="3"/>
        </dgm:presLayoutVars>
      </dgm:prSet>
      <dgm:spPr/>
    </dgm:pt>
    <dgm:pt modelId="{AF0030FE-078C-438A-B212-EAFCA9BC8233}" type="pres">
      <dgm:prSet presAssocID="{E0A5259E-41F6-4659-81BA-B4AF446A31C3}" presName="hierChild2" presStyleCnt="0"/>
      <dgm:spPr/>
    </dgm:pt>
    <dgm:pt modelId="{CAFF84E9-68AD-4800-B2A1-909B87FDADCE}" type="pres">
      <dgm:prSet presAssocID="{B76EC083-DFA4-4D8B-BBE7-95D70A231735}" presName="Name10" presStyleLbl="parChTrans1D2" presStyleIdx="0" presStyleCnt="2"/>
      <dgm:spPr/>
    </dgm:pt>
    <dgm:pt modelId="{F169C3E5-BDAF-46F1-B930-E65277A18489}" type="pres">
      <dgm:prSet presAssocID="{7A325A8F-CD63-4CF6-BEE5-B597899FCA4B}" presName="hierRoot2" presStyleCnt="0"/>
      <dgm:spPr/>
    </dgm:pt>
    <dgm:pt modelId="{A4670589-0517-4586-B06F-00AB22CF7DA6}" type="pres">
      <dgm:prSet presAssocID="{7A325A8F-CD63-4CF6-BEE5-B597899FCA4B}" presName="composite2" presStyleCnt="0"/>
      <dgm:spPr/>
    </dgm:pt>
    <dgm:pt modelId="{877150CE-1506-4FF7-B0C8-E168C826700B}" type="pres">
      <dgm:prSet presAssocID="{7A325A8F-CD63-4CF6-BEE5-B597899FCA4B}" presName="background2" presStyleLbl="node2" presStyleIdx="0" presStyleCnt="2"/>
      <dgm:spPr>
        <a:xfrm>
          <a:off x="1990413" y="2690612"/>
          <a:ext cx="1625790" cy="1032376"/>
        </a:xfrm>
        <a:prstGeom prst="roundRect">
          <a:avLst>
            <a:gd name="adj" fmla="val 10000"/>
          </a:avLst>
        </a:prstGeom>
        <a:solidFill>
          <a:srgbClr val="5EC795">
            <a:hueOff val="0"/>
            <a:satOff val="0"/>
            <a:lumOff val="0"/>
            <a:alphaOff val="0"/>
          </a:srgbClr>
        </a:solidFill>
        <a:ln w="22225" cap="flat" cmpd="sng" algn="ctr">
          <a:solidFill>
            <a:sysClr val="window" lastClr="FFFFFF">
              <a:hueOff val="0"/>
              <a:satOff val="0"/>
              <a:lumOff val="0"/>
              <a:alphaOff val="0"/>
            </a:sysClr>
          </a:solidFill>
          <a:prstDash val="solid"/>
        </a:ln>
        <a:effectLst/>
      </dgm:spPr>
    </dgm:pt>
    <dgm:pt modelId="{54E502FF-189E-4B43-8B4D-DE4009B0989C}" type="pres">
      <dgm:prSet presAssocID="{7A325A8F-CD63-4CF6-BEE5-B597899FCA4B}" presName="text2" presStyleLbl="fgAcc2" presStyleIdx="0" presStyleCnt="2">
        <dgm:presLayoutVars>
          <dgm:chPref val="3"/>
        </dgm:presLayoutVars>
      </dgm:prSet>
      <dgm:spPr/>
    </dgm:pt>
    <dgm:pt modelId="{4FC155FF-F6C6-43B9-A769-303BB535722F}" type="pres">
      <dgm:prSet presAssocID="{7A325A8F-CD63-4CF6-BEE5-B597899FCA4B}" presName="hierChild3" presStyleCnt="0"/>
      <dgm:spPr/>
    </dgm:pt>
    <dgm:pt modelId="{EBB3C75C-8CA6-4ACE-832D-5804DF2B609C}" type="pres">
      <dgm:prSet presAssocID="{9F4BF4A3-F1F7-4756-959B-B241AA9CE4D6}" presName="Name17" presStyleLbl="parChTrans1D3" presStyleIdx="0" presStyleCnt="5"/>
      <dgm:spPr>
        <a:xfrm>
          <a:off x="773131" y="3200680"/>
          <a:ext cx="1882151" cy="447866"/>
        </a:xfrm>
        <a:custGeom>
          <a:avLst/>
          <a:gdLst/>
          <a:ahLst/>
          <a:cxnLst/>
          <a:rect l="0" t="0" r="0" b="0"/>
          <a:pathLst>
            <a:path>
              <a:moveTo>
                <a:pt x="1882151" y="0"/>
              </a:moveTo>
              <a:lnTo>
                <a:pt x="1882151" y="305207"/>
              </a:lnTo>
              <a:lnTo>
                <a:pt x="0" y="305207"/>
              </a:lnTo>
              <a:lnTo>
                <a:pt x="0" y="447866"/>
              </a:lnTo>
            </a:path>
          </a:pathLst>
        </a:custGeom>
      </dgm:spPr>
    </dgm:pt>
    <dgm:pt modelId="{047FCA25-3BF3-425F-BCCF-114C59650522}" type="pres">
      <dgm:prSet presAssocID="{86C50E28-1961-4B26-98C4-969F8B1B764F}" presName="hierRoot3" presStyleCnt="0"/>
      <dgm:spPr/>
    </dgm:pt>
    <dgm:pt modelId="{0D40AEDA-65C1-4E41-AA07-43A3BF229521}" type="pres">
      <dgm:prSet presAssocID="{86C50E28-1961-4B26-98C4-969F8B1B764F}" presName="composite3" presStyleCnt="0"/>
      <dgm:spPr/>
    </dgm:pt>
    <dgm:pt modelId="{FEE6B1F7-E40A-4652-866C-1B42912FDB91}" type="pres">
      <dgm:prSet presAssocID="{86C50E28-1961-4B26-98C4-969F8B1B764F}" presName="background3" presStyleLbl="node3" presStyleIdx="0" presStyleCnt="5"/>
      <dgm:spPr>
        <a:xfrm>
          <a:off x="3336" y="4195823"/>
          <a:ext cx="1625790" cy="1032376"/>
        </a:xfrm>
        <a:prstGeom prst="roundRect">
          <a:avLst>
            <a:gd name="adj" fmla="val 10000"/>
          </a:avLst>
        </a:prstGeom>
        <a:solidFill>
          <a:srgbClr val="5EC795">
            <a:hueOff val="0"/>
            <a:satOff val="0"/>
            <a:lumOff val="0"/>
            <a:alphaOff val="0"/>
          </a:srgbClr>
        </a:solidFill>
        <a:ln w="22225" cap="flat" cmpd="sng" algn="ctr">
          <a:solidFill>
            <a:prstClr val="white">
              <a:hueOff val="0"/>
              <a:satOff val="0"/>
              <a:lumOff val="0"/>
              <a:alphaOff val="0"/>
            </a:prstClr>
          </a:solidFill>
          <a:prstDash val="solid"/>
        </a:ln>
        <a:effectLst/>
      </dgm:spPr>
    </dgm:pt>
    <dgm:pt modelId="{CA1F5F0D-301A-4634-B38E-1C023E293A28}" type="pres">
      <dgm:prSet presAssocID="{86C50E28-1961-4B26-98C4-969F8B1B764F}" presName="text3" presStyleLbl="fgAcc3" presStyleIdx="0" presStyleCnt="5">
        <dgm:presLayoutVars>
          <dgm:chPref val="3"/>
        </dgm:presLayoutVars>
      </dgm:prSet>
      <dgm:spPr>
        <a:xfrm>
          <a:off x="174264" y="3811096"/>
          <a:ext cx="1539942" cy="977863"/>
        </a:xfrm>
        <a:prstGeom prst="roundRect">
          <a:avLst>
            <a:gd name="adj" fmla="val 10000"/>
          </a:avLst>
        </a:prstGeom>
      </dgm:spPr>
    </dgm:pt>
    <dgm:pt modelId="{7364934B-245D-4630-9AD5-2C135DE1856F}" type="pres">
      <dgm:prSet presAssocID="{86C50E28-1961-4B26-98C4-969F8B1B764F}" presName="hierChild4" presStyleCnt="0"/>
      <dgm:spPr/>
    </dgm:pt>
    <dgm:pt modelId="{DE28A2EE-C62A-43DD-8050-91B21061EB70}" type="pres">
      <dgm:prSet presAssocID="{CEB0761D-4A76-48D0-AA9C-8C37FA078788}" presName="Name17" presStyleLbl="parChTrans1D3" presStyleIdx="1" presStyleCnt="5"/>
      <dgm:spPr>
        <a:xfrm>
          <a:off x="2609563" y="3200680"/>
          <a:ext cx="91440" cy="447866"/>
        </a:xfrm>
        <a:custGeom>
          <a:avLst/>
          <a:gdLst/>
          <a:ahLst/>
          <a:cxnLst/>
          <a:rect l="0" t="0" r="0" b="0"/>
          <a:pathLst>
            <a:path>
              <a:moveTo>
                <a:pt x="45720" y="0"/>
              </a:moveTo>
              <a:lnTo>
                <a:pt x="45720" y="447866"/>
              </a:lnTo>
            </a:path>
          </a:pathLst>
        </a:custGeom>
      </dgm:spPr>
    </dgm:pt>
    <dgm:pt modelId="{00703F61-7501-4C59-B524-ECCD929E0BDE}" type="pres">
      <dgm:prSet presAssocID="{B3DBFC18-7D6C-459F-B98E-6B4C25C25F24}" presName="hierRoot3" presStyleCnt="0"/>
      <dgm:spPr/>
    </dgm:pt>
    <dgm:pt modelId="{AAF6A243-F376-43FE-B2D4-E0D791A37F0E}" type="pres">
      <dgm:prSet presAssocID="{B3DBFC18-7D6C-459F-B98E-6B4C25C25F24}" presName="composite3" presStyleCnt="0"/>
      <dgm:spPr/>
    </dgm:pt>
    <dgm:pt modelId="{C1D03790-1868-4C7E-847E-D14B1997074B}" type="pres">
      <dgm:prSet presAssocID="{B3DBFC18-7D6C-459F-B98E-6B4C25C25F24}" presName="background3" presStyleLbl="node3" presStyleIdx="1" presStyleCnt="5"/>
      <dgm:spPr>
        <a:xfrm>
          <a:off x="1990413" y="4195823"/>
          <a:ext cx="1625790" cy="1032376"/>
        </a:xfrm>
        <a:prstGeom prst="roundRect">
          <a:avLst>
            <a:gd name="adj" fmla="val 10000"/>
          </a:avLst>
        </a:prstGeom>
        <a:solidFill>
          <a:srgbClr val="5EC795">
            <a:hueOff val="0"/>
            <a:satOff val="0"/>
            <a:lumOff val="0"/>
            <a:alphaOff val="0"/>
          </a:srgbClr>
        </a:solidFill>
        <a:ln w="22225" cap="flat" cmpd="sng" algn="ctr">
          <a:solidFill>
            <a:prstClr val="white">
              <a:hueOff val="0"/>
              <a:satOff val="0"/>
              <a:lumOff val="0"/>
              <a:alphaOff val="0"/>
            </a:prstClr>
          </a:solidFill>
          <a:prstDash val="solid"/>
        </a:ln>
        <a:effectLst/>
      </dgm:spPr>
    </dgm:pt>
    <dgm:pt modelId="{113D8BD1-9DCB-4CAF-93E1-326B489FD8AE}" type="pres">
      <dgm:prSet presAssocID="{B3DBFC18-7D6C-459F-B98E-6B4C25C25F24}" presName="text3" presStyleLbl="fgAcc3" presStyleIdx="1" presStyleCnt="5">
        <dgm:presLayoutVars>
          <dgm:chPref val="3"/>
        </dgm:presLayoutVars>
      </dgm:prSet>
      <dgm:spPr>
        <a:xfrm>
          <a:off x="2056416" y="3811096"/>
          <a:ext cx="1539942" cy="977863"/>
        </a:xfrm>
        <a:prstGeom prst="roundRect">
          <a:avLst>
            <a:gd name="adj" fmla="val 10000"/>
          </a:avLst>
        </a:prstGeom>
      </dgm:spPr>
    </dgm:pt>
    <dgm:pt modelId="{C5F95D4F-A054-423E-ADC8-981018682CA2}" type="pres">
      <dgm:prSet presAssocID="{B3DBFC18-7D6C-459F-B98E-6B4C25C25F24}" presName="hierChild4" presStyleCnt="0"/>
      <dgm:spPr/>
    </dgm:pt>
    <dgm:pt modelId="{F3381AC4-83E8-405A-B85D-E3A200F2AB1E}" type="pres">
      <dgm:prSet presAssocID="{179767CE-1AB3-49A8-BD0B-0C64FB322CDB}" presName="Name17" presStyleLbl="parChTrans1D3" presStyleIdx="2" presStyleCnt="5"/>
      <dgm:spPr>
        <a:xfrm>
          <a:off x="2655283" y="3200680"/>
          <a:ext cx="1882151" cy="447866"/>
        </a:xfrm>
        <a:custGeom>
          <a:avLst/>
          <a:gdLst/>
          <a:ahLst/>
          <a:cxnLst/>
          <a:rect l="0" t="0" r="0" b="0"/>
          <a:pathLst>
            <a:path>
              <a:moveTo>
                <a:pt x="0" y="0"/>
              </a:moveTo>
              <a:lnTo>
                <a:pt x="0" y="305207"/>
              </a:lnTo>
              <a:lnTo>
                <a:pt x="1882151" y="305207"/>
              </a:lnTo>
              <a:lnTo>
                <a:pt x="1882151" y="447866"/>
              </a:lnTo>
            </a:path>
          </a:pathLst>
        </a:custGeom>
      </dgm:spPr>
    </dgm:pt>
    <dgm:pt modelId="{6DE40F5E-B70C-44F2-84F9-24D3006A0812}" type="pres">
      <dgm:prSet presAssocID="{01D30B48-5796-4727-8AB4-8728E5D3522B}" presName="hierRoot3" presStyleCnt="0"/>
      <dgm:spPr/>
    </dgm:pt>
    <dgm:pt modelId="{C1F29B7A-9FF5-435A-BAB5-D5D181345A9F}" type="pres">
      <dgm:prSet presAssocID="{01D30B48-5796-4727-8AB4-8728E5D3522B}" presName="composite3" presStyleCnt="0"/>
      <dgm:spPr/>
    </dgm:pt>
    <dgm:pt modelId="{2ED9699D-EEF4-41FC-9FBD-9A0E91A436D9}" type="pres">
      <dgm:prSet presAssocID="{01D30B48-5796-4727-8AB4-8728E5D3522B}" presName="background3" presStyleLbl="node3" presStyleIdx="2" presStyleCnt="5"/>
      <dgm:spPr>
        <a:xfrm>
          <a:off x="3977490" y="4195823"/>
          <a:ext cx="1625790" cy="1032376"/>
        </a:xfrm>
        <a:prstGeom prst="roundRect">
          <a:avLst>
            <a:gd name="adj" fmla="val 10000"/>
          </a:avLst>
        </a:prstGeom>
        <a:solidFill>
          <a:srgbClr val="5EC795">
            <a:hueOff val="0"/>
            <a:satOff val="0"/>
            <a:lumOff val="0"/>
            <a:alphaOff val="0"/>
          </a:srgbClr>
        </a:solidFill>
        <a:ln w="22225" cap="flat" cmpd="sng" algn="ctr">
          <a:solidFill>
            <a:prstClr val="white">
              <a:hueOff val="0"/>
              <a:satOff val="0"/>
              <a:lumOff val="0"/>
              <a:alphaOff val="0"/>
            </a:prstClr>
          </a:solidFill>
          <a:prstDash val="solid"/>
        </a:ln>
        <a:effectLst/>
      </dgm:spPr>
    </dgm:pt>
    <dgm:pt modelId="{D2D86782-E476-4315-9D90-01B9188D9A6A}" type="pres">
      <dgm:prSet presAssocID="{01D30B48-5796-4727-8AB4-8728E5D3522B}" presName="text3" presStyleLbl="fgAcc3" presStyleIdx="2" presStyleCnt="5">
        <dgm:presLayoutVars>
          <dgm:chPref val="3"/>
        </dgm:presLayoutVars>
      </dgm:prSet>
      <dgm:spPr>
        <a:xfrm>
          <a:off x="3938568" y="3811096"/>
          <a:ext cx="1539942" cy="977863"/>
        </a:xfrm>
        <a:prstGeom prst="roundRect">
          <a:avLst>
            <a:gd name="adj" fmla="val 10000"/>
          </a:avLst>
        </a:prstGeom>
      </dgm:spPr>
    </dgm:pt>
    <dgm:pt modelId="{E92C7AC3-E89C-4DD3-969E-3C04A443CC1D}" type="pres">
      <dgm:prSet presAssocID="{01D30B48-5796-4727-8AB4-8728E5D3522B}" presName="hierChild4" presStyleCnt="0"/>
      <dgm:spPr/>
    </dgm:pt>
    <dgm:pt modelId="{872B6060-F4E4-4CA9-A0FD-939830BD3B41}" type="pres">
      <dgm:prSet presAssocID="{23B2C1B2-833D-4F04-BAB7-2C51366308F1}" presName="Name10" presStyleLbl="parChTrans1D2" presStyleIdx="1" presStyleCnt="2"/>
      <dgm:spPr>
        <a:xfrm>
          <a:off x="5007972" y="1774950"/>
          <a:ext cx="2352689" cy="447866"/>
        </a:xfrm>
        <a:custGeom>
          <a:avLst/>
          <a:gdLst/>
          <a:ahLst/>
          <a:cxnLst/>
          <a:rect l="0" t="0" r="0" b="0"/>
          <a:pathLst>
            <a:path>
              <a:moveTo>
                <a:pt x="0" y="0"/>
              </a:moveTo>
              <a:lnTo>
                <a:pt x="0" y="305207"/>
              </a:lnTo>
              <a:lnTo>
                <a:pt x="2352689" y="305207"/>
              </a:lnTo>
              <a:lnTo>
                <a:pt x="2352689" y="447866"/>
              </a:lnTo>
            </a:path>
          </a:pathLst>
        </a:custGeom>
      </dgm:spPr>
    </dgm:pt>
    <dgm:pt modelId="{0AD5B418-5E08-42DA-96D6-B22667938D13}" type="pres">
      <dgm:prSet presAssocID="{5A25BD11-CAE5-4D08-8D79-F4D231CEC518}" presName="hierRoot2" presStyleCnt="0"/>
      <dgm:spPr/>
    </dgm:pt>
    <dgm:pt modelId="{BA9AD3BB-BA5A-40CD-86ED-346DBC427CD2}" type="pres">
      <dgm:prSet presAssocID="{5A25BD11-CAE5-4D08-8D79-F4D231CEC518}" presName="composite2" presStyleCnt="0"/>
      <dgm:spPr/>
    </dgm:pt>
    <dgm:pt modelId="{62E72D48-D2F6-4274-9D8E-AC1B943AF0BC}" type="pres">
      <dgm:prSet presAssocID="{5A25BD11-CAE5-4D08-8D79-F4D231CEC518}" presName="background2" presStyleLbl="node2" presStyleIdx="1" presStyleCnt="2"/>
      <dgm:spPr>
        <a:xfrm>
          <a:off x="6958106" y="2690612"/>
          <a:ext cx="1625790" cy="1032376"/>
        </a:xfrm>
        <a:prstGeom prst="roundRect">
          <a:avLst>
            <a:gd name="adj" fmla="val 10000"/>
          </a:avLst>
        </a:prstGeom>
        <a:solidFill>
          <a:srgbClr val="4DADCF">
            <a:hueOff val="0"/>
            <a:satOff val="0"/>
            <a:lumOff val="0"/>
            <a:alphaOff val="0"/>
          </a:srgbClr>
        </a:solidFill>
        <a:ln w="22225" cap="flat" cmpd="sng" algn="ctr">
          <a:solidFill>
            <a:prstClr val="white">
              <a:hueOff val="0"/>
              <a:satOff val="0"/>
              <a:lumOff val="0"/>
              <a:alphaOff val="0"/>
            </a:prstClr>
          </a:solidFill>
          <a:prstDash val="solid"/>
        </a:ln>
        <a:effectLst/>
      </dgm:spPr>
    </dgm:pt>
    <dgm:pt modelId="{D682DDB7-0493-4D3B-BE9F-F3B77EC84507}" type="pres">
      <dgm:prSet presAssocID="{5A25BD11-CAE5-4D08-8D79-F4D231CEC518}" presName="text2" presStyleLbl="fgAcc2" presStyleIdx="1" presStyleCnt="2">
        <dgm:presLayoutVars>
          <dgm:chPref val="3"/>
        </dgm:presLayoutVars>
      </dgm:prSet>
      <dgm:spPr>
        <a:xfrm>
          <a:off x="6761795" y="2385366"/>
          <a:ext cx="1539942" cy="977863"/>
        </a:xfrm>
        <a:prstGeom prst="roundRect">
          <a:avLst>
            <a:gd name="adj" fmla="val 10000"/>
          </a:avLst>
        </a:prstGeom>
      </dgm:spPr>
    </dgm:pt>
    <dgm:pt modelId="{C29A6606-EBD5-43A6-A371-C46FCB254BC1}" type="pres">
      <dgm:prSet presAssocID="{5A25BD11-CAE5-4D08-8D79-F4D231CEC518}" presName="hierChild3" presStyleCnt="0"/>
      <dgm:spPr/>
    </dgm:pt>
    <dgm:pt modelId="{F823274A-F718-4A8C-B548-2165A0FC6078}" type="pres">
      <dgm:prSet presAssocID="{B10510E8-F2E9-4397-8C1C-5C946CA89D6D}" presName="Name17" presStyleLbl="parChTrans1D3" presStyleIdx="3" presStyleCnt="5"/>
      <dgm:spPr/>
    </dgm:pt>
    <dgm:pt modelId="{408C70C8-5B02-47E6-90A6-9B3A354A672F}" type="pres">
      <dgm:prSet presAssocID="{4B5A1655-227B-46D1-852C-BEBB3461D737}" presName="hierRoot3" presStyleCnt="0"/>
      <dgm:spPr/>
    </dgm:pt>
    <dgm:pt modelId="{FFBCF40B-31FD-4686-8045-C91DFBE6E7B9}" type="pres">
      <dgm:prSet presAssocID="{4B5A1655-227B-46D1-852C-BEBB3461D737}" presName="composite3" presStyleCnt="0"/>
      <dgm:spPr/>
    </dgm:pt>
    <dgm:pt modelId="{A8CB4F81-FF69-4A0B-A27B-1946FB954873}" type="pres">
      <dgm:prSet presAssocID="{4B5A1655-227B-46D1-852C-BEBB3461D737}" presName="background3" presStyleLbl="node3" presStyleIdx="3" presStyleCnt="5"/>
      <dgm:spPr>
        <a:xfrm>
          <a:off x="5964567" y="4195823"/>
          <a:ext cx="1625790" cy="1032376"/>
        </a:xfrm>
        <a:prstGeom prst="roundRect">
          <a:avLst>
            <a:gd name="adj" fmla="val 10000"/>
          </a:avLst>
        </a:prstGeom>
        <a:solidFill>
          <a:srgbClr val="4DADCF">
            <a:hueOff val="0"/>
            <a:satOff val="0"/>
            <a:lumOff val="0"/>
            <a:alphaOff val="0"/>
          </a:srgbClr>
        </a:solidFill>
        <a:ln w="22225" cap="flat" cmpd="sng" algn="ctr">
          <a:solidFill>
            <a:sysClr val="window" lastClr="FFFFFF">
              <a:hueOff val="0"/>
              <a:satOff val="0"/>
              <a:lumOff val="0"/>
              <a:alphaOff val="0"/>
            </a:sysClr>
          </a:solidFill>
          <a:prstDash val="solid"/>
        </a:ln>
        <a:effectLst/>
      </dgm:spPr>
    </dgm:pt>
    <dgm:pt modelId="{1DE0426A-7448-4AB8-8E25-565FFF7964D5}" type="pres">
      <dgm:prSet presAssocID="{4B5A1655-227B-46D1-852C-BEBB3461D737}" presName="text3" presStyleLbl="fgAcc3" presStyleIdx="3" presStyleCnt="5">
        <dgm:presLayoutVars>
          <dgm:chPref val="3"/>
        </dgm:presLayoutVars>
      </dgm:prSet>
      <dgm:spPr/>
    </dgm:pt>
    <dgm:pt modelId="{7C522A19-DA00-48AE-ADBF-AE92F3E87A08}" type="pres">
      <dgm:prSet presAssocID="{4B5A1655-227B-46D1-852C-BEBB3461D737}" presName="hierChild4" presStyleCnt="0"/>
      <dgm:spPr/>
    </dgm:pt>
    <dgm:pt modelId="{19CBEAFA-F720-4FF8-85C3-EE952442044F}" type="pres">
      <dgm:prSet presAssocID="{E1EE9B28-4BFF-4D2B-BDE2-06F611981674}" presName="Name17" presStyleLbl="parChTrans1D3" presStyleIdx="4" presStyleCnt="5"/>
      <dgm:spPr/>
    </dgm:pt>
    <dgm:pt modelId="{1D4F52BF-21B5-433C-86E4-E908256700E8}" type="pres">
      <dgm:prSet presAssocID="{E9548930-E6EE-4228-815E-98D2EB40A014}" presName="hierRoot3" presStyleCnt="0"/>
      <dgm:spPr/>
    </dgm:pt>
    <dgm:pt modelId="{70B36D01-396B-41E5-A6BE-47B37A989468}" type="pres">
      <dgm:prSet presAssocID="{E9548930-E6EE-4228-815E-98D2EB40A014}" presName="composite3" presStyleCnt="0"/>
      <dgm:spPr/>
    </dgm:pt>
    <dgm:pt modelId="{2FC3F9B4-A260-4EAD-9451-1A57ADE6FB08}" type="pres">
      <dgm:prSet presAssocID="{E9548930-E6EE-4228-815E-98D2EB40A014}" presName="background3" presStyleLbl="node3" presStyleIdx="4" presStyleCnt="5"/>
      <dgm:spPr>
        <a:xfrm>
          <a:off x="7951644" y="4195823"/>
          <a:ext cx="1625790" cy="1032376"/>
        </a:xfrm>
        <a:prstGeom prst="roundRect">
          <a:avLst>
            <a:gd name="adj" fmla="val 10000"/>
          </a:avLst>
        </a:prstGeom>
        <a:solidFill>
          <a:srgbClr val="4DADCF">
            <a:hueOff val="0"/>
            <a:satOff val="0"/>
            <a:lumOff val="0"/>
            <a:alphaOff val="0"/>
          </a:srgbClr>
        </a:solidFill>
        <a:ln w="22225" cap="flat" cmpd="sng" algn="ctr">
          <a:solidFill>
            <a:sysClr val="window" lastClr="FFFFFF">
              <a:hueOff val="0"/>
              <a:satOff val="0"/>
              <a:lumOff val="0"/>
              <a:alphaOff val="0"/>
            </a:sysClr>
          </a:solidFill>
          <a:prstDash val="solid"/>
        </a:ln>
        <a:effectLst/>
      </dgm:spPr>
    </dgm:pt>
    <dgm:pt modelId="{338D459D-7F9E-4A63-AE8E-6B3ED42F6687}" type="pres">
      <dgm:prSet presAssocID="{E9548930-E6EE-4228-815E-98D2EB40A014}" presName="text3" presStyleLbl="fgAcc3" presStyleIdx="4" presStyleCnt="5">
        <dgm:presLayoutVars>
          <dgm:chPref val="3"/>
        </dgm:presLayoutVars>
      </dgm:prSet>
      <dgm:spPr/>
    </dgm:pt>
    <dgm:pt modelId="{B43046C5-7BDF-4BCB-938A-F5646D4E1D2A}" type="pres">
      <dgm:prSet presAssocID="{E9548930-E6EE-4228-815E-98D2EB40A014}" presName="hierChild4" presStyleCnt="0"/>
      <dgm:spPr/>
    </dgm:pt>
  </dgm:ptLst>
  <dgm:cxnLst>
    <dgm:cxn modelId="{310A1D0E-FFF3-40A2-BFFD-DB6A8CE82597}" srcId="{7A325A8F-CD63-4CF6-BEE5-B597899FCA4B}" destId="{86C50E28-1961-4B26-98C4-969F8B1B764F}" srcOrd="0" destOrd="0" parTransId="{9F4BF4A3-F1F7-4756-959B-B241AA9CE4D6}" sibTransId="{9B825252-6981-4AF7-B110-BE8BF88BDE51}"/>
    <dgm:cxn modelId="{BF55C116-8850-47F0-B1A4-5CD6E6415983}" srcId="{5A25BD11-CAE5-4D08-8D79-F4D231CEC518}" destId="{E9548930-E6EE-4228-815E-98D2EB40A014}" srcOrd="1" destOrd="0" parTransId="{E1EE9B28-4BFF-4D2B-BDE2-06F611981674}" sibTransId="{A170F6BE-73C8-4AE4-AD68-2B9981612EC9}"/>
    <dgm:cxn modelId="{03C3F223-4CFC-4544-81A3-2F0F1CF31C26}" type="presOf" srcId="{4B5A1655-227B-46D1-852C-BEBB3461D737}" destId="{1DE0426A-7448-4AB8-8E25-565FFF7964D5}" srcOrd="0" destOrd="0" presId="urn:microsoft.com/office/officeart/2005/8/layout/hierarchy1"/>
    <dgm:cxn modelId="{025ABC63-4F27-4DA6-86FC-F53BBA104558}" srcId="{7B801307-CE49-48A6-B875-1DF97EAA6D01}" destId="{E0A5259E-41F6-4659-81BA-B4AF446A31C3}" srcOrd="0" destOrd="0" parTransId="{D6B24DC1-0B0A-43F6-AADF-BBFD521F8433}" sibTransId="{A6EA178E-8B38-4A4C-A885-8A59635952D0}"/>
    <dgm:cxn modelId="{F0B5EC43-1BE8-443C-9788-C7DC6E95FAAE}" type="presOf" srcId="{B10510E8-F2E9-4397-8C1C-5C946CA89D6D}" destId="{F823274A-F718-4A8C-B548-2165A0FC6078}" srcOrd="0" destOrd="0" presId="urn:microsoft.com/office/officeart/2005/8/layout/hierarchy1"/>
    <dgm:cxn modelId="{945A374F-BB38-4593-9517-67C0A6AE6355}" srcId="{E0A5259E-41F6-4659-81BA-B4AF446A31C3}" destId="{7A325A8F-CD63-4CF6-BEE5-B597899FCA4B}" srcOrd="0" destOrd="0" parTransId="{B76EC083-DFA4-4D8B-BBE7-95D70A231735}" sibTransId="{794BD854-E4BA-4BD0-8996-88D00296E3FC}"/>
    <dgm:cxn modelId="{D22FD94F-E1FC-43B9-8571-33E44031B818}" type="presOf" srcId="{CEB0761D-4A76-48D0-AA9C-8C37FA078788}" destId="{DE28A2EE-C62A-43DD-8050-91B21061EB70}" srcOrd="0" destOrd="0" presId="urn:microsoft.com/office/officeart/2005/8/layout/hierarchy1"/>
    <dgm:cxn modelId="{21953750-4C34-4DC5-8AE1-AA9F4B5F943F}" type="presOf" srcId="{86C50E28-1961-4B26-98C4-969F8B1B764F}" destId="{CA1F5F0D-301A-4634-B38E-1C023E293A28}" srcOrd="0" destOrd="0" presId="urn:microsoft.com/office/officeart/2005/8/layout/hierarchy1"/>
    <dgm:cxn modelId="{F1741375-7ECA-4D70-AEF4-EBFAAF6DD2EE}" type="presOf" srcId="{5A25BD11-CAE5-4D08-8D79-F4D231CEC518}" destId="{D682DDB7-0493-4D3B-BE9F-F3B77EC84507}" srcOrd="0" destOrd="0" presId="urn:microsoft.com/office/officeart/2005/8/layout/hierarchy1"/>
    <dgm:cxn modelId="{3478C676-5E4A-4F04-9B5B-DF201CDF7594}" type="presOf" srcId="{9F4BF4A3-F1F7-4756-959B-B241AA9CE4D6}" destId="{EBB3C75C-8CA6-4ACE-832D-5804DF2B609C}" srcOrd="0" destOrd="0" presId="urn:microsoft.com/office/officeart/2005/8/layout/hierarchy1"/>
    <dgm:cxn modelId="{8BAC3083-7E1B-4A1A-A544-52DB9F59804B}" type="presOf" srcId="{E1EE9B28-4BFF-4D2B-BDE2-06F611981674}" destId="{19CBEAFA-F720-4FF8-85C3-EE952442044F}" srcOrd="0" destOrd="0" presId="urn:microsoft.com/office/officeart/2005/8/layout/hierarchy1"/>
    <dgm:cxn modelId="{EE88F583-7162-4B39-A754-D46362183B80}" srcId="{7A325A8F-CD63-4CF6-BEE5-B597899FCA4B}" destId="{B3DBFC18-7D6C-459F-B98E-6B4C25C25F24}" srcOrd="1" destOrd="0" parTransId="{CEB0761D-4A76-48D0-AA9C-8C37FA078788}" sibTransId="{941FDC00-B83B-4D7A-A231-57792E9DDA66}"/>
    <dgm:cxn modelId="{821D238F-CC1B-48BD-966A-B01A6356EB0C}" type="presOf" srcId="{B76EC083-DFA4-4D8B-BBE7-95D70A231735}" destId="{CAFF84E9-68AD-4800-B2A1-909B87FDADCE}" srcOrd="0" destOrd="0" presId="urn:microsoft.com/office/officeart/2005/8/layout/hierarchy1"/>
    <dgm:cxn modelId="{B377C48F-F27D-42BC-8326-E9ACEBAC719D}" type="presOf" srcId="{B3DBFC18-7D6C-459F-B98E-6B4C25C25F24}" destId="{113D8BD1-9DCB-4CAF-93E1-326B489FD8AE}" srcOrd="0" destOrd="0" presId="urn:microsoft.com/office/officeart/2005/8/layout/hierarchy1"/>
    <dgm:cxn modelId="{D2242293-8AC4-4A4E-8CE9-9932A911B3C1}" type="presOf" srcId="{23B2C1B2-833D-4F04-BAB7-2C51366308F1}" destId="{872B6060-F4E4-4CA9-A0FD-939830BD3B41}" srcOrd="0" destOrd="0" presId="urn:microsoft.com/office/officeart/2005/8/layout/hierarchy1"/>
    <dgm:cxn modelId="{FDCE28A2-445C-464A-A854-09AAF578CAF2}" srcId="{7A325A8F-CD63-4CF6-BEE5-B597899FCA4B}" destId="{01D30B48-5796-4727-8AB4-8728E5D3522B}" srcOrd="2" destOrd="0" parTransId="{179767CE-1AB3-49A8-BD0B-0C64FB322CDB}" sibTransId="{724DE7FC-C924-4898-AA5C-3D42F076F3D0}"/>
    <dgm:cxn modelId="{5B05B3BA-126F-46B3-9049-AE782F6EDB5B}" type="presOf" srcId="{7A325A8F-CD63-4CF6-BEE5-B597899FCA4B}" destId="{54E502FF-189E-4B43-8B4D-DE4009B0989C}" srcOrd="0" destOrd="0" presId="urn:microsoft.com/office/officeart/2005/8/layout/hierarchy1"/>
    <dgm:cxn modelId="{0DA312BE-671F-4BD0-864E-C085DC054E0B}" srcId="{5A25BD11-CAE5-4D08-8D79-F4D231CEC518}" destId="{4B5A1655-227B-46D1-852C-BEBB3461D737}" srcOrd="0" destOrd="0" parTransId="{B10510E8-F2E9-4397-8C1C-5C946CA89D6D}" sibTransId="{E2C7ED9B-608B-4750-AA2B-5FD55F760B2B}"/>
    <dgm:cxn modelId="{B546EDC4-CFD5-4291-8EB3-9358FAAF3263}" srcId="{E0A5259E-41F6-4659-81BA-B4AF446A31C3}" destId="{5A25BD11-CAE5-4D08-8D79-F4D231CEC518}" srcOrd="1" destOrd="0" parTransId="{23B2C1B2-833D-4F04-BAB7-2C51366308F1}" sibTransId="{FF759857-E560-4A93-9A71-1A5DADFFF999}"/>
    <dgm:cxn modelId="{B11E91CA-301C-453E-9A4E-6CB9512B7ACE}" type="presOf" srcId="{7B801307-CE49-48A6-B875-1DF97EAA6D01}" destId="{E51650F2-5325-4C87-8C48-A31C5A056977}" srcOrd="0" destOrd="0" presId="urn:microsoft.com/office/officeart/2005/8/layout/hierarchy1"/>
    <dgm:cxn modelId="{B5B995CE-5C1F-4C1E-80AA-0A9C12D324EE}" type="presOf" srcId="{01D30B48-5796-4727-8AB4-8728E5D3522B}" destId="{D2D86782-E476-4315-9D90-01B9188D9A6A}" srcOrd="0" destOrd="0" presId="urn:microsoft.com/office/officeart/2005/8/layout/hierarchy1"/>
    <dgm:cxn modelId="{210822E2-EB07-47F5-9784-7693EDB2A19D}" type="presOf" srcId="{E9548930-E6EE-4228-815E-98D2EB40A014}" destId="{338D459D-7F9E-4A63-AE8E-6B3ED42F6687}" srcOrd="0" destOrd="0" presId="urn:microsoft.com/office/officeart/2005/8/layout/hierarchy1"/>
    <dgm:cxn modelId="{CFCD91E6-E6AB-4B90-95D5-F945B2E5F108}" type="presOf" srcId="{E0A5259E-41F6-4659-81BA-B4AF446A31C3}" destId="{ED547C46-EAF4-4FE6-A1E6-D24D07004785}" srcOrd="0" destOrd="0" presId="urn:microsoft.com/office/officeart/2005/8/layout/hierarchy1"/>
    <dgm:cxn modelId="{428FFDEB-BBCB-4F31-94C5-68CCB1379CC7}" type="presOf" srcId="{179767CE-1AB3-49A8-BD0B-0C64FB322CDB}" destId="{F3381AC4-83E8-405A-B85D-E3A200F2AB1E}" srcOrd="0" destOrd="0" presId="urn:microsoft.com/office/officeart/2005/8/layout/hierarchy1"/>
    <dgm:cxn modelId="{267FC9B9-B6EA-4219-B1A7-B37AAE6D10BB}" type="presParOf" srcId="{E51650F2-5325-4C87-8C48-A31C5A056977}" destId="{21440664-F21D-4712-83AC-ECE79C01C680}" srcOrd="0" destOrd="0" presId="urn:microsoft.com/office/officeart/2005/8/layout/hierarchy1"/>
    <dgm:cxn modelId="{10C77158-A537-4D1C-AC6A-2560F6BC975E}" type="presParOf" srcId="{21440664-F21D-4712-83AC-ECE79C01C680}" destId="{D402266D-6E2B-4CC8-B131-B5D58AFEB6A4}" srcOrd="0" destOrd="0" presId="urn:microsoft.com/office/officeart/2005/8/layout/hierarchy1"/>
    <dgm:cxn modelId="{97AD8072-9C9F-48C4-BDD3-50265326CB75}" type="presParOf" srcId="{D402266D-6E2B-4CC8-B131-B5D58AFEB6A4}" destId="{E00636BA-9BB6-4834-B4F9-B898DF9DF1BF}" srcOrd="0" destOrd="0" presId="urn:microsoft.com/office/officeart/2005/8/layout/hierarchy1"/>
    <dgm:cxn modelId="{E82034E4-BB24-41DE-A700-51F457108F9A}" type="presParOf" srcId="{D402266D-6E2B-4CC8-B131-B5D58AFEB6A4}" destId="{ED547C46-EAF4-4FE6-A1E6-D24D07004785}" srcOrd="1" destOrd="0" presId="urn:microsoft.com/office/officeart/2005/8/layout/hierarchy1"/>
    <dgm:cxn modelId="{BCBDB030-093F-4220-B190-BE3460440EF4}" type="presParOf" srcId="{21440664-F21D-4712-83AC-ECE79C01C680}" destId="{AF0030FE-078C-438A-B212-EAFCA9BC8233}" srcOrd="1" destOrd="0" presId="urn:microsoft.com/office/officeart/2005/8/layout/hierarchy1"/>
    <dgm:cxn modelId="{27BBEC05-3524-40AC-892B-CC7B1DE0A9AA}" type="presParOf" srcId="{AF0030FE-078C-438A-B212-EAFCA9BC8233}" destId="{CAFF84E9-68AD-4800-B2A1-909B87FDADCE}" srcOrd="0" destOrd="0" presId="urn:microsoft.com/office/officeart/2005/8/layout/hierarchy1"/>
    <dgm:cxn modelId="{EB1DDBE2-4984-434B-B031-41F3441D5035}" type="presParOf" srcId="{AF0030FE-078C-438A-B212-EAFCA9BC8233}" destId="{F169C3E5-BDAF-46F1-B930-E65277A18489}" srcOrd="1" destOrd="0" presId="urn:microsoft.com/office/officeart/2005/8/layout/hierarchy1"/>
    <dgm:cxn modelId="{93DB674C-B63A-4556-8482-F713D4FE59B5}" type="presParOf" srcId="{F169C3E5-BDAF-46F1-B930-E65277A18489}" destId="{A4670589-0517-4586-B06F-00AB22CF7DA6}" srcOrd="0" destOrd="0" presId="urn:microsoft.com/office/officeart/2005/8/layout/hierarchy1"/>
    <dgm:cxn modelId="{B15E2F50-63C1-4506-B0BF-8088C7CBD36C}" type="presParOf" srcId="{A4670589-0517-4586-B06F-00AB22CF7DA6}" destId="{877150CE-1506-4FF7-B0C8-E168C826700B}" srcOrd="0" destOrd="0" presId="urn:microsoft.com/office/officeart/2005/8/layout/hierarchy1"/>
    <dgm:cxn modelId="{132F11E9-B291-4058-89A8-A2A417FB81DC}" type="presParOf" srcId="{A4670589-0517-4586-B06F-00AB22CF7DA6}" destId="{54E502FF-189E-4B43-8B4D-DE4009B0989C}" srcOrd="1" destOrd="0" presId="urn:microsoft.com/office/officeart/2005/8/layout/hierarchy1"/>
    <dgm:cxn modelId="{E6EF8E3C-80B6-4935-B998-CDA975B9E7D4}" type="presParOf" srcId="{F169C3E5-BDAF-46F1-B930-E65277A18489}" destId="{4FC155FF-F6C6-43B9-A769-303BB535722F}" srcOrd="1" destOrd="0" presId="urn:microsoft.com/office/officeart/2005/8/layout/hierarchy1"/>
    <dgm:cxn modelId="{4538F643-2DF2-43E8-8F5B-F526D7C386B3}" type="presParOf" srcId="{4FC155FF-F6C6-43B9-A769-303BB535722F}" destId="{EBB3C75C-8CA6-4ACE-832D-5804DF2B609C}" srcOrd="0" destOrd="0" presId="urn:microsoft.com/office/officeart/2005/8/layout/hierarchy1"/>
    <dgm:cxn modelId="{370A9F24-B4DB-42FA-A5A5-2AD1CD6B71C1}" type="presParOf" srcId="{4FC155FF-F6C6-43B9-A769-303BB535722F}" destId="{047FCA25-3BF3-425F-BCCF-114C59650522}" srcOrd="1" destOrd="0" presId="urn:microsoft.com/office/officeart/2005/8/layout/hierarchy1"/>
    <dgm:cxn modelId="{0E58898F-E144-49A7-9399-E2FB4CFBBC6A}" type="presParOf" srcId="{047FCA25-3BF3-425F-BCCF-114C59650522}" destId="{0D40AEDA-65C1-4E41-AA07-43A3BF229521}" srcOrd="0" destOrd="0" presId="urn:microsoft.com/office/officeart/2005/8/layout/hierarchy1"/>
    <dgm:cxn modelId="{8D939BFF-DA78-4A2F-B26B-5F891EDE4611}" type="presParOf" srcId="{0D40AEDA-65C1-4E41-AA07-43A3BF229521}" destId="{FEE6B1F7-E40A-4652-866C-1B42912FDB91}" srcOrd="0" destOrd="0" presId="urn:microsoft.com/office/officeart/2005/8/layout/hierarchy1"/>
    <dgm:cxn modelId="{F7350A54-50EB-4AB0-83FA-DB4CF081DC60}" type="presParOf" srcId="{0D40AEDA-65C1-4E41-AA07-43A3BF229521}" destId="{CA1F5F0D-301A-4634-B38E-1C023E293A28}" srcOrd="1" destOrd="0" presId="urn:microsoft.com/office/officeart/2005/8/layout/hierarchy1"/>
    <dgm:cxn modelId="{FEE63F0D-E761-4630-B64C-8819421D81BD}" type="presParOf" srcId="{047FCA25-3BF3-425F-BCCF-114C59650522}" destId="{7364934B-245D-4630-9AD5-2C135DE1856F}" srcOrd="1" destOrd="0" presId="urn:microsoft.com/office/officeart/2005/8/layout/hierarchy1"/>
    <dgm:cxn modelId="{B0739D16-1998-464E-AF16-AD975364F889}" type="presParOf" srcId="{4FC155FF-F6C6-43B9-A769-303BB535722F}" destId="{DE28A2EE-C62A-43DD-8050-91B21061EB70}" srcOrd="2" destOrd="0" presId="urn:microsoft.com/office/officeart/2005/8/layout/hierarchy1"/>
    <dgm:cxn modelId="{03ECE98C-407D-443D-8B1A-17964476EEAC}" type="presParOf" srcId="{4FC155FF-F6C6-43B9-A769-303BB535722F}" destId="{00703F61-7501-4C59-B524-ECCD929E0BDE}" srcOrd="3" destOrd="0" presId="urn:microsoft.com/office/officeart/2005/8/layout/hierarchy1"/>
    <dgm:cxn modelId="{CB2415ED-99B5-4397-916F-3B3EE83A39B8}" type="presParOf" srcId="{00703F61-7501-4C59-B524-ECCD929E0BDE}" destId="{AAF6A243-F376-43FE-B2D4-E0D791A37F0E}" srcOrd="0" destOrd="0" presId="urn:microsoft.com/office/officeart/2005/8/layout/hierarchy1"/>
    <dgm:cxn modelId="{EE1B7D31-FDC7-4029-AB86-3D0C69C791D9}" type="presParOf" srcId="{AAF6A243-F376-43FE-B2D4-E0D791A37F0E}" destId="{C1D03790-1868-4C7E-847E-D14B1997074B}" srcOrd="0" destOrd="0" presId="urn:microsoft.com/office/officeart/2005/8/layout/hierarchy1"/>
    <dgm:cxn modelId="{3F360E64-8807-45BB-ACA5-C0A91214C0F2}" type="presParOf" srcId="{AAF6A243-F376-43FE-B2D4-E0D791A37F0E}" destId="{113D8BD1-9DCB-4CAF-93E1-326B489FD8AE}" srcOrd="1" destOrd="0" presId="urn:microsoft.com/office/officeart/2005/8/layout/hierarchy1"/>
    <dgm:cxn modelId="{3402A55D-010E-473A-B935-8418F2DC10BF}" type="presParOf" srcId="{00703F61-7501-4C59-B524-ECCD929E0BDE}" destId="{C5F95D4F-A054-423E-ADC8-981018682CA2}" srcOrd="1" destOrd="0" presId="urn:microsoft.com/office/officeart/2005/8/layout/hierarchy1"/>
    <dgm:cxn modelId="{0374CDF0-0427-4904-A098-A88E35A90BF4}" type="presParOf" srcId="{4FC155FF-F6C6-43B9-A769-303BB535722F}" destId="{F3381AC4-83E8-405A-B85D-E3A200F2AB1E}" srcOrd="4" destOrd="0" presId="urn:microsoft.com/office/officeart/2005/8/layout/hierarchy1"/>
    <dgm:cxn modelId="{B1751D71-F5B6-40E4-B48D-CA805B46BFD4}" type="presParOf" srcId="{4FC155FF-F6C6-43B9-A769-303BB535722F}" destId="{6DE40F5E-B70C-44F2-84F9-24D3006A0812}" srcOrd="5" destOrd="0" presId="urn:microsoft.com/office/officeart/2005/8/layout/hierarchy1"/>
    <dgm:cxn modelId="{0F3BE756-1667-4BED-B01F-E6E5A28FD1DC}" type="presParOf" srcId="{6DE40F5E-B70C-44F2-84F9-24D3006A0812}" destId="{C1F29B7A-9FF5-435A-BAB5-D5D181345A9F}" srcOrd="0" destOrd="0" presId="urn:microsoft.com/office/officeart/2005/8/layout/hierarchy1"/>
    <dgm:cxn modelId="{CA451FA0-07DD-424C-AEE9-B424EA7565CE}" type="presParOf" srcId="{C1F29B7A-9FF5-435A-BAB5-D5D181345A9F}" destId="{2ED9699D-EEF4-41FC-9FBD-9A0E91A436D9}" srcOrd="0" destOrd="0" presId="urn:microsoft.com/office/officeart/2005/8/layout/hierarchy1"/>
    <dgm:cxn modelId="{891A16D2-335E-45E1-8C2D-111ACB084970}" type="presParOf" srcId="{C1F29B7A-9FF5-435A-BAB5-D5D181345A9F}" destId="{D2D86782-E476-4315-9D90-01B9188D9A6A}" srcOrd="1" destOrd="0" presId="urn:microsoft.com/office/officeart/2005/8/layout/hierarchy1"/>
    <dgm:cxn modelId="{ACE82C99-8A7D-4E42-B67D-EF8D7CDF7EB5}" type="presParOf" srcId="{6DE40F5E-B70C-44F2-84F9-24D3006A0812}" destId="{E92C7AC3-E89C-4DD3-969E-3C04A443CC1D}" srcOrd="1" destOrd="0" presId="urn:microsoft.com/office/officeart/2005/8/layout/hierarchy1"/>
    <dgm:cxn modelId="{BD67A13B-F978-4CA6-9EBB-1BABEFAED478}" type="presParOf" srcId="{AF0030FE-078C-438A-B212-EAFCA9BC8233}" destId="{872B6060-F4E4-4CA9-A0FD-939830BD3B41}" srcOrd="2" destOrd="0" presId="urn:microsoft.com/office/officeart/2005/8/layout/hierarchy1"/>
    <dgm:cxn modelId="{8C30C457-2CC1-4E32-BBCC-A59D4AE11792}" type="presParOf" srcId="{AF0030FE-078C-438A-B212-EAFCA9BC8233}" destId="{0AD5B418-5E08-42DA-96D6-B22667938D13}" srcOrd="3" destOrd="0" presId="urn:microsoft.com/office/officeart/2005/8/layout/hierarchy1"/>
    <dgm:cxn modelId="{49C1CD7E-B8C9-44D7-844D-323034C60ED4}" type="presParOf" srcId="{0AD5B418-5E08-42DA-96D6-B22667938D13}" destId="{BA9AD3BB-BA5A-40CD-86ED-346DBC427CD2}" srcOrd="0" destOrd="0" presId="urn:microsoft.com/office/officeart/2005/8/layout/hierarchy1"/>
    <dgm:cxn modelId="{1E8769C6-1D24-4966-87FC-9B2CF71F041C}" type="presParOf" srcId="{BA9AD3BB-BA5A-40CD-86ED-346DBC427CD2}" destId="{62E72D48-D2F6-4274-9D8E-AC1B943AF0BC}" srcOrd="0" destOrd="0" presId="urn:microsoft.com/office/officeart/2005/8/layout/hierarchy1"/>
    <dgm:cxn modelId="{3E1FA2F9-78FA-4267-A847-C3B6F3FAB1D2}" type="presParOf" srcId="{BA9AD3BB-BA5A-40CD-86ED-346DBC427CD2}" destId="{D682DDB7-0493-4D3B-BE9F-F3B77EC84507}" srcOrd="1" destOrd="0" presId="urn:microsoft.com/office/officeart/2005/8/layout/hierarchy1"/>
    <dgm:cxn modelId="{5D2095E7-CEE7-4CC3-ADF7-023458F2B731}" type="presParOf" srcId="{0AD5B418-5E08-42DA-96D6-B22667938D13}" destId="{C29A6606-EBD5-43A6-A371-C46FCB254BC1}" srcOrd="1" destOrd="0" presId="urn:microsoft.com/office/officeart/2005/8/layout/hierarchy1"/>
    <dgm:cxn modelId="{840BD70C-A1F6-4203-9D08-26BF89669020}" type="presParOf" srcId="{C29A6606-EBD5-43A6-A371-C46FCB254BC1}" destId="{F823274A-F718-4A8C-B548-2165A0FC6078}" srcOrd="0" destOrd="0" presId="urn:microsoft.com/office/officeart/2005/8/layout/hierarchy1"/>
    <dgm:cxn modelId="{B002CD4F-8A5E-42AD-B8C4-48515D510DAC}" type="presParOf" srcId="{C29A6606-EBD5-43A6-A371-C46FCB254BC1}" destId="{408C70C8-5B02-47E6-90A6-9B3A354A672F}" srcOrd="1" destOrd="0" presId="urn:microsoft.com/office/officeart/2005/8/layout/hierarchy1"/>
    <dgm:cxn modelId="{2F7760C1-93D6-4B7C-8AFD-080663423B31}" type="presParOf" srcId="{408C70C8-5B02-47E6-90A6-9B3A354A672F}" destId="{FFBCF40B-31FD-4686-8045-C91DFBE6E7B9}" srcOrd="0" destOrd="0" presId="urn:microsoft.com/office/officeart/2005/8/layout/hierarchy1"/>
    <dgm:cxn modelId="{73864B7D-242F-4989-A949-26DAFCDA5F55}" type="presParOf" srcId="{FFBCF40B-31FD-4686-8045-C91DFBE6E7B9}" destId="{A8CB4F81-FF69-4A0B-A27B-1946FB954873}" srcOrd="0" destOrd="0" presId="urn:microsoft.com/office/officeart/2005/8/layout/hierarchy1"/>
    <dgm:cxn modelId="{DC51A0FB-E487-41D8-8B9E-5EFF9B51C1FC}" type="presParOf" srcId="{FFBCF40B-31FD-4686-8045-C91DFBE6E7B9}" destId="{1DE0426A-7448-4AB8-8E25-565FFF7964D5}" srcOrd="1" destOrd="0" presId="urn:microsoft.com/office/officeart/2005/8/layout/hierarchy1"/>
    <dgm:cxn modelId="{AC0CBCB4-CC87-4B39-A6FC-8957A49D74E3}" type="presParOf" srcId="{408C70C8-5B02-47E6-90A6-9B3A354A672F}" destId="{7C522A19-DA00-48AE-ADBF-AE92F3E87A08}" srcOrd="1" destOrd="0" presId="urn:microsoft.com/office/officeart/2005/8/layout/hierarchy1"/>
    <dgm:cxn modelId="{93420BA6-961E-4C22-8328-91EC520434C4}" type="presParOf" srcId="{C29A6606-EBD5-43A6-A371-C46FCB254BC1}" destId="{19CBEAFA-F720-4FF8-85C3-EE952442044F}" srcOrd="2" destOrd="0" presId="urn:microsoft.com/office/officeart/2005/8/layout/hierarchy1"/>
    <dgm:cxn modelId="{4B05A3DE-1D4F-4A74-AA66-7353A69BB9EB}" type="presParOf" srcId="{C29A6606-EBD5-43A6-A371-C46FCB254BC1}" destId="{1D4F52BF-21B5-433C-86E4-E908256700E8}" srcOrd="3" destOrd="0" presId="urn:microsoft.com/office/officeart/2005/8/layout/hierarchy1"/>
    <dgm:cxn modelId="{141311BB-FC7E-4318-86C4-D5E1A327C761}" type="presParOf" srcId="{1D4F52BF-21B5-433C-86E4-E908256700E8}" destId="{70B36D01-396B-41E5-A6BE-47B37A989468}" srcOrd="0" destOrd="0" presId="urn:microsoft.com/office/officeart/2005/8/layout/hierarchy1"/>
    <dgm:cxn modelId="{21921F17-93BF-4D9B-83CE-DB9399B9E4ED}" type="presParOf" srcId="{70B36D01-396B-41E5-A6BE-47B37A989468}" destId="{2FC3F9B4-A260-4EAD-9451-1A57ADE6FB08}" srcOrd="0" destOrd="0" presId="urn:microsoft.com/office/officeart/2005/8/layout/hierarchy1"/>
    <dgm:cxn modelId="{BE136B6A-A683-41E5-B083-6B13B0E20174}" type="presParOf" srcId="{70B36D01-396B-41E5-A6BE-47B37A989468}" destId="{338D459D-7F9E-4A63-AE8E-6B3ED42F6687}" srcOrd="1" destOrd="0" presId="urn:microsoft.com/office/officeart/2005/8/layout/hierarchy1"/>
    <dgm:cxn modelId="{DC5BA27A-9329-49B9-8E1A-F32424AD265C}" type="presParOf" srcId="{1D4F52BF-21B5-433C-86E4-E908256700E8}" destId="{B43046C5-7BDF-4BCB-938A-F5646D4E1D2A}"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B8F7AF34-9DBD-4986-9D58-54C916843736}" type="doc">
      <dgm:prSet loTypeId="urn:microsoft.com/office/officeart/2008/layout/LinedList" loCatId="list" qsTypeId="urn:microsoft.com/office/officeart/2005/8/quickstyle/simple1" qsCatId="simple" csTypeId="urn:microsoft.com/office/officeart/2005/8/colors/colorful1" csCatId="colorful" phldr="1"/>
      <dgm:spPr/>
      <dgm:t>
        <a:bodyPr/>
        <a:lstStyle/>
        <a:p>
          <a:endParaRPr lang="en-US"/>
        </a:p>
      </dgm:t>
    </dgm:pt>
    <dgm:pt modelId="{1F0EFA2E-C5D6-4671-9C16-127F894F232B}">
      <dgm:prSet/>
      <dgm:spPr/>
      <dgm:t>
        <a:bodyPr/>
        <a:lstStyle/>
        <a:p>
          <a:r>
            <a:rPr lang="sk-SK" noProof="0" dirty="0"/>
            <a:t>Intuitívna </a:t>
          </a:r>
        </a:p>
      </dgm:t>
    </dgm:pt>
    <dgm:pt modelId="{B741505F-A292-4C58-9DDE-F44F86608835}" type="parTrans" cxnId="{D5FEE9A5-DF84-4D6D-B9C6-E471D16BC079}">
      <dgm:prSet/>
      <dgm:spPr/>
      <dgm:t>
        <a:bodyPr/>
        <a:lstStyle/>
        <a:p>
          <a:endParaRPr lang="en-US"/>
        </a:p>
      </dgm:t>
    </dgm:pt>
    <dgm:pt modelId="{763B6F1E-EA84-4FF8-B3AE-8976638CEC1E}" type="sibTrans" cxnId="{D5FEE9A5-DF84-4D6D-B9C6-E471D16BC079}">
      <dgm:prSet/>
      <dgm:spPr/>
      <dgm:t>
        <a:bodyPr/>
        <a:lstStyle/>
        <a:p>
          <a:endParaRPr lang="en-US"/>
        </a:p>
      </dgm:t>
    </dgm:pt>
    <dgm:pt modelId="{11CBD320-61AB-40B6-8F01-9227758648FE}">
      <dgm:prSet/>
      <dgm:spPr/>
      <dgm:t>
        <a:bodyPr/>
        <a:lstStyle/>
        <a:p>
          <a:r>
            <a:rPr lang="sk-SK" noProof="0" dirty="0"/>
            <a:t>Bezpečná</a:t>
          </a:r>
        </a:p>
      </dgm:t>
    </dgm:pt>
    <dgm:pt modelId="{95C76D46-B7D7-471B-806B-25215006822C}" type="parTrans" cxnId="{D7744B91-35E7-483D-A75D-EF9128D24909}">
      <dgm:prSet/>
      <dgm:spPr/>
      <dgm:t>
        <a:bodyPr/>
        <a:lstStyle/>
        <a:p>
          <a:endParaRPr lang="en-US"/>
        </a:p>
      </dgm:t>
    </dgm:pt>
    <dgm:pt modelId="{DE2B452C-C304-4AFF-A97C-06CFD6719D2A}" type="sibTrans" cxnId="{D7744B91-35E7-483D-A75D-EF9128D24909}">
      <dgm:prSet/>
      <dgm:spPr/>
      <dgm:t>
        <a:bodyPr/>
        <a:lstStyle/>
        <a:p>
          <a:endParaRPr lang="en-US"/>
        </a:p>
      </dgm:t>
    </dgm:pt>
    <dgm:pt modelId="{C46FE98B-B33D-40B9-9CFB-8F1E76634C9F}">
      <dgm:prSet/>
      <dgm:spPr/>
      <dgm:t>
        <a:bodyPr/>
        <a:lstStyle/>
        <a:p>
          <a:r>
            <a:rPr lang="sk-SK" noProof="0" dirty="0"/>
            <a:t>Praktická</a:t>
          </a:r>
        </a:p>
      </dgm:t>
    </dgm:pt>
    <dgm:pt modelId="{51007B28-EB7B-445B-AE0E-ABB0B54E8964}" type="parTrans" cxnId="{DE5A5821-F187-45BA-A692-E6DCE8D62973}">
      <dgm:prSet/>
      <dgm:spPr/>
      <dgm:t>
        <a:bodyPr/>
        <a:lstStyle/>
        <a:p>
          <a:endParaRPr lang="en-US"/>
        </a:p>
      </dgm:t>
    </dgm:pt>
    <dgm:pt modelId="{50E8E779-3426-4D9F-9892-307C1465A4AD}" type="sibTrans" cxnId="{DE5A5821-F187-45BA-A692-E6DCE8D62973}">
      <dgm:prSet/>
      <dgm:spPr/>
      <dgm:t>
        <a:bodyPr/>
        <a:lstStyle/>
        <a:p>
          <a:endParaRPr lang="en-US"/>
        </a:p>
      </dgm:t>
    </dgm:pt>
    <dgm:pt modelId="{EF2672DF-4544-4074-9797-9E816F506FBF}">
      <dgm:prSet/>
      <dgm:spPr/>
      <dgm:t>
        <a:bodyPr/>
        <a:lstStyle/>
        <a:p>
          <a:r>
            <a:rPr lang="sk-SK" noProof="0" dirty="0"/>
            <a:t>Efektívna</a:t>
          </a:r>
        </a:p>
      </dgm:t>
    </dgm:pt>
    <dgm:pt modelId="{1A6CE57E-A212-44EA-8FB0-F0E81A6169F9}" type="parTrans" cxnId="{3D020CD7-3B32-491A-AD1F-4A782B2336EB}">
      <dgm:prSet/>
      <dgm:spPr/>
      <dgm:t>
        <a:bodyPr/>
        <a:lstStyle/>
        <a:p>
          <a:endParaRPr lang="en-US"/>
        </a:p>
      </dgm:t>
    </dgm:pt>
    <dgm:pt modelId="{F63334E9-821E-46C8-9B5C-CC1C9D4BD42F}" type="sibTrans" cxnId="{3D020CD7-3B32-491A-AD1F-4A782B2336EB}">
      <dgm:prSet/>
      <dgm:spPr/>
      <dgm:t>
        <a:bodyPr/>
        <a:lstStyle/>
        <a:p>
          <a:endParaRPr lang="en-US"/>
        </a:p>
      </dgm:t>
    </dgm:pt>
    <dgm:pt modelId="{6FCE77B7-8727-413D-AD53-783A2D916588}" type="pres">
      <dgm:prSet presAssocID="{B8F7AF34-9DBD-4986-9D58-54C916843736}" presName="vert0" presStyleCnt="0">
        <dgm:presLayoutVars>
          <dgm:dir/>
          <dgm:animOne val="branch"/>
          <dgm:animLvl val="lvl"/>
        </dgm:presLayoutVars>
      </dgm:prSet>
      <dgm:spPr/>
    </dgm:pt>
    <dgm:pt modelId="{4DEB5DD3-0B22-494C-BEEF-5162078CA747}" type="pres">
      <dgm:prSet presAssocID="{1F0EFA2E-C5D6-4671-9C16-127F894F232B}" presName="thickLine" presStyleLbl="alignNode1" presStyleIdx="0" presStyleCnt="4"/>
      <dgm:spPr/>
    </dgm:pt>
    <dgm:pt modelId="{5CF7877A-0CA0-4133-8EA2-F265D69CE5CA}" type="pres">
      <dgm:prSet presAssocID="{1F0EFA2E-C5D6-4671-9C16-127F894F232B}" presName="horz1" presStyleCnt="0"/>
      <dgm:spPr/>
    </dgm:pt>
    <dgm:pt modelId="{448ABFB1-7419-48F4-B04E-8F1475341958}" type="pres">
      <dgm:prSet presAssocID="{1F0EFA2E-C5D6-4671-9C16-127F894F232B}" presName="tx1" presStyleLbl="revTx" presStyleIdx="0" presStyleCnt="4"/>
      <dgm:spPr/>
    </dgm:pt>
    <dgm:pt modelId="{A192800F-8E37-42E0-8959-DDC19B1E346A}" type="pres">
      <dgm:prSet presAssocID="{1F0EFA2E-C5D6-4671-9C16-127F894F232B}" presName="vert1" presStyleCnt="0"/>
      <dgm:spPr/>
    </dgm:pt>
    <dgm:pt modelId="{4214E725-154A-4C77-A780-3CCF82AAB322}" type="pres">
      <dgm:prSet presAssocID="{11CBD320-61AB-40B6-8F01-9227758648FE}" presName="thickLine" presStyleLbl="alignNode1" presStyleIdx="1" presStyleCnt="4"/>
      <dgm:spPr>
        <a:ln>
          <a:solidFill>
            <a:srgbClr val="00B0F0"/>
          </a:solidFill>
        </a:ln>
      </dgm:spPr>
    </dgm:pt>
    <dgm:pt modelId="{0B19A9EE-1F83-4D3A-9290-CD1148C2450B}" type="pres">
      <dgm:prSet presAssocID="{11CBD320-61AB-40B6-8F01-9227758648FE}" presName="horz1" presStyleCnt="0"/>
      <dgm:spPr/>
    </dgm:pt>
    <dgm:pt modelId="{3612C6CF-A998-4C57-8744-D2519EF928EE}" type="pres">
      <dgm:prSet presAssocID="{11CBD320-61AB-40B6-8F01-9227758648FE}" presName="tx1" presStyleLbl="revTx" presStyleIdx="1" presStyleCnt="4"/>
      <dgm:spPr/>
    </dgm:pt>
    <dgm:pt modelId="{261A27C6-6133-4142-B853-4AC4F2568DF0}" type="pres">
      <dgm:prSet presAssocID="{11CBD320-61AB-40B6-8F01-9227758648FE}" presName="vert1" presStyleCnt="0"/>
      <dgm:spPr/>
    </dgm:pt>
    <dgm:pt modelId="{89911CF5-3364-4BD4-9681-9C1DB2CCCB17}" type="pres">
      <dgm:prSet presAssocID="{C46FE98B-B33D-40B9-9CFB-8F1E76634C9F}" presName="thickLine" presStyleLbl="alignNode1" presStyleIdx="2" presStyleCnt="4"/>
      <dgm:spPr>
        <a:ln>
          <a:solidFill>
            <a:srgbClr val="FFFF00"/>
          </a:solidFill>
        </a:ln>
      </dgm:spPr>
    </dgm:pt>
    <dgm:pt modelId="{B8B8480F-D0E6-420A-B6B1-66E011A2E00C}" type="pres">
      <dgm:prSet presAssocID="{C46FE98B-B33D-40B9-9CFB-8F1E76634C9F}" presName="horz1" presStyleCnt="0"/>
      <dgm:spPr/>
    </dgm:pt>
    <dgm:pt modelId="{D04EE77B-3212-4191-97DD-B07D3F94EAE6}" type="pres">
      <dgm:prSet presAssocID="{C46FE98B-B33D-40B9-9CFB-8F1E76634C9F}" presName="tx1" presStyleLbl="revTx" presStyleIdx="2" presStyleCnt="4"/>
      <dgm:spPr/>
    </dgm:pt>
    <dgm:pt modelId="{77925345-1AB0-4614-B3E0-C177DF41F4DD}" type="pres">
      <dgm:prSet presAssocID="{C46FE98B-B33D-40B9-9CFB-8F1E76634C9F}" presName="vert1" presStyleCnt="0"/>
      <dgm:spPr/>
    </dgm:pt>
    <dgm:pt modelId="{3781E31C-009A-490F-A4AD-0979BC29A34D}" type="pres">
      <dgm:prSet presAssocID="{EF2672DF-4544-4074-9797-9E816F506FBF}" presName="thickLine" presStyleLbl="alignNode1" presStyleIdx="3" presStyleCnt="4"/>
      <dgm:spPr>
        <a:ln>
          <a:solidFill>
            <a:srgbClr val="FF9900"/>
          </a:solidFill>
        </a:ln>
      </dgm:spPr>
    </dgm:pt>
    <dgm:pt modelId="{D8DC6481-A840-4A21-8377-63FC09CD1395}" type="pres">
      <dgm:prSet presAssocID="{EF2672DF-4544-4074-9797-9E816F506FBF}" presName="horz1" presStyleCnt="0"/>
      <dgm:spPr/>
    </dgm:pt>
    <dgm:pt modelId="{D0F9D4B5-A6A5-44F3-AEEB-E8E138A3E5D5}" type="pres">
      <dgm:prSet presAssocID="{EF2672DF-4544-4074-9797-9E816F506FBF}" presName="tx1" presStyleLbl="revTx" presStyleIdx="3" presStyleCnt="4"/>
      <dgm:spPr/>
    </dgm:pt>
    <dgm:pt modelId="{89F46589-8309-4CAA-8719-768DDD203028}" type="pres">
      <dgm:prSet presAssocID="{EF2672DF-4544-4074-9797-9E816F506FBF}" presName="vert1" presStyleCnt="0"/>
      <dgm:spPr/>
    </dgm:pt>
  </dgm:ptLst>
  <dgm:cxnLst>
    <dgm:cxn modelId="{DE5A5821-F187-45BA-A692-E6DCE8D62973}" srcId="{B8F7AF34-9DBD-4986-9D58-54C916843736}" destId="{C46FE98B-B33D-40B9-9CFB-8F1E76634C9F}" srcOrd="2" destOrd="0" parTransId="{51007B28-EB7B-445B-AE0E-ABB0B54E8964}" sibTransId="{50E8E779-3426-4D9F-9892-307C1465A4AD}"/>
    <dgm:cxn modelId="{21CD5E5B-B8E7-4637-83C4-0661FEA39444}" type="presOf" srcId="{1F0EFA2E-C5D6-4671-9C16-127F894F232B}" destId="{448ABFB1-7419-48F4-B04E-8F1475341958}" srcOrd="0" destOrd="0" presId="urn:microsoft.com/office/officeart/2008/layout/LinedList"/>
    <dgm:cxn modelId="{87783457-C3EC-4EF8-B55A-BB76A16407DF}" type="presOf" srcId="{B8F7AF34-9DBD-4986-9D58-54C916843736}" destId="{6FCE77B7-8727-413D-AD53-783A2D916588}" srcOrd="0" destOrd="0" presId="urn:microsoft.com/office/officeart/2008/layout/LinedList"/>
    <dgm:cxn modelId="{5CFCDA88-414F-412B-9E0C-17A3B745195D}" type="presOf" srcId="{11CBD320-61AB-40B6-8F01-9227758648FE}" destId="{3612C6CF-A998-4C57-8744-D2519EF928EE}" srcOrd="0" destOrd="0" presId="urn:microsoft.com/office/officeart/2008/layout/LinedList"/>
    <dgm:cxn modelId="{D7744B91-35E7-483D-A75D-EF9128D24909}" srcId="{B8F7AF34-9DBD-4986-9D58-54C916843736}" destId="{11CBD320-61AB-40B6-8F01-9227758648FE}" srcOrd="1" destOrd="0" parTransId="{95C76D46-B7D7-471B-806B-25215006822C}" sibTransId="{DE2B452C-C304-4AFF-A97C-06CFD6719D2A}"/>
    <dgm:cxn modelId="{D5FEE9A5-DF84-4D6D-B9C6-E471D16BC079}" srcId="{B8F7AF34-9DBD-4986-9D58-54C916843736}" destId="{1F0EFA2E-C5D6-4671-9C16-127F894F232B}" srcOrd="0" destOrd="0" parTransId="{B741505F-A292-4C58-9DDE-F44F86608835}" sibTransId="{763B6F1E-EA84-4FF8-B3AE-8976638CEC1E}"/>
    <dgm:cxn modelId="{8A961ECB-8D98-41D3-81C3-0F4BE5A41ECA}" type="presOf" srcId="{EF2672DF-4544-4074-9797-9E816F506FBF}" destId="{D0F9D4B5-A6A5-44F3-AEEB-E8E138A3E5D5}" srcOrd="0" destOrd="0" presId="urn:microsoft.com/office/officeart/2008/layout/LinedList"/>
    <dgm:cxn modelId="{3D020CD7-3B32-491A-AD1F-4A782B2336EB}" srcId="{B8F7AF34-9DBD-4986-9D58-54C916843736}" destId="{EF2672DF-4544-4074-9797-9E816F506FBF}" srcOrd="3" destOrd="0" parTransId="{1A6CE57E-A212-44EA-8FB0-F0E81A6169F9}" sibTransId="{F63334E9-821E-46C8-9B5C-CC1C9D4BD42F}"/>
    <dgm:cxn modelId="{D19D2CFB-9F10-4817-B5ED-BFB43C366F83}" type="presOf" srcId="{C46FE98B-B33D-40B9-9CFB-8F1E76634C9F}" destId="{D04EE77B-3212-4191-97DD-B07D3F94EAE6}" srcOrd="0" destOrd="0" presId="urn:microsoft.com/office/officeart/2008/layout/LinedList"/>
    <dgm:cxn modelId="{EA1FE524-8212-4404-9643-A43F48274AD2}" type="presParOf" srcId="{6FCE77B7-8727-413D-AD53-783A2D916588}" destId="{4DEB5DD3-0B22-494C-BEEF-5162078CA747}" srcOrd="0" destOrd="0" presId="urn:microsoft.com/office/officeart/2008/layout/LinedList"/>
    <dgm:cxn modelId="{097AFE9F-765F-4A09-999A-D71410DF6E48}" type="presParOf" srcId="{6FCE77B7-8727-413D-AD53-783A2D916588}" destId="{5CF7877A-0CA0-4133-8EA2-F265D69CE5CA}" srcOrd="1" destOrd="0" presId="urn:microsoft.com/office/officeart/2008/layout/LinedList"/>
    <dgm:cxn modelId="{47ABE40A-EC20-490D-871A-5BC0CAB768A7}" type="presParOf" srcId="{5CF7877A-0CA0-4133-8EA2-F265D69CE5CA}" destId="{448ABFB1-7419-48F4-B04E-8F1475341958}" srcOrd="0" destOrd="0" presId="urn:microsoft.com/office/officeart/2008/layout/LinedList"/>
    <dgm:cxn modelId="{EF65F282-7503-4777-8E9B-D14B7A0E85D2}" type="presParOf" srcId="{5CF7877A-0CA0-4133-8EA2-F265D69CE5CA}" destId="{A192800F-8E37-42E0-8959-DDC19B1E346A}" srcOrd="1" destOrd="0" presId="urn:microsoft.com/office/officeart/2008/layout/LinedList"/>
    <dgm:cxn modelId="{237F6E0B-A246-4CDC-8A61-93DF9E472670}" type="presParOf" srcId="{6FCE77B7-8727-413D-AD53-783A2D916588}" destId="{4214E725-154A-4C77-A780-3CCF82AAB322}" srcOrd="2" destOrd="0" presId="urn:microsoft.com/office/officeart/2008/layout/LinedList"/>
    <dgm:cxn modelId="{5EB97DD1-943B-4E0D-96B5-7BE5F12637A0}" type="presParOf" srcId="{6FCE77B7-8727-413D-AD53-783A2D916588}" destId="{0B19A9EE-1F83-4D3A-9290-CD1148C2450B}" srcOrd="3" destOrd="0" presId="urn:microsoft.com/office/officeart/2008/layout/LinedList"/>
    <dgm:cxn modelId="{EA1548F1-CD7F-4245-8096-F3CE9B615BF1}" type="presParOf" srcId="{0B19A9EE-1F83-4D3A-9290-CD1148C2450B}" destId="{3612C6CF-A998-4C57-8744-D2519EF928EE}" srcOrd="0" destOrd="0" presId="urn:microsoft.com/office/officeart/2008/layout/LinedList"/>
    <dgm:cxn modelId="{50D80F95-016E-4D8B-83CB-0F126688EE9F}" type="presParOf" srcId="{0B19A9EE-1F83-4D3A-9290-CD1148C2450B}" destId="{261A27C6-6133-4142-B853-4AC4F2568DF0}" srcOrd="1" destOrd="0" presId="urn:microsoft.com/office/officeart/2008/layout/LinedList"/>
    <dgm:cxn modelId="{2CBCB39A-61ED-4DD9-972D-DF612FB900C6}" type="presParOf" srcId="{6FCE77B7-8727-413D-AD53-783A2D916588}" destId="{89911CF5-3364-4BD4-9681-9C1DB2CCCB17}" srcOrd="4" destOrd="0" presId="urn:microsoft.com/office/officeart/2008/layout/LinedList"/>
    <dgm:cxn modelId="{F7B1909E-6F1B-426D-AAD0-33C44C216568}" type="presParOf" srcId="{6FCE77B7-8727-413D-AD53-783A2D916588}" destId="{B8B8480F-D0E6-420A-B6B1-66E011A2E00C}" srcOrd="5" destOrd="0" presId="urn:microsoft.com/office/officeart/2008/layout/LinedList"/>
    <dgm:cxn modelId="{2AFF5101-3A36-449C-83DE-CABE9296C66D}" type="presParOf" srcId="{B8B8480F-D0E6-420A-B6B1-66E011A2E00C}" destId="{D04EE77B-3212-4191-97DD-B07D3F94EAE6}" srcOrd="0" destOrd="0" presId="urn:microsoft.com/office/officeart/2008/layout/LinedList"/>
    <dgm:cxn modelId="{4C9F2833-373F-466D-A0A2-6E7893DE9532}" type="presParOf" srcId="{B8B8480F-D0E6-420A-B6B1-66E011A2E00C}" destId="{77925345-1AB0-4614-B3E0-C177DF41F4DD}" srcOrd="1" destOrd="0" presId="urn:microsoft.com/office/officeart/2008/layout/LinedList"/>
    <dgm:cxn modelId="{810251C3-65F9-4CB0-8E7D-A4EC4F766767}" type="presParOf" srcId="{6FCE77B7-8727-413D-AD53-783A2D916588}" destId="{3781E31C-009A-490F-A4AD-0979BC29A34D}" srcOrd="6" destOrd="0" presId="urn:microsoft.com/office/officeart/2008/layout/LinedList"/>
    <dgm:cxn modelId="{48E87F4B-A92E-410D-A5C1-EF013334C483}" type="presParOf" srcId="{6FCE77B7-8727-413D-AD53-783A2D916588}" destId="{D8DC6481-A840-4A21-8377-63FC09CD1395}" srcOrd="7" destOrd="0" presId="urn:microsoft.com/office/officeart/2008/layout/LinedList"/>
    <dgm:cxn modelId="{A5C46913-B8B5-475F-AD79-DBD60DC60DA4}" type="presParOf" srcId="{D8DC6481-A840-4A21-8377-63FC09CD1395}" destId="{D0F9D4B5-A6A5-44F3-AEEB-E8E138A3E5D5}" srcOrd="0" destOrd="0" presId="urn:microsoft.com/office/officeart/2008/layout/LinedList"/>
    <dgm:cxn modelId="{5096DB82-08A5-4706-9CBF-74E278ECA1E2}" type="presParOf" srcId="{D8DC6481-A840-4A21-8377-63FC09CD1395}" destId="{89F46589-8309-4CAA-8719-768DDD203028}"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7AB9BDD-D2AC-48A3-85E2-E22934283958}" type="doc">
      <dgm:prSet loTypeId="urn:microsoft.com/office/officeart/2008/layout/LinedList" loCatId="list" qsTypeId="urn:microsoft.com/office/officeart/2005/8/quickstyle/simple4" qsCatId="simple" csTypeId="urn:microsoft.com/office/officeart/2005/8/colors/accent1_2" csCatId="accent1" phldr="1"/>
      <dgm:spPr/>
      <dgm:t>
        <a:bodyPr/>
        <a:lstStyle/>
        <a:p>
          <a:endParaRPr lang="en-US"/>
        </a:p>
      </dgm:t>
    </dgm:pt>
    <dgm:pt modelId="{4DC6D9E2-E79B-4FF5-A928-4731A232353D}">
      <dgm:prSet custT="1"/>
      <dgm:spPr/>
      <dgm:t>
        <a:bodyPr anchor="ctr"/>
        <a:lstStyle/>
        <a:p>
          <a:r>
            <a:rPr lang="sk-SK" sz="3200" b="0" noProof="0" dirty="0">
              <a:latin typeface="Helvetica Neue" panose="02000503000000020004" pitchFamily="2" charset="0"/>
              <a:ea typeface="Helvetica Neue" panose="02000503000000020004" pitchFamily="2" charset="0"/>
              <a:cs typeface="Helvetica Neue" panose="02000503000000020004" pitchFamily="2" charset="0"/>
            </a:rPr>
            <a:t>Používateľský účet</a:t>
          </a:r>
        </a:p>
      </dgm:t>
    </dgm:pt>
    <dgm:pt modelId="{C7F2F7DE-CB67-40D4-8814-D9B37F88CC68}" type="parTrans" cxnId="{E500245B-D8FD-4CE5-8995-6030B66AD29C}">
      <dgm:prSet/>
      <dgm:spPr/>
      <dgm:t>
        <a:bodyPr/>
        <a:lstStyle/>
        <a:p>
          <a:endParaRPr lang="en-US"/>
        </a:p>
      </dgm:t>
    </dgm:pt>
    <dgm:pt modelId="{BAD199CB-A93E-4706-9CB1-80738E776328}" type="sibTrans" cxnId="{E500245B-D8FD-4CE5-8995-6030B66AD29C}">
      <dgm:prSet/>
      <dgm:spPr/>
      <dgm:t>
        <a:bodyPr/>
        <a:lstStyle/>
        <a:p>
          <a:endParaRPr lang="en-US"/>
        </a:p>
      </dgm:t>
    </dgm:pt>
    <dgm:pt modelId="{E221785A-1C15-413A-BF53-FD9B4D93D3B9}">
      <dgm:prSet custT="1"/>
      <dgm:spPr/>
      <dgm:t>
        <a:bodyPr anchor="ctr"/>
        <a:lstStyle/>
        <a:p>
          <a:r>
            <a:rPr lang="sk-SK" sz="3200" b="0" noProof="0" dirty="0">
              <a:latin typeface="Helvetica Neue" panose="02000503000000020004" pitchFamily="2" charset="0"/>
              <a:ea typeface="Helvetica Neue" panose="02000503000000020004" pitchFamily="2" charset="0"/>
              <a:cs typeface="Helvetica Neue" panose="02000503000000020004" pitchFamily="2" charset="0"/>
            </a:rPr>
            <a:t>Rodinní príslušníci</a:t>
          </a:r>
        </a:p>
      </dgm:t>
    </dgm:pt>
    <dgm:pt modelId="{57E8A92A-4F7A-4482-ACA9-8A56ED9D6373}" type="parTrans" cxnId="{C0E8F5C2-C5F8-495C-91FF-079044037A48}">
      <dgm:prSet/>
      <dgm:spPr/>
      <dgm:t>
        <a:bodyPr/>
        <a:lstStyle/>
        <a:p>
          <a:endParaRPr lang="en-US"/>
        </a:p>
      </dgm:t>
    </dgm:pt>
    <dgm:pt modelId="{5186FF59-69D1-45D9-87CF-0DB41DE8514B}" type="sibTrans" cxnId="{C0E8F5C2-C5F8-495C-91FF-079044037A48}">
      <dgm:prSet/>
      <dgm:spPr/>
      <dgm:t>
        <a:bodyPr/>
        <a:lstStyle/>
        <a:p>
          <a:endParaRPr lang="en-US"/>
        </a:p>
      </dgm:t>
    </dgm:pt>
    <dgm:pt modelId="{48CF3636-1A9B-46A6-AB7E-E3933A78C522}">
      <dgm:prSet custT="1"/>
      <dgm:spPr/>
      <dgm:t>
        <a:bodyPr anchor="ctr"/>
        <a:lstStyle/>
        <a:p>
          <a:r>
            <a:rPr lang="sk-SK" sz="3200" noProof="0" dirty="0">
              <a:latin typeface="Helvetica Neue" panose="02000503000000020004" pitchFamily="2" charset="0"/>
              <a:ea typeface="Helvetica Neue" panose="02000503000000020004" pitchFamily="2" charset="0"/>
              <a:cs typeface="Helvetica Neue" panose="02000503000000020004" pitchFamily="2" charset="0"/>
            </a:rPr>
            <a:t>Vyhľadávanie lekárov</a:t>
          </a:r>
        </a:p>
      </dgm:t>
    </dgm:pt>
    <dgm:pt modelId="{BDDF3314-F34A-4A33-B22F-519B8A96B234}" type="parTrans" cxnId="{539D42C5-DA75-407D-9E33-EEDF12015927}">
      <dgm:prSet/>
      <dgm:spPr/>
      <dgm:t>
        <a:bodyPr/>
        <a:lstStyle/>
        <a:p>
          <a:endParaRPr lang="en-US"/>
        </a:p>
      </dgm:t>
    </dgm:pt>
    <dgm:pt modelId="{2C9740D8-287F-4EE8-8DC9-5EBE19FF87CE}" type="sibTrans" cxnId="{539D42C5-DA75-407D-9E33-EEDF12015927}">
      <dgm:prSet/>
      <dgm:spPr/>
      <dgm:t>
        <a:bodyPr/>
        <a:lstStyle/>
        <a:p>
          <a:endParaRPr lang="en-US"/>
        </a:p>
      </dgm:t>
    </dgm:pt>
    <dgm:pt modelId="{3E09D733-B381-4621-A2B5-B27934DE5664}">
      <dgm:prSet custT="1"/>
      <dgm:spPr/>
      <dgm:t>
        <a:bodyPr anchor="ctr"/>
        <a:lstStyle/>
        <a:p>
          <a:r>
            <a:rPr lang="sk-SK" sz="3200" noProof="0" dirty="0">
              <a:latin typeface="Helvetica Neue" panose="02000503000000020004" pitchFamily="2" charset="0"/>
              <a:ea typeface="Helvetica Neue" panose="02000503000000020004" pitchFamily="2" charset="0"/>
              <a:cs typeface="Helvetica Neue" panose="02000503000000020004" pitchFamily="2" charset="0"/>
            </a:rPr>
            <a:t>Rezervovanie termínu</a:t>
          </a:r>
        </a:p>
      </dgm:t>
    </dgm:pt>
    <dgm:pt modelId="{51F760E9-7AEA-4273-82A8-FDB53EA72655}" type="parTrans" cxnId="{FDA46A09-0791-4FB8-8778-9B481E989052}">
      <dgm:prSet/>
      <dgm:spPr/>
      <dgm:t>
        <a:bodyPr/>
        <a:lstStyle/>
        <a:p>
          <a:endParaRPr lang="en-US"/>
        </a:p>
      </dgm:t>
    </dgm:pt>
    <dgm:pt modelId="{D305CCCB-C1BA-48A9-8402-C8710EEF8CCD}" type="sibTrans" cxnId="{FDA46A09-0791-4FB8-8778-9B481E989052}">
      <dgm:prSet/>
      <dgm:spPr/>
      <dgm:t>
        <a:bodyPr/>
        <a:lstStyle/>
        <a:p>
          <a:endParaRPr lang="en-US"/>
        </a:p>
      </dgm:t>
    </dgm:pt>
    <dgm:pt modelId="{23BEA33C-2269-1245-92B3-29D9A976DAE9}">
      <dgm:prSet/>
      <dgm:spPr/>
      <dgm:t>
        <a:bodyPr/>
        <a:lstStyle/>
        <a:p>
          <a:r>
            <a:rPr lang="sk-SK" noProof="0" dirty="0">
              <a:latin typeface="Helvetica Neue" panose="02000503000000020004" pitchFamily="2" charset="0"/>
              <a:ea typeface="Helvetica Neue" panose="02000503000000020004" pitchFamily="2" charset="0"/>
              <a:cs typeface="Helvetica Neue" panose="02000503000000020004" pitchFamily="2" charset="0"/>
            </a:rPr>
            <a:t>Notifikácie o termínoch</a:t>
          </a:r>
        </a:p>
      </dgm:t>
    </dgm:pt>
    <dgm:pt modelId="{347A3EC5-5500-4344-B2C1-30F746FAFA92}" type="parTrans" cxnId="{AB8394CC-F076-FF48-8705-B86DA3098536}">
      <dgm:prSet/>
      <dgm:spPr/>
      <dgm:t>
        <a:bodyPr/>
        <a:lstStyle/>
        <a:p>
          <a:endParaRPr lang="sk-SK"/>
        </a:p>
      </dgm:t>
    </dgm:pt>
    <dgm:pt modelId="{7A05FA98-1CF4-D841-815E-356EB9D15855}" type="sibTrans" cxnId="{AB8394CC-F076-FF48-8705-B86DA3098536}">
      <dgm:prSet/>
      <dgm:spPr/>
      <dgm:t>
        <a:bodyPr/>
        <a:lstStyle/>
        <a:p>
          <a:endParaRPr lang="sk-SK"/>
        </a:p>
      </dgm:t>
    </dgm:pt>
    <dgm:pt modelId="{CD38A00E-A3C3-8E46-9166-89E5B41D8219}">
      <dgm:prSet/>
      <dgm:spPr/>
      <dgm:t>
        <a:bodyPr/>
        <a:lstStyle/>
        <a:p>
          <a:r>
            <a:rPr lang="sk-SK" noProof="0" dirty="0">
              <a:latin typeface="Helvetica Neue" panose="02000503000000020004" pitchFamily="2" charset="0"/>
              <a:ea typeface="Helvetica Neue" panose="02000503000000020004" pitchFamily="2" charset="0"/>
              <a:cs typeface="Helvetica Neue" panose="02000503000000020004" pitchFamily="2" charset="0"/>
            </a:rPr>
            <a:t>História návštev</a:t>
          </a:r>
        </a:p>
      </dgm:t>
    </dgm:pt>
    <dgm:pt modelId="{E186BDD1-24C0-444B-AC8F-B0AD2DAA9449}" type="parTrans" cxnId="{14561587-9FE6-F340-A043-8EBF6257F404}">
      <dgm:prSet/>
      <dgm:spPr/>
      <dgm:t>
        <a:bodyPr/>
        <a:lstStyle/>
        <a:p>
          <a:endParaRPr lang="sk-SK"/>
        </a:p>
      </dgm:t>
    </dgm:pt>
    <dgm:pt modelId="{8F67A890-72BF-844A-AAD2-5DC32CA5E3AF}" type="sibTrans" cxnId="{14561587-9FE6-F340-A043-8EBF6257F404}">
      <dgm:prSet/>
      <dgm:spPr/>
      <dgm:t>
        <a:bodyPr/>
        <a:lstStyle/>
        <a:p>
          <a:endParaRPr lang="sk-SK"/>
        </a:p>
      </dgm:t>
    </dgm:pt>
    <dgm:pt modelId="{405D7C82-7F46-9A4F-BAF7-A9645B5A0795}" type="pres">
      <dgm:prSet presAssocID="{E7AB9BDD-D2AC-48A3-85E2-E22934283958}" presName="vert0" presStyleCnt="0">
        <dgm:presLayoutVars>
          <dgm:dir/>
          <dgm:animOne val="branch"/>
          <dgm:animLvl val="lvl"/>
        </dgm:presLayoutVars>
      </dgm:prSet>
      <dgm:spPr/>
    </dgm:pt>
    <dgm:pt modelId="{1D70A020-6762-E74E-9D6D-668D3C95CE3A}" type="pres">
      <dgm:prSet presAssocID="{4DC6D9E2-E79B-4FF5-A928-4731A232353D}" presName="thickLine" presStyleLbl="alignNode1" presStyleIdx="0" presStyleCnt="6"/>
      <dgm:spPr/>
    </dgm:pt>
    <dgm:pt modelId="{AC9514AA-6F66-E34B-BCD8-C1ADED8FEE14}" type="pres">
      <dgm:prSet presAssocID="{4DC6D9E2-E79B-4FF5-A928-4731A232353D}" presName="horz1" presStyleCnt="0"/>
      <dgm:spPr/>
    </dgm:pt>
    <dgm:pt modelId="{3CCC34C4-E39B-8743-8E5D-8D0D5D5600C5}" type="pres">
      <dgm:prSet presAssocID="{4DC6D9E2-E79B-4FF5-A928-4731A232353D}" presName="tx1" presStyleLbl="revTx" presStyleIdx="0" presStyleCnt="6"/>
      <dgm:spPr/>
    </dgm:pt>
    <dgm:pt modelId="{F48C7B95-ACDA-1F49-945B-15CD109A1407}" type="pres">
      <dgm:prSet presAssocID="{4DC6D9E2-E79B-4FF5-A928-4731A232353D}" presName="vert1" presStyleCnt="0"/>
      <dgm:spPr/>
    </dgm:pt>
    <dgm:pt modelId="{587FE207-F05E-6649-9C21-1EA9BF642201}" type="pres">
      <dgm:prSet presAssocID="{E221785A-1C15-413A-BF53-FD9B4D93D3B9}" presName="thickLine" presStyleLbl="alignNode1" presStyleIdx="1" presStyleCnt="6"/>
      <dgm:spPr/>
    </dgm:pt>
    <dgm:pt modelId="{8BA0C28B-8E4D-8B49-A8E0-4CB49A0ED6BE}" type="pres">
      <dgm:prSet presAssocID="{E221785A-1C15-413A-BF53-FD9B4D93D3B9}" presName="horz1" presStyleCnt="0"/>
      <dgm:spPr/>
    </dgm:pt>
    <dgm:pt modelId="{A607230A-734E-AE47-888A-08B2D0F51729}" type="pres">
      <dgm:prSet presAssocID="{E221785A-1C15-413A-BF53-FD9B4D93D3B9}" presName="tx1" presStyleLbl="revTx" presStyleIdx="1" presStyleCnt="6"/>
      <dgm:spPr/>
    </dgm:pt>
    <dgm:pt modelId="{2FAED8D4-24C8-B446-965F-136862A7A345}" type="pres">
      <dgm:prSet presAssocID="{E221785A-1C15-413A-BF53-FD9B4D93D3B9}" presName="vert1" presStyleCnt="0"/>
      <dgm:spPr/>
    </dgm:pt>
    <dgm:pt modelId="{EDB7363F-3B69-C949-B305-A6E58425395E}" type="pres">
      <dgm:prSet presAssocID="{48CF3636-1A9B-46A6-AB7E-E3933A78C522}" presName="thickLine" presStyleLbl="alignNode1" presStyleIdx="2" presStyleCnt="6"/>
      <dgm:spPr/>
    </dgm:pt>
    <dgm:pt modelId="{04C98A7E-A5C6-3840-9B1D-29F42BDA44EA}" type="pres">
      <dgm:prSet presAssocID="{48CF3636-1A9B-46A6-AB7E-E3933A78C522}" presName="horz1" presStyleCnt="0"/>
      <dgm:spPr/>
    </dgm:pt>
    <dgm:pt modelId="{FEF6F2E6-BE38-E54B-8211-1FF77E9B178A}" type="pres">
      <dgm:prSet presAssocID="{48CF3636-1A9B-46A6-AB7E-E3933A78C522}" presName="tx1" presStyleLbl="revTx" presStyleIdx="2" presStyleCnt="6"/>
      <dgm:spPr/>
    </dgm:pt>
    <dgm:pt modelId="{B9D70C90-F314-5D44-944F-CC9812C1B20C}" type="pres">
      <dgm:prSet presAssocID="{48CF3636-1A9B-46A6-AB7E-E3933A78C522}" presName="vert1" presStyleCnt="0"/>
      <dgm:spPr/>
    </dgm:pt>
    <dgm:pt modelId="{FE287703-BC7B-8644-81FC-F1A75E90308A}" type="pres">
      <dgm:prSet presAssocID="{3E09D733-B381-4621-A2B5-B27934DE5664}" presName="thickLine" presStyleLbl="alignNode1" presStyleIdx="3" presStyleCnt="6"/>
      <dgm:spPr/>
    </dgm:pt>
    <dgm:pt modelId="{47A3E5FB-CFEA-3F42-AC75-6AB97CB6E880}" type="pres">
      <dgm:prSet presAssocID="{3E09D733-B381-4621-A2B5-B27934DE5664}" presName="horz1" presStyleCnt="0"/>
      <dgm:spPr/>
    </dgm:pt>
    <dgm:pt modelId="{DEA6FE09-44C0-A548-99C5-EACBC59BD4DB}" type="pres">
      <dgm:prSet presAssocID="{3E09D733-B381-4621-A2B5-B27934DE5664}" presName="tx1" presStyleLbl="revTx" presStyleIdx="3" presStyleCnt="6"/>
      <dgm:spPr/>
    </dgm:pt>
    <dgm:pt modelId="{B128AA6A-51CA-1B4D-BBEF-95CFE1264484}" type="pres">
      <dgm:prSet presAssocID="{3E09D733-B381-4621-A2B5-B27934DE5664}" presName="vert1" presStyleCnt="0"/>
      <dgm:spPr/>
    </dgm:pt>
    <dgm:pt modelId="{A88ABFF5-8A3A-0345-BF71-81FB2695711E}" type="pres">
      <dgm:prSet presAssocID="{23BEA33C-2269-1245-92B3-29D9A976DAE9}" presName="thickLine" presStyleLbl="alignNode1" presStyleIdx="4" presStyleCnt="6"/>
      <dgm:spPr/>
    </dgm:pt>
    <dgm:pt modelId="{DA08A31E-E3D1-CA41-BF40-87503C761C7F}" type="pres">
      <dgm:prSet presAssocID="{23BEA33C-2269-1245-92B3-29D9A976DAE9}" presName="horz1" presStyleCnt="0"/>
      <dgm:spPr/>
    </dgm:pt>
    <dgm:pt modelId="{8287DCB6-1D71-0548-AE60-A2A167738897}" type="pres">
      <dgm:prSet presAssocID="{23BEA33C-2269-1245-92B3-29D9A976DAE9}" presName="tx1" presStyleLbl="revTx" presStyleIdx="4" presStyleCnt="6"/>
      <dgm:spPr/>
    </dgm:pt>
    <dgm:pt modelId="{B1849984-1F15-6C4E-A163-34414569EEA7}" type="pres">
      <dgm:prSet presAssocID="{23BEA33C-2269-1245-92B3-29D9A976DAE9}" presName="vert1" presStyleCnt="0"/>
      <dgm:spPr/>
    </dgm:pt>
    <dgm:pt modelId="{650F9AB0-5DA5-624E-8318-5A4EF003C877}" type="pres">
      <dgm:prSet presAssocID="{CD38A00E-A3C3-8E46-9166-89E5B41D8219}" presName="thickLine" presStyleLbl="alignNode1" presStyleIdx="5" presStyleCnt="6"/>
      <dgm:spPr/>
    </dgm:pt>
    <dgm:pt modelId="{BB197499-A279-8842-9235-39BB06DAB6D0}" type="pres">
      <dgm:prSet presAssocID="{CD38A00E-A3C3-8E46-9166-89E5B41D8219}" presName="horz1" presStyleCnt="0"/>
      <dgm:spPr/>
    </dgm:pt>
    <dgm:pt modelId="{FD4AB5B8-B238-0E46-9DCF-36E21DEECE4D}" type="pres">
      <dgm:prSet presAssocID="{CD38A00E-A3C3-8E46-9166-89E5B41D8219}" presName="tx1" presStyleLbl="revTx" presStyleIdx="5" presStyleCnt="6"/>
      <dgm:spPr/>
    </dgm:pt>
    <dgm:pt modelId="{55BF8829-8A72-3B41-9215-5F918A2A3676}" type="pres">
      <dgm:prSet presAssocID="{CD38A00E-A3C3-8E46-9166-89E5B41D8219}" presName="vert1" presStyleCnt="0"/>
      <dgm:spPr/>
    </dgm:pt>
  </dgm:ptLst>
  <dgm:cxnLst>
    <dgm:cxn modelId="{FDA46A09-0791-4FB8-8778-9B481E989052}" srcId="{E7AB9BDD-D2AC-48A3-85E2-E22934283958}" destId="{3E09D733-B381-4621-A2B5-B27934DE5664}" srcOrd="3" destOrd="0" parTransId="{51F760E9-7AEA-4273-82A8-FDB53EA72655}" sibTransId="{D305CCCB-C1BA-48A9-8402-C8710EEF8CCD}"/>
    <dgm:cxn modelId="{F5627922-4882-7748-8146-F7DACED28CE1}" type="presOf" srcId="{23BEA33C-2269-1245-92B3-29D9A976DAE9}" destId="{8287DCB6-1D71-0548-AE60-A2A167738897}" srcOrd="0" destOrd="0" presId="urn:microsoft.com/office/officeart/2008/layout/LinedList"/>
    <dgm:cxn modelId="{03BEFE33-E9D2-634F-90B9-463A1ADA6D7A}" type="presOf" srcId="{CD38A00E-A3C3-8E46-9166-89E5B41D8219}" destId="{FD4AB5B8-B238-0E46-9DCF-36E21DEECE4D}" srcOrd="0" destOrd="0" presId="urn:microsoft.com/office/officeart/2008/layout/LinedList"/>
    <dgm:cxn modelId="{6AC5A83E-4509-DA4F-BB52-1EBA4BF0BBD3}" type="presOf" srcId="{E7AB9BDD-D2AC-48A3-85E2-E22934283958}" destId="{405D7C82-7F46-9A4F-BAF7-A9645B5A0795}" srcOrd="0" destOrd="0" presId="urn:microsoft.com/office/officeart/2008/layout/LinedList"/>
    <dgm:cxn modelId="{E500245B-D8FD-4CE5-8995-6030B66AD29C}" srcId="{E7AB9BDD-D2AC-48A3-85E2-E22934283958}" destId="{4DC6D9E2-E79B-4FF5-A928-4731A232353D}" srcOrd="0" destOrd="0" parTransId="{C7F2F7DE-CB67-40D4-8814-D9B37F88CC68}" sibTransId="{BAD199CB-A93E-4706-9CB1-80738E776328}"/>
    <dgm:cxn modelId="{6B1A5B4A-ED3F-EA48-AD53-76C63DE5B0D8}" type="presOf" srcId="{E221785A-1C15-413A-BF53-FD9B4D93D3B9}" destId="{A607230A-734E-AE47-888A-08B2D0F51729}" srcOrd="0" destOrd="0" presId="urn:microsoft.com/office/officeart/2008/layout/LinedList"/>
    <dgm:cxn modelId="{14561587-9FE6-F340-A043-8EBF6257F404}" srcId="{E7AB9BDD-D2AC-48A3-85E2-E22934283958}" destId="{CD38A00E-A3C3-8E46-9166-89E5B41D8219}" srcOrd="5" destOrd="0" parTransId="{E186BDD1-24C0-444B-AC8F-B0AD2DAA9449}" sibTransId="{8F67A890-72BF-844A-AAD2-5DC32CA5E3AF}"/>
    <dgm:cxn modelId="{8DAFB5A8-A8D9-3E43-ABAA-7270ACE9290A}" type="presOf" srcId="{48CF3636-1A9B-46A6-AB7E-E3933A78C522}" destId="{FEF6F2E6-BE38-E54B-8211-1FF77E9B178A}" srcOrd="0" destOrd="0" presId="urn:microsoft.com/office/officeart/2008/layout/LinedList"/>
    <dgm:cxn modelId="{646E30B1-AEAD-854C-89ED-CD27F38D044F}" type="presOf" srcId="{3E09D733-B381-4621-A2B5-B27934DE5664}" destId="{DEA6FE09-44C0-A548-99C5-EACBC59BD4DB}" srcOrd="0" destOrd="0" presId="urn:microsoft.com/office/officeart/2008/layout/LinedList"/>
    <dgm:cxn modelId="{C0E8F5C2-C5F8-495C-91FF-079044037A48}" srcId="{E7AB9BDD-D2AC-48A3-85E2-E22934283958}" destId="{E221785A-1C15-413A-BF53-FD9B4D93D3B9}" srcOrd="1" destOrd="0" parTransId="{57E8A92A-4F7A-4482-ACA9-8A56ED9D6373}" sibTransId="{5186FF59-69D1-45D9-87CF-0DB41DE8514B}"/>
    <dgm:cxn modelId="{539D42C5-DA75-407D-9E33-EEDF12015927}" srcId="{E7AB9BDD-D2AC-48A3-85E2-E22934283958}" destId="{48CF3636-1A9B-46A6-AB7E-E3933A78C522}" srcOrd="2" destOrd="0" parTransId="{BDDF3314-F34A-4A33-B22F-519B8A96B234}" sibTransId="{2C9740D8-287F-4EE8-8DC9-5EBE19FF87CE}"/>
    <dgm:cxn modelId="{AB8394CC-F076-FF48-8705-B86DA3098536}" srcId="{E7AB9BDD-D2AC-48A3-85E2-E22934283958}" destId="{23BEA33C-2269-1245-92B3-29D9A976DAE9}" srcOrd="4" destOrd="0" parTransId="{347A3EC5-5500-4344-B2C1-30F746FAFA92}" sibTransId="{7A05FA98-1CF4-D841-815E-356EB9D15855}"/>
    <dgm:cxn modelId="{E1AF36F3-BB64-3D4D-8987-08DE5567D4D5}" type="presOf" srcId="{4DC6D9E2-E79B-4FF5-A928-4731A232353D}" destId="{3CCC34C4-E39B-8743-8E5D-8D0D5D5600C5}" srcOrd="0" destOrd="0" presId="urn:microsoft.com/office/officeart/2008/layout/LinedList"/>
    <dgm:cxn modelId="{81279B4E-3612-8E4B-9B65-CDED7B0F1D6D}" type="presParOf" srcId="{405D7C82-7F46-9A4F-BAF7-A9645B5A0795}" destId="{1D70A020-6762-E74E-9D6D-668D3C95CE3A}" srcOrd="0" destOrd="0" presId="urn:microsoft.com/office/officeart/2008/layout/LinedList"/>
    <dgm:cxn modelId="{D68865C0-8306-4B48-BEC9-4D415E7DD906}" type="presParOf" srcId="{405D7C82-7F46-9A4F-BAF7-A9645B5A0795}" destId="{AC9514AA-6F66-E34B-BCD8-C1ADED8FEE14}" srcOrd="1" destOrd="0" presId="urn:microsoft.com/office/officeart/2008/layout/LinedList"/>
    <dgm:cxn modelId="{A4E78F11-C33B-BE4B-B1D2-074FB98DDD55}" type="presParOf" srcId="{AC9514AA-6F66-E34B-BCD8-C1ADED8FEE14}" destId="{3CCC34C4-E39B-8743-8E5D-8D0D5D5600C5}" srcOrd="0" destOrd="0" presId="urn:microsoft.com/office/officeart/2008/layout/LinedList"/>
    <dgm:cxn modelId="{3C2CA23A-524E-E649-9F6A-897F53C86DED}" type="presParOf" srcId="{AC9514AA-6F66-E34B-BCD8-C1ADED8FEE14}" destId="{F48C7B95-ACDA-1F49-945B-15CD109A1407}" srcOrd="1" destOrd="0" presId="urn:microsoft.com/office/officeart/2008/layout/LinedList"/>
    <dgm:cxn modelId="{E1DB0576-999C-384E-B4A7-D926945FB60F}" type="presParOf" srcId="{405D7C82-7F46-9A4F-BAF7-A9645B5A0795}" destId="{587FE207-F05E-6649-9C21-1EA9BF642201}" srcOrd="2" destOrd="0" presId="urn:microsoft.com/office/officeart/2008/layout/LinedList"/>
    <dgm:cxn modelId="{1ABD0A5E-CBBF-EA4D-851B-A82CBD9B4C07}" type="presParOf" srcId="{405D7C82-7F46-9A4F-BAF7-A9645B5A0795}" destId="{8BA0C28B-8E4D-8B49-A8E0-4CB49A0ED6BE}" srcOrd="3" destOrd="0" presId="urn:microsoft.com/office/officeart/2008/layout/LinedList"/>
    <dgm:cxn modelId="{F6F25FAF-914E-154F-BC87-D28B001F5E16}" type="presParOf" srcId="{8BA0C28B-8E4D-8B49-A8E0-4CB49A0ED6BE}" destId="{A607230A-734E-AE47-888A-08B2D0F51729}" srcOrd="0" destOrd="0" presId="urn:microsoft.com/office/officeart/2008/layout/LinedList"/>
    <dgm:cxn modelId="{CB2023B3-1FC1-E04F-8374-469F98735349}" type="presParOf" srcId="{8BA0C28B-8E4D-8B49-A8E0-4CB49A0ED6BE}" destId="{2FAED8D4-24C8-B446-965F-136862A7A345}" srcOrd="1" destOrd="0" presId="urn:microsoft.com/office/officeart/2008/layout/LinedList"/>
    <dgm:cxn modelId="{C96F4F5B-04AF-064A-AE23-AC06273C2766}" type="presParOf" srcId="{405D7C82-7F46-9A4F-BAF7-A9645B5A0795}" destId="{EDB7363F-3B69-C949-B305-A6E58425395E}" srcOrd="4" destOrd="0" presId="urn:microsoft.com/office/officeart/2008/layout/LinedList"/>
    <dgm:cxn modelId="{E1281DE4-8618-D043-AB31-C21B54ED7FCF}" type="presParOf" srcId="{405D7C82-7F46-9A4F-BAF7-A9645B5A0795}" destId="{04C98A7E-A5C6-3840-9B1D-29F42BDA44EA}" srcOrd="5" destOrd="0" presId="urn:microsoft.com/office/officeart/2008/layout/LinedList"/>
    <dgm:cxn modelId="{4E77D749-C2D8-724A-9173-04CE1ED836E6}" type="presParOf" srcId="{04C98A7E-A5C6-3840-9B1D-29F42BDA44EA}" destId="{FEF6F2E6-BE38-E54B-8211-1FF77E9B178A}" srcOrd="0" destOrd="0" presId="urn:microsoft.com/office/officeart/2008/layout/LinedList"/>
    <dgm:cxn modelId="{0D3D03BC-761B-B74A-8C5E-5C65B4366F14}" type="presParOf" srcId="{04C98A7E-A5C6-3840-9B1D-29F42BDA44EA}" destId="{B9D70C90-F314-5D44-944F-CC9812C1B20C}" srcOrd="1" destOrd="0" presId="urn:microsoft.com/office/officeart/2008/layout/LinedList"/>
    <dgm:cxn modelId="{D10BB026-0C8B-1143-B378-A739F738ABB2}" type="presParOf" srcId="{405D7C82-7F46-9A4F-BAF7-A9645B5A0795}" destId="{FE287703-BC7B-8644-81FC-F1A75E90308A}" srcOrd="6" destOrd="0" presId="urn:microsoft.com/office/officeart/2008/layout/LinedList"/>
    <dgm:cxn modelId="{A83FEAF5-3BB8-C34F-AFC8-776F7D8DDBCC}" type="presParOf" srcId="{405D7C82-7F46-9A4F-BAF7-A9645B5A0795}" destId="{47A3E5FB-CFEA-3F42-AC75-6AB97CB6E880}" srcOrd="7" destOrd="0" presId="urn:microsoft.com/office/officeart/2008/layout/LinedList"/>
    <dgm:cxn modelId="{69D3C1DF-1CC8-FE4B-978B-C8020BD94734}" type="presParOf" srcId="{47A3E5FB-CFEA-3F42-AC75-6AB97CB6E880}" destId="{DEA6FE09-44C0-A548-99C5-EACBC59BD4DB}" srcOrd="0" destOrd="0" presId="urn:microsoft.com/office/officeart/2008/layout/LinedList"/>
    <dgm:cxn modelId="{45376519-F3B8-0C48-876D-C8833F6D0779}" type="presParOf" srcId="{47A3E5FB-CFEA-3F42-AC75-6AB97CB6E880}" destId="{B128AA6A-51CA-1B4D-BBEF-95CFE1264484}" srcOrd="1" destOrd="0" presId="urn:microsoft.com/office/officeart/2008/layout/LinedList"/>
    <dgm:cxn modelId="{7A9AEA7F-5B0D-784F-B2B0-16D02987E899}" type="presParOf" srcId="{405D7C82-7F46-9A4F-BAF7-A9645B5A0795}" destId="{A88ABFF5-8A3A-0345-BF71-81FB2695711E}" srcOrd="8" destOrd="0" presId="urn:microsoft.com/office/officeart/2008/layout/LinedList"/>
    <dgm:cxn modelId="{A54E4475-2BC0-D94A-983E-BB940A905471}" type="presParOf" srcId="{405D7C82-7F46-9A4F-BAF7-A9645B5A0795}" destId="{DA08A31E-E3D1-CA41-BF40-87503C761C7F}" srcOrd="9" destOrd="0" presId="urn:microsoft.com/office/officeart/2008/layout/LinedList"/>
    <dgm:cxn modelId="{93E64661-2458-9044-BC95-13E9194C61E1}" type="presParOf" srcId="{DA08A31E-E3D1-CA41-BF40-87503C761C7F}" destId="{8287DCB6-1D71-0548-AE60-A2A167738897}" srcOrd="0" destOrd="0" presId="urn:microsoft.com/office/officeart/2008/layout/LinedList"/>
    <dgm:cxn modelId="{254D88F7-B01D-B54B-8EF8-3376C765A461}" type="presParOf" srcId="{DA08A31E-E3D1-CA41-BF40-87503C761C7F}" destId="{B1849984-1F15-6C4E-A163-34414569EEA7}" srcOrd="1" destOrd="0" presId="urn:microsoft.com/office/officeart/2008/layout/LinedList"/>
    <dgm:cxn modelId="{8F74E368-A8A9-CE47-994C-204137D7100B}" type="presParOf" srcId="{405D7C82-7F46-9A4F-BAF7-A9645B5A0795}" destId="{650F9AB0-5DA5-624E-8318-5A4EF003C877}" srcOrd="10" destOrd="0" presId="urn:microsoft.com/office/officeart/2008/layout/LinedList"/>
    <dgm:cxn modelId="{10FF3B63-F93A-F94E-886F-0B149315E18F}" type="presParOf" srcId="{405D7C82-7F46-9A4F-BAF7-A9645B5A0795}" destId="{BB197499-A279-8842-9235-39BB06DAB6D0}" srcOrd="11" destOrd="0" presId="urn:microsoft.com/office/officeart/2008/layout/LinedList"/>
    <dgm:cxn modelId="{C3CCDC78-C6FF-AC4E-8498-F8E6AB1B99E3}" type="presParOf" srcId="{BB197499-A279-8842-9235-39BB06DAB6D0}" destId="{FD4AB5B8-B238-0E46-9DCF-36E21DEECE4D}" srcOrd="0" destOrd="0" presId="urn:microsoft.com/office/officeart/2008/layout/LinedList"/>
    <dgm:cxn modelId="{7E65EB52-CABA-6C45-A25F-C7E3D26FCB3B}" type="presParOf" srcId="{BB197499-A279-8842-9235-39BB06DAB6D0}" destId="{55BF8829-8A72-3B41-9215-5F918A2A3676}"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7AB9BDD-D2AC-48A3-85E2-E22934283958}" type="doc">
      <dgm:prSet loTypeId="urn:microsoft.com/office/officeart/2008/layout/LinedList" loCatId="list" qsTypeId="urn:microsoft.com/office/officeart/2005/8/quickstyle/simple4" qsCatId="simple" csTypeId="urn:microsoft.com/office/officeart/2005/8/colors/accent1_2" csCatId="accent1" phldr="1"/>
      <dgm:spPr/>
      <dgm:t>
        <a:bodyPr/>
        <a:lstStyle/>
        <a:p>
          <a:endParaRPr lang="en-US"/>
        </a:p>
      </dgm:t>
    </dgm:pt>
    <dgm:pt modelId="{4DC6D9E2-E79B-4FF5-A928-4731A232353D}">
      <dgm:prSet custT="1"/>
      <dgm:spPr/>
      <dgm:t>
        <a:bodyPr anchor="ctr"/>
        <a:lstStyle/>
        <a:p>
          <a:r>
            <a:rPr lang="sk-SK" sz="3200" b="0" noProof="0" dirty="0">
              <a:latin typeface="Helvetica Neue" panose="02000503000000020004" pitchFamily="2" charset="0"/>
              <a:ea typeface="Helvetica Neue" panose="02000503000000020004" pitchFamily="2" charset="0"/>
              <a:cs typeface="Helvetica Neue" panose="02000503000000020004" pitchFamily="2" charset="0"/>
            </a:rPr>
            <a:t>Lekársky účet</a:t>
          </a:r>
        </a:p>
      </dgm:t>
    </dgm:pt>
    <dgm:pt modelId="{C7F2F7DE-CB67-40D4-8814-D9B37F88CC68}" type="parTrans" cxnId="{E500245B-D8FD-4CE5-8995-6030B66AD29C}">
      <dgm:prSet/>
      <dgm:spPr/>
      <dgm:t>
        <a:bodyPr/>
        <a:lstStyle/>
        <a:p>
          <a:endParaRPr lang="en-US"/>
        </a:p>
      </dgm:t>
    </dgm:pt>
    <dgm:pt modelId="{BAD199CB-A93E-4706-9CB1-80738E776328}" type="sibTrans" cxnId="{E500245B-D8FD-4CE5-8995-6030B66AD29C}">
      <dgm:prSet/>
      <dgm:spPr/>
      <dgm:t>
        <a:bodyPr/>
        <a:lstStyle/>
        <a:p>
          <a:endParaRPr lang="en-US"/>
        </a:p>
      </dgm:t>
    </dgm:pt>
    <dgm:pt modelId="{E221785A-1C15-413A-BF53-FD9B4D93D3B9}">
      <dgm:prSet custT="1"/>
      <dgm:spPr/>
      <dgm:t>
        <a:bodyPr anchor="ctr"/>
        <a:lstStyle/>
        <a:p>
          <a:r>
            <a:rPr lang="sk-SK" sz="3200" b="0" noProof="0" dirty="0">
              <a:latin typeface="Helvetica Neue" panose="02000503000000020004" pitchFamily="2" charset="0"/>
              <a:ea typeface="Helvetica Neue" panose="02000503000000020004" pitchFamily="2" charset="0"/>
              <a:cs typeface="Helvetica Neue" panose="02000503000000020004" pitchFamily="2" charset="0"/>
            </a:rPr>
            <a:t>Správa kalendára</a:t>
          </a:r>
        </a:p>
      </dgm:t>
    </dgm:pt>
    <dgm:pt modelId="{57E8A92A-4F7A-4482-ACA9-8A56ED9D6373}" type="parTrans" cxnId="{C0E8F5C2-C5F8-495C-91FF-079044037A48}">
      <dgm:prSet/>
      <dgm:spPr/>
      <dgm:t>
        <a:bodyPr/>
        <a:lstStyle/>
        <a:p>
          <a:endParaRPr lang="en-US"/>
        </a:p>
      </dgm:t>
    </dgm:pt>
    <dgm:pt modelId="{5186FF59-69D1-45D9-87CF-0DB41DE8514B}" type="sibTrans" cxnId="{C0E8F5C2-C5F8-495C-91FF-079044037A48}">
      <dgm:prSet/>
      <dgm:spPr/>
      <dgm:t>
        <a:bodyPr/>
        <a:lstStyle/>
        <a:p>
          <a:endParaRPr lang="en-US"/>
        </a:p>
      </dgm:t>
    </dgm:pt>
    <dgm:pt modelId="{48CF3636-1A9B-46A6-AB7E-E3933A78C522}">
      <dgm:prSet custT="1"/>
      <dgm:spPr/>
      <dgm:t>
        <a:bodyPr anchor="ctr"/>
        <a:lstStyle/>
        <a:p>
          <a:r>
            <a:rPr lang="sk-SK" sz="3200" noProof="0" dirty="0">
              <a:latin typeface="Helvetica Neue" panose="02000503000000020004" pitchFamily="2" charset="0"/>
              <a:ea typeface="Helvetica Neue" panose="02000503000000020004" pitchFamily="2" charset="0"/>
              <a:cs typeface="Helvetica Neue" panose="02000503000000020004" pitchFamily="2" charset="0"/>
            </a:rPr>
            <a:t>Správa termínov</a:t>
          </a:r>
        </a:p>
      </dgm:t>
    </dgm:pt>
    <dgm:pt modelId="{BDDF3314-F34A-4A33-B22F-519B8A96B234}" type="parTrans" cxnId="{539D42C5-DA75-407D-9E33-EEDF12015927}">
      <dgm:prSet/>
      <dgm:spPr/>
      <dgm:t>
        <a:bodyPr/>
        <a:lstStyle/>
        <a:p>
          <a:endParaRPr lang="en-US"/>
        </a:p>
      </dgm:t>
    </dgm:pt>
    <dgm:pt modelId="{2C9740D8-287F-4EE8-8DC9-5EBE19FF87CE}" type="sibTrans" cxnId="{539D42C5-DA75-407D-9E33-EEDF12015927}">
      <dgm:prSet/>
      <dgm:spPr/>
      <dgm:t>
        <a:bodyPr/>
        <a:lstStyle/>
        <a:p>
          <a:endParaRPr lang="en-US"/>
        </a:p>
      </dgm:t>
    </dgm:pt>
    <dgm:pt modelId="{3E09D733-B381-4621-A2B5-B27934DE5664}">
      <dgm:prSet custT="1"/>
      <dgm:spPr/>
      <dgm:t>
        <a:bodyPr anchor="ctr"/>
        <a:lstStyle/>
        <a:p>
          <a:r>
            <a:rPr lang="sk-SK" sz="3200" noProof="0" dirty="0">
              <a:latin typeface="Helvetica Neue" panose="02000503000000020004" pitchFamily="2" charset="0"/>
              <a:ea typeface="Helvetica Neue" panose="02000503000000020004" pitchFamily="2" charset="0"/>
              <a:cs typeface="Helvetica Neue" panose="02000503000000020004" pitchFamily="2" charset="0"/>
            </a:rPr>
            <a:t>Evidencia stavu návštevy</a:t>
          </a:r>
        </a:p>
      </dgm:t>
    </dgm:pt>
    <dgm:pt modelId="{51F760E9-7AEA-4273-82A8-FDB53EA72655}" type="parTrans" cxnId="{FDA46A09-0791-4FB8-8778-9B481E989052}">
      <dgm:prSet/>
      <dgm:spPr/>
      <dgm:t>
        <a:bodyPr/>
        <a:lstStyle/>
        <a:p>
          <a:endParaRPr lang="en-US"/>
        </a:p>
      </dgm:t>
    </dgm:pt>
    <dgm:pt modelId="{D305CCCB-C1BA-48A9-8402-C8710EEF8CCD}" type="sibTrans" cxnId="{FDA46A09-0791-4FB8-8778-9B481E989052}">
      <dgm:prSet/>
      <dgm:spPr/>
      <dgm:t>
        <a:bodyPr/>
        <a:lstStyle/>
        <a:p>
          <a:endParaRPr lang="en-US"/>
        </a:p>
      </dgm:t>
    </dgm:pt>
    <dgm:pt modelId="{405D7C82-7F46-9A4F-BAF7-A9645B5A0795}" type="pres">
      <dgm:prSet presAssocID="{E7AB9BDD-D2AC-48A3-85E2-E22934283958}" presName="vert0" presStyleCnt="0">
        <dgm:presLayoutVars>
          <dgm:dir/>
          <dgm:animOne val="branch"/>
          <dgm:animLvl val="lvl"/>
        </dgm:presLayoutVars>
      </dgm:prSet>
      <dgm:spPr/>
    </dgm:pt>
    <dgm:pt modelId="{1D70A020-6762-E74E-9D6D-668D3C95CE3A}" type="pres">
      <dgm:prSet presAssocID="{4DC6D9E2-E79B-4FF5-A928-4731A232353D}" presName="thickLine" presStyleLbl="alignNode1" presStyleIdx="0" presStyleCnt="4"/>
      <dgm:spPr/>
    </dgm:pt>
    <dgm:pt modelId="{AC9514AA-6F66-E34B-BCD8-C1ADED8FEE14}" type="pres">
      <dgm:prSet presAssocID="{4DC6D9E2-E79B-4FF5-A928-4731A232353D}" presName="horz1" presStyleCnt="0"/>
      <dgm:spPr/>
    </dgm:pt>
    <dgm:pt modelId="{3CCC34C4-E39B-8743-8E5D-8D0D5D5600C5}" type="pres">
      <dgm:prSet presAssocID="{4DC6D9E2-E79B-4FF5-A928-4731A232353D}" presName="tx1" presStyleLbl="revTx" presStyleIdx="0" presStyleCnt="4"/>
      <dgm:spPr/>
    </dgm:pt>
    <dgm:pt modelId="{F48C7B95-ACDA-1F49-945B-15CD109A1407}" type="pres">
      <dgm:prSet presAssocID="{4DC6D9E2-E79B-4FF5-A928-4731A232353D}" presName="vert1" presStyleCnt="0"/>
      <dgm:spPr/>
    </dgm:pt>
    <dgm:pt modelId="{587FE207-F05E-6649-9C21-1EA9BF642201}" type="pres">
      <dgm:prSet presAssocID="{E221785A-1C15-413A-BF53-FD9B4D93D3B9}" presName="thickLine" presStyleLbl="alignNode1" presStyleIdx="1" presStyleCnt="4"/>
      <dgm:spPr/>
    </dgm:pt>
    <dgm:pt modelId="{8BA0C28B-8E4D-8B49-A8E0-4CB49A0ED6BE}" type="pres">
      <dgm:prSet presAssocID="{E221785A-1C15-413A-BF53-FD9B4D93D3B9}" presName="horz1" presStyleCnt="0"/>
      <dgm:spPr/>
    </dgm:pt>
    <dgm:pt modelId="{A607230A-734E-AE47-888A-08B2D0F51729}" type="pres">
      <dgm:prSet presAssocID="{E221785A-1C15-413A-BF53-FD9B4D93D3B9}" presName="tx1" presStyleLbl="revTx" presStyleIdx="1" presStyleCnt="4"/>
      <dgm:spPr/>
    </dgm:pt>
    <dgm:pt modelId="{2FAED8D4-24C8-B446-965F-136862A7A345}" type="pres">
      <dgm:prSet presAssocID="{E221785A-1C15-413A-BF53-FD9B4D93D3B9}" presName="vert1" presStyleCnt="0"/>
      <dgm:spPr/>
    </dgm:pt>
    <dgm:pt modelId="{EDB7363F-3B69-C949-B305-A6E58425395E}" type="pres">
      <dgm:prSet presAssocID="{48CF3636-1A9B-46A6-AB7E-E3933A78C522}" presName="thickLine" presStyleLbl="alignNode1" presStyleIdx="2" presStyleCnt="4"/>
      <dgm:spPr/>
    </dgm:pt>
    <dgm:pt modelId="{04C98A7E-A5C6-3840-9B1D-29F42BDA44EA}" type="pres">
      <dgm:prSet presAssocID="{48CF3636-1A9B-46A6-AB7E-E3933A78C522}" presName="horz1" presStyleCnt="0"/>
      <dgm:spPr/>
    </dgm:pt>
    <dgm:pt modelId="{FEF6F2E6-BE38-E54B-8211-1FF77E9B178A}" type="pres">
      <dgm:prSet presAssocID="{48CF3636-1A9B-46A6-AB7E-E3933A78C522}" presName="tx1" presStyleLbl="revTx" presStyleIdx="2" presStyleCnt="4"/>
      <dgm:spPr/>
    </dgm:pt>
    <dgm:pt modelId="{B9D70C90-F314-5D44-944F-CC9812C1B20C}" type="pres">
      <dgm:prSet presAssocID="{48CF3636-1A9B-46A6-AB7E-E3933A78C522}" presName="vert1" presStyleCnt="0"/>
      <dgm:spPr/>
    </dgm:pt>
    <dgm:pt modelId="{FE287703-BC7B-8644-81FC-F1A75E90308A}" type="pres">
      <dgm:prSet presAssocID="{3E09D733-B381-4621-A2B5-B27934DE5664}" presName="thickLine" presStyleLbl="alignNode1" presStyleIdx="3" presStyleCnt="4"/>
      <dgm:spPr/>
    </dgm:pt>
    <dgm:pt modelId="{47A3E5FB-CFEA-3F42-AC75-6AB97CB6E880}" type="pres">
      <dgm:prSet presAssocID="{3E09D733-B381-4621-A2B5-B27934DE5664}" presName="horz1" presStyleCnt="0"/>
      <dgm:spPr/>
    </dgm:pt>
    <dgm:pt modelId="{DEA6FE09-44C0-A548-99C5-EACBC59BD4DB}" type="pres">
      <dgm:prSet presAssocID="{3E09D733-B381-4621-A2B5-B27934DE5664}" presName="tx1" presStyleLbl="revTx" presStyleIdx="3" presStyleCnt="4"/>
      <dgm:spPr/>
    </dgm:pt>
    <dgm:pt modelId="{B128AA6A-51CA-1B4D-BBEF-95CFE1264484}" type="pres">
      <dgm:prSet presAssocID="{3E09D733-B381-4621-A2B5-B27934DE5664}" presName="vert1" presStyleCnt="0"/>
      <dgm:spPr/>
    </dgm:pt>
  </dgm:ptLst>
  <dgm:cxnLst>
    <dgm:cxn modelId="{FDA46A09-0791-4FB8-8778-9B481E989052}" srcId="{E7AB9BDD-D2AC-48A3-85E2-E22934283958}" destId="{3E09D733-B381-4621-A2B5-B27934DE5664}" srcOrd="3" destOrd="0" parTransId="{51F760E9-7AEA-4273-82A8-FDB53EA72655}" sibTransId="{D305CCCB-C1BA-48A9-8402-C8710EEF8CCD}"/>
    <dgm:cxn modelId="{6AC5A83E-4509-DA4F-BB52-1EBA4BF0BBD3}" type="presOf" srcId="{E7AB9BDD-D2AC-48A3-85E2-E22934283958}" destId="{405D7C82-7F46-9A4F-BAF7-A9645B5A0795}" srcOrd="0" destOrd="0" presId="urn:microsoft.com/office/officeart/2008/layout/LinedList"/>
    <dgm:cxn modelId="{E500245B-D8FD-4CE5-8995-6030B66AD29C}" srcId="{E7AB9BDD-D2AC-48A3-85E2-E22934283958}" destId="{4DC6D9E2-E79B-4FF5-A928-4731A232353D}" srcOrd="0" destOrd="0" parTransId="{C7F2F7DE-CB67-40D4-8814-D9B37F88CC68}" sibTransId="{BAD199CB-A93E-4706-9CB1-80738E776328}"/>
    <dgm:cxn modelId="{6B1A5B4A-ED3F-EA48-AD53-76C63DE5B0D8}" type="presOf" srcId="{E221785A-1C15-413A-BF53-FD9B4D93D3B9}" destId="{A607230A-734E-AE47-888A-08B2D0F51729}" srcOrd="0" destOrd="0" presId="urn:microsoft.com/office/officeart/2008/layout/LinedList"/>
    <dgm:cxn modelId="{8DAFB5A8-A8D9-3E43-ABAA-7270ACE9290A}" type="presOf" srcId="{48CF3636-1A9B-46A6-AB7E-E3933A78C522}" destId="{FEF6F2E6-BE38-E54B-8211-1FF77E9B178A}" srcOrd="0" destOrd="0" presId="urn:microsoft.com/office/officeart/2008/layout/LinedList"/>
    <dgm:cxn modelId="{646E30B1-AEAD-854C-89ED-CD27F38D044F}" type="presOf" srcId="{3E09D733-B381-4621-A2B5-B27934DE5664}" destId="{DEA6FE09-44C0-A548-99C5-EACBC59BD4DB}" srcOrd="0" destOrd="0" presId="urn:microsoft.com/office/officeart/2008/layout/LinedList"/>
    <dgm:cxn modelId="{C0E8F5C2-C5F8-495C-91FF-079044037A48}" srcId="{E7AB9BDD-D2AC-48A3-85E2-E22934283958}" destId="{E221785A-1C15-413A-BF53-FD9B4D93D3B9}" srcOrd="1" destOrd="0" parTransId="{57E8A92A-4F7A-4482-ACA9-8A56ED9D6373}" sibTransId="{5186FF59-69D1-45D9-87CF-0DB41DE8514B}"/>
    <dgm:cxn modelId="{539D42C5-DA75-407D-9E33-EEDF12015927}" srcId="{E7AB9BDD-D2AC-48A3-85E2-E22934283958}" destId="{48CF3636-1A9B-46A6-AB7E-E3933A78C522}" srcOrd="2" destOrd="0" parTransId="{BDDF3314-F34A-4A33-B22F-519B8A96B234}" sibTransId="{2C9740D8-287F-4EE8-8DC9-5EBE19FF87CE}"/>
    <dgm:cxn modelId="{E1AF36F3-BB64-3D4D-8987-08DE5567D4D5}" type="presOf" srcId="{4DC6D9E2-E79B-4FF5-A928-4731A232353D}" destId="{3CCC34C4-E39B-8743-8E5D-8D0D5D5600C5}" srcOrd="0" destOrd="0" presId="urn:microsoft.com/office/officeart/2008/layout/LinedList"/>
    <dgm:cxn modelId="{81279B4E-3612-8E4B-9B65-CDED7B0F1D6D}" type="presParOf" srcId="{405D7C82-7F46-9A4F-BAF7-A9645B5A0795}" destId="{1D70A020-6762-E74E-9D6D-668D3C95CE3A}" srcOrd="0" destOrd="0" presId="urn:microsoft.com/office/officeart/2008/layout/LinedList"/>
    <dgm:cxn modelId="{D68865C0-8306-4B48-BEC9-4D415E7DD906}" type="presParOf" srcId="{405D7C82-7F46-9A4F-BAF7-A9645B5A0795}" destId="{AC9514AA-6F66-E34B-BCD8-C1ADED8FEE14}" srcOrd="1" destOrd="0" presId="urn:microsoft.com/office/officeart/2008/layout/LinedList"/>
    <dgm:cxn modelId="{A4E78F11-C33B-BE4B-B1D2-074FB98DDD55}" type="presParOf" srcId="{AC9514AA-6F66-E34B-BCD8-C1ADED8FEE14}" destId="{3CCC34C4-E39B-8743-8E5D-8D0D5D5600C5}" srcOrd="0" destOrd="0" presId="urn:microsoft.com/office/officeart/2008/layout/LinedList"/>
    <dgm:cxn modelId="{3C2CA23A-524E-E649-9F6A-897F53C86DED}" type="presParOf" srcId="{AC9514AA-6F66-E34B-BCD8-C1ADED8FEE14}" destId="{F48C7B95-ACDA-1F49-945B-15CD109A1407}" srcOrd="1" destOrd="0" presId="urn:microsoft.com/office/officeart/2008/layout/LinedList"/>
    <dgm:cxn modelId="{E1DB0576-999C-384E-B4A7-D926945FB60F}" type="presParOf" srcId="{405D7C82-7F46-9A4F-BAF7-A9645B5A0795}" destId="{587FE207-F05E-6649-9C21-1EA9BF642201}" srcOrd="2" destOrd="0" presId="urn:microsoft.com/office/officeart/2008/layout/LinedList"/>
    <dgm:cxn modelId="{1ABD0A5E-CBBF-EA4D-851B-A82CBD9B4C07}" type="presParOf" srcId="{405D7C82-7F46-9A4F-BAF7-A9645B5A0795}" destId="{8BA0C28B-8E4D-8B49-A8E0-4CB49A0ED6BE}" srcOrd="3" destOrd="0" presId="urn:microsoft.com/office/officeart/2008/layout/LinedList"/>
    <dgm:cxn modelId="{F6F25FAF-914E-154F-BC87-D28B001F5E16}" type="presParOf" srcId="{8BA0C28B-8E4D-8B49-A8E0-4CB49A0ED6BE}" destId="{A607230A-734E-AE47-888A-08B2D0F51729}" srcOrd="0" destOrd="0" presId="urn:microsoft.com/office/officeart/2008/layout/LinedList"/>
    <dgm:cxn modelId="{CB2023B3-1FC1-E04F-8374-469F98735349}" type="presParOf" srcId="{8BA0C28B-8E4D-8B49-A8E0-4CB49A0ED6BE}" destId="{2FAED8D4-24C8-B446-965F-136862A7A345}" srcOrd="1" destOrd="0" presId="urn:microsoft.com/office/officeart/2008/layout/LinedList"/>
    <dgm:cxn modelId="{C96F4F5B-04AF-064A-AE23-AC06273C2766}" type="presParOf" srcId="{405D7C82-7F46-9A4F-BAF7-A9645B5A0795}" destId="{EDB7363F-3B69-C949-B305-A6E58425395E}" srcOrd="4" destOrd="0" presId="urn:microsoft.com/office/officeart/2008/layout/LinedList"/>
    <dgm:cxn modelId="{E1281DE4-8618-D043-AB31-C21B54ED7FCF}" type="presParOf" srcId="{405D7C82-7F46-9A4F-BAF7-A9645B5A0795}" destId="{04C98A7E-A5C6-3840-9B1D-29F42BDA44EA}" srcOrd="5" destOrd="0" presId="urn:microsoft.com/office/officeart/2008/layout/LinedList"/>
    <dgm:cxn modelId="{4E77D749-C2D8-724A-9173-04CE1ED836E6}" type="presParOf" srcId="{04C98A7E-A5C6-3840-9B1D-29F42BDA44EA}" destId="{FEF6F2E6-BE38-E54B-8211-1FF77E9B178A}" srcOrd="0" destOrd="0" presId="urn:microsoft.com/office/officeart/2008/layout/LinedList"/>
    <dgm:cxn modelId="{0D3D03BC-761B-B74A-8C5E-5C65B4366F14}" type="presParOf" srcId="{04C98A7E-A5C6-3840-9B1D-29F42BDA44EA}" destId="{B9D70C90-F314-5D44-944F-CC9812C1B20C}" srcOrd="1" destOrd="0" presId="urn:microsoft.com/office/officeart/2008/layout/LinedList"/>
    <dgm:cxn modelId="{D10BB026-0C8B-1143-B378-A739F738ABB2}" type="presParOf" srcId="{405D7C82-7F46-9A4F-BAF7-A9645B5A0795}" destId="{FE287703-BC7B-8644-81FC-F1A75E90308A}" srcOrd="6" destOrd="0" presId="urn:microsoft.com/office/officeart/2008/layout/LinedList"/>
    <dgm:cxn modelId="{A83FEAF5-3BB8-C34F-AFC8-776F7D8DDBCC}" type="presParOf" srcId="{405D7C82-7F46-9A4F-BAF7-A9645B5A0795}" destId="{47A3E5FB-CFEA-3F42-AC75-6AB97CB6E880}" srcOrd="7" destOrd="0" presId="urn:microsoft.com/office/officeart/2008/layout/LinedList"/>
    <dgm:cxn modelId="{69D3C1DF-1CC8-FE4B-978B-C8020BD94734}" type="presParOf" srcId="{47A3E5FB-CFEA-3F42-AC75-6AB97CB6E880}" destId="{DEA6FE09-44C0-A548-99C5-EACBC59BD4DB}" srcOrd="0" destOrd="0" presId="urn:microsoft.com/office/officeart/2008/layout/LinedList"/>
    <dgm:cxn modelId="{45376519-F3B8-0C48-876D-C8833F6D0779}" type="presParOf" srcId="{47A3E5FB-CFEA-3F42-AC75-6AB97CB6E880}" destId="{B128AA6A-51CA-1B4D-BBEF-95CFE1264484}"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7AB9BDD-D2AC-48A3-85E2-E22934283958}" type="doc">
      <dgm:prSet loTypeId="urn:microsoft.com/office/officeart/2008/layout/LinedList" loCatId="list" qsTypeId="urn:microsoft.com/office/officeart/2005/8/quickstyle/simple4" qsCatId="simple" csTypeId="urn:microsoft.com/office/officeart/2005/8/colors/accent1_2" csCatId="accent1" phldr="1"/>
      <dgm:spPr/>
      <dgm:t>
        <a:bodyPr/>
        <a:lstStyle/>
        <a:p>
          <a:endParaRPr lang="en-US"/>
        </a:p>
      </dgm:t>
    </dgm:pt>
    <dgm:pt modelId="{4DC6D9E2-E79B-4FF5-A928-4731A232353D}">
      <dgm:prSet custT="1"/>
      <dgm:spPr/>
      <dgm:t>
        <a:bodyPr anchor="ctr"/>
        <a:lstStyle/>
        <a:p>
          <a:r>
            <a:rPr lang="sk-SK" sz="3200" b="0" noProof="0" dirty="0">
              <a:latin typeface="Helvetica Neue" panose="02000503000000020004" pitchFamily="2" charset="0"/>
              <a:ea typeface="Helvetica Neue" panose="02000503000000020004" pitchFamily="2" charset="0"/>
              <a:cs typeface="Helvetica Neue" panose="02000503000000020004" pitchFamily="2" charset="0"/>
            </a:rPr>
            <a:t>Správa používateľských účtov</a:t>
          </a:r>
        </a:p>
      </dgm:t>
    </dgm:pt>
    <dgm:pt modelId="{C7F2F7DE-CB67-40D4-8814-D9B37F88CC68}" type="parTrans" cxnId="{E500245B-D8FD-4CE5-8995-6030B66AD29C}">
      <dgm:prSet/>
      <dgm:spPr/>
      <dgm:t>
        <a:bodyPr/>
        <a:lstStyle/>
        <a:p>
          <a:endParaRPr lang="en-US"/>
        </a:p>
      </dgm:t>
    </dgm:pt>
    <dgm:pt modelId="{BAD199CB-A93E-4706-9CB1-80738E776328}" type="sibTrans" cxnId="{E500245B-D8FD-4CE5-8995-6030B66AD29C}">
      <dgm:prSet/>
      <dgm:spPr/>
      <dgm:t>
        <a:bodyPr/>
        <a:lstStyle/>
        <a:p>
          <a:endParaRPr lang="en-US"/>
        </a:p>
      </dgm:t>
    </dgm:pt>
    <dgm:pt modelId="{E221785A-1C15-413A-BF53-FD9B4D93D3B9}">
      <dgm:prSet custT="1"/>
      <dgm:spPr/>
      <dgm:t>
        <a:bodyPr anchor="ctr"/>
        <a:lstStyle/>
        <a:p>
          <a:r>
            <a:rPr lang="sk-SK" sz="3200" b="0" noProof="0" dirty="0">
              <a:latin typeface="Helvetica Neue" panose="02000503000000020004" pitchFamily="2" charset="0"/>
              <a:ea typeface="Helvetica Neue" panose="02000503000000020004" pitchFamily="2" charset="0"/>
              <a:cs typeface="Helvetica Neue" panose="02000503000000020004" pitchFamily="2" charset="0"/>
            </a:rPr>
            <a:t>Správa</a:t>
          </a:r>
          <a:r>
            <a:rPr lang="sk-SK" sz="3200" b="0" baseline="0" noProof="0" dirty="0">
              <a:latin typeface="Helvetica Neue" panose="02000503000000020004" pitchFamily="2" charset="0"/>
              <a:ea typeface="Helvetica Neue" panose="02000503000000020004" pitchFamily="2" charset="0"/>
              <a:cs typeface="Helvetica Neue" panose="02000503000000020004" pitchFamily="2" charset="0"/>
            </a:rPr>
            <a:t> lekárov a pracovísk</a:t>
          </a:r>
          <a:endParaRPr lang="sk-SK" sz="3200" b="0" noProof="0" dirty="0">
            <a:latin typeface="Helvetica Neue" panose="02000503000000020004" pitchFamily="2" charset="0"/>
            <a:ea typeface="Helvetica Neue" panose="02000503000000020004" pitchFamily="2" charset="0"/>
            <a:cs typeface="Helvetica Neue" panose="02000503000000020004" pitchFamily="2" charset="0"/>
          </a:endParaRPr>
        </a:p>
      </dgm:t>
    </dgm:pt>
    <dgm:pt modelId="{57E8A92A-4F7A-4482-ACA9-8A56ED9D6373}" type="parTrans" cxnId="{C0E8F5C2-C5F8-495C-91FF-079044037A48}">
      <dgm:prSet/>
      <dgm:spPr/>
      <dgm:t>
        <a:bodyPr/>
        <a:lstStyle/>
        <a:p>
          <a:endParaRPr lang="en-US"/>
        </a:p>
      </dgm:t>
    </dgm:pt>
    <dgm:pt modelId="{5186FF59-69D1-45D9-87CF-0DB41DE8514B}" type="sibTrans" cxnId="{C0E8F5C2-C5F8-495C-91FF-079044037A48}">
      <dgm:prSet/>
      <dgm:spPr/>
      <dgm:t>
        <a:bodyPr/>
        <a:lstStyle/>
        <a:p>
          <a:endParaRPr lang="en-US"/>
        </a:p>
      </dgm:t>
    </dgm:pt>
    <dgm:pt modelId="{48CF3636-1A9B-46A6-AB7E-E3933A78C522}">
      <dgm:prSet custT="1"/>
      <dgm:spPr/>
      <dgm:t>
        <a:bodyPr anchor="ctr"/>
        <a:lstStyle/>
        <a:p>
          <a:r>
            <a:rPr lang="sk-SK" sz="3200" noProof="0" dirty="0">
              <a:latin typeface="Helvetica Neue" panose="02000503000000020004" pitchFamily="2" charset="0"/>
              <a:ea typeface="Helvetica Neue" panose="02000503000000020004" pitchFamily="2" charset="0"/>
              <a:cs typeface="Helvetica Neue" panose="02000503000000020004" pitchFamily="2" charset="0"/>
            </a:rPr>
            <a:t>Správa prístupových práv</a:t>
          </a:r>
        </a:p>
      </dgm:t>
    </dgm:pt>
    <dgm:pt modelId="{BDDF3314-F34A-4A33-B22F-519B8A96B234}" type="parTrans" cxnId="{539D42C5-DA75-407D-9E33-EEDF12015927}">
      <dgm:prSet/>
      <dgm:spPr/>
      <dgm:t>
        <a:bodyPr/>
        <a:lstStyle/>
        <a:p>
          <a:endParaRPr lang="en-US"/>
        </a:p>
      </dgm:t>
    </dgm:pt>
    <dgm:pt modelId="{2C9740D8-287F-4EE8-8DC9-5EBE19FF87CE}" type="sibTrans" cxnId="{539D42C5-DA75-407D-9E33-EEDF12015927}">
      <dgm:prSet/>
      <dgm:spPr/>
      <dgm:t>
        <a:bodyPr/>
        <a:lstStyle/>
        <a:p>
          <a:endParaRPr lang="en-US"/>
        </a:p>
      </dgm:t>
    </dgm:pt>
    <dgm:pt modelId="{3E09D733-B381-4621-A2B5-B27934DE5664}">
      <dgm:prSet custT="1"/>
      <dgm:spPr/>
      <dgm:t>
        <a:bodyPr anchor="ctr"/>
        <a:lstStyle/>
        <a:p>
          <a:r>
            <a:rPr lang="sk-SK" sz="3200" noProof="0" dirty="0">
              <a:latin typeface="Helvetica Neue" panose="02000503000000020004" pitchFamily="2" charset="0"/>
              <a:ea typeface="Helvetica Neue" panose="02000503000000020004" pitchFamily="2" charset="0"/>
              <a:cs typeface="Helvetica Neue" panose="02000503000000020004" pitchFamily="2" charset="0"/>
            </a:rPr>
            <a:t>Evidencia auditných záznamov</a:t>
          </a:r>
        </a:p>
      </dgm:t>
    </dgm:pt>
    <dgm:pt modelId="{51F760E9-7AEA-4273-82A8-FDB53EA72655}" type="parTrans" cxnId="{FDA46A09-0791-4FB8-8778-9B481E989052}">
      <dgm:prSet/>
      <dgm:spPr/>
      <dgm:t>
        <a:bodyPr/>
        <a:lstStyle/>
        <a:p>
          <a:endParaRPr lang="en-US"/>
        </a:p>
      </dgm:t>
    </dgm:pt>
    <dgm:pt modelId="{D305CCCB-C1BA-48A9-8402-C8710EEF8CCD}" type="sibTrans" cxnId="{FDA46A09-0791-4FB8-8778-9B481E989052}">
      <dgm:prSet/>
      <dgm:spPr/>
      <dgm:t>
        <a:bodyPr/>
        <a:lstStyle/>
        <a:p>
          <a:endParaRPr lang="en-US"/>
        </a:p>
      </dgm:t>
    </dgm:pt>
    <dgm:pt modelId="{405D7C82-7F46-9A4F-BAF7-A9645B5A0795}" type="pres">
      <dgm:prSet presAssocID="{E7AB9BDD-D2AC-48A3-85E2-E22934283958}" presName="vert0" presStyleCnt="0">
        <dgm:presLayoutVars>
          <dgm:dir/>
          <dgm:animOne val="branch"/>
          <dgm:animLvl val="lvl"/>
        </dgm:presLayoutVars>
      </dgm:prSet>
      <dgm:spPr/>
    </dgm:pt>
    <dgm:pt modelId="{1D70A020-6762-E74E-9D6D-668D3C95CE3A}" type="pres">
      <dgm:prSet presAssocID="{4DC6D9E2-E79B-4FF5-A928-4731A232353D}" presName="thickLine" presStyleLbl="alignNode1" presStyleIdx="0" presStyleCnt="4"/>
      <dgm:spPr/>
    </dgm:pt>
    <dgm:pt modelId="{AC9514AA-6F66-E34B-BCD8-C1ADED8FEE14}" type="pres">
      <dgm:prSet presAssocID="{4DC6D9E2-E79B-4FF5-A928-4731A232353D}" presName="horz1" presStyleCnt="0"/>
      <dgm:spPr/>
    </dgm:pt>
    <dgm:pt modelId="{3CCC34C4-E39B-8743-8E5D-8D0D5D5600C5}" type="pres">
      <dgm:prSet presAssocID="{4DC6D9E2-E79B-4FF5-A928-4731A232353D}" presName="tx1" presStyleLbl="revTx" presStyleIdx="0" presStyleCnt="4"/>
      <dgm:spPr/>
    </dgm:pt>
    <dgm:pt modelId="{F48C7B95-ACDA-1F49-945B-15CD109A1407}" type="pres">
      <dgm:prSet presAssocID="{4DC6D9E2-E79B-4FF5-A928-4731A232353D}" presName="vert1" presStyleCnt="0"/>
      <dgm:spPr/>
    </dgm:pt>
    <dgm:pt modelId="{587FE207-F05E-6649-9C21-1EA9BF642201}" type="pres">
      <dgm:prSet presAssocID="{E221785A-1C15-413A-BF53-FD9B4D93D3B9}" presName="thickLine" presStyleLbl="alignNode1" presStyleIdx="1" presStyleCnt="4"/>
      <dgm:spPr/>
    </dgm:pt>
    <dgm:pt modelId="{8BA0C28B-8E4D-8B49-A8E0-4CB49A0ED6BE}" type="pres">
      <dgm:prSet presAssocID="{E221785A-1C15-413A-BF53-FD9B4D93D3B9}" presName="horz1" presStyleCnt="0"/>
      <dgm:spPr/>
    </dgm:pt>
    <dgm:pt modelId="{A607230A-734E-AE47-888A-08B2D0F51729}" type="pres">
      <dgm:prSet presAssocID="{E221785A-1C15-413A-BF53-FD9B4D93D3B9}" presName="tx1" presStyleLbl="revTx" presStyleIdx="1" presStyleCnt="4"/>
      <dgm:spPr/>
    </dgm:pt>
    <dgm:pt modelId="{2FAED8D4-24C8-B446-965F-136862A7A345}" type="pres">
      <dgm:prSet presAssocID="{E221785A-1C15-413A-BF53-FD9B4D93D3B9}" presName="vert1" presStyleCnt="0"/>
      <dgm:spPr/>
    </dgm:pt>
    <dgm:pt modelId="{EDB7363F-3B69-C949-B305-A6E58425395E}" type="pres">
      <dgm:prSet presAssocID="{48CF3636-1A9B-46A6-AB7E-E3933A78C522}" presName="thickLine" presStyleLbl="alignNode1" presStyleIdx="2" presStyleCnt="4"/>
      <dgm:spPr/>
    </dgm:pt>
    <dgm:pt modelId="{04C98A7E-A5C6-3840-9B1D-29F42BDA44EA}" type="pres">
      <dgm:prSet presAssocID="{48CF3636-1A9B-46A6-AB7E-E3933A78C522}" presName="horz1" presStyleCnt="0"/>
      <dgm:spPr/>
    </dgm:pt>
    <dgm:pt modelId="{FEF6F2E6-BE38-E54B-8211-1FF77E9B178A}" type="pres">
      <dgm:prSet presAssocID="{48CF3636-1A9B-46A6-AB7E-E3933A78C522}" presName="tx1" presStyleLbl="revTx" presStyleIdx="2" presStyleCnt="4"/>
      <dgm:spPr/>
    </dgm:pt>
    <dgm:pt modelId="{B9D70C90-F314-5D44-944F-CC9812C1B20C}" type="pres">
      <dgm:prSet presAssocID="{48CF3636-1A9B-46A6-AB7E-E3933A78C522}" presName="vert1" presStyleCnt="0"/>
      <dgm:spPr/>
    </dgm:pt>
    <dgm:pt modelId="{FE287703-BC7B-8644-81FC-F1A75E90308A}" type="pres">
      <dgm:prSet presAssocID="{3E09D733-B381-4621-A2B5-B27934DE5664}" presName="thickLine" presStyleLbl="alignNode1" presStyleIdx="3" presStyleCnt="4"/>
      <dgm:spPr/>
    </dgm:pt>
    <dgm:pt modelId="{47A3E5FB-CFEA-3F42-AC75-6AB97CB6E880}" type="pres">
      <dgm:prSet presAssocID="{3E09D733-B381-4621-A2B5-B27934DE5664}" presName="horz1" presStyleCnt="0"/>
      <dgm:spPr/>
    </dgm:pt>
    <dgm:pt modelId="{DEA6FE09-44C0-A548-99C5-EACBC59BD4DB}" type="pres">
      <dgm:prSet presAssocID="{3E09D733-B381-4621-A2B5-B27934DE5664}" presName="tx1" presStyleLbl="revTx" presStyleIdx="3" presStyleCnt="4"/>
      <dgm:spPr/>
    </dgm:pt>
    <dgm:pt modelId="{B128AA6A-51CA-1B4D-BBEF-95CFE1264484}" type="pres">
      <dgm:prSet presAssocID="{3E09D733-B381-4621-A2B5-B27934DE5664}" presName="vert1" presStyleCnt="0"/>
      <dgm:spPr/>
    </dgm:pt>
  </dgm:ptLst>
  <dgm:cxnLst>
    <dgm:cxn modelId="{FDA46A09-0791-4FB8-8778-9B481E989052}" srcId="{E7AB9BDD-D2AC-48A3-85E2-E22934283958}" destId="{3E09D733-B381-4621-A2B5-B27934DE5664}" srcOrd="3" destOrd="0" parTransId="{51F760E9-7AEA-4273-82A8-FDB53EA72655}" sibTransId="{D305CCCB-C1BA-48A9-8402-C8710EEF8CCD}"/>
    <dgm:cxn modelId="{6AC5A83E-4509-DA4F-BB52-1EBA4BF0BBD3}" type="presOf" srcId="{E7AB9BDD-D2AC-48A3-85E2-E22934283958}" destId="{405D7C82-7F46-9A4F-BAF7-A9645B5A0795}" srcOrd="0" destOrd="0" presId="urn:microsoft.com/office/officeart/2008/layout/LinedList"/>
    <dgm:cxn modelId="{E500245B-D8FD-4CE5-8995-6030B66AD29C}" srcId="{E7AB9BDD-D2AC-48A3-85E2-E22934283958}" destId="{4DC6D9E2-E79B-4FF5-A928-4731A232353D}" srcOrd="0" destOrd="0" parTransId="{C7F2F7DE-CB67-40D4-8814-D9B37F88CC68}" sibTransId="{BAD199CB-A93E-4706-9CB1-80738E776328}"/>
    <dgm:cxn modelId="{6B1A5B4A-ED3F-EA48-AD53-76C63DE5B0D8}" type="presOf" srcId="{E221785A-1C15-413A-BF53-FD9B4D93D3B9}" destId="{A607230A-734E-AE47-888A-08B2D0F51729}" srcOrd="0" destOrd="0" presId="urn:microsoft.com/office/officeart/2008/layout/LinedList"/>
    <dgm:cxn modelId="{8DAFB5A8-A8D9-3E43-ABAA-7270ACE9290A}" type="presOf" srcId="{48CF3636-1A9B-46A6-AB7E-E3933A78C522}" destId="{FEF6F2E6-BE38-E54B-8211-1FF77E9B178A}" srcOrd="0" destOrd="0" presId="urn:microsoft.com/office/officeart/2008/layout/LinedList"/>
    <dgm:cxn modelId="{646E30B1-AEAD-854C-89ED-CD27F38D044F}" type="presOf" srcId="{3E09D733-B381-4621-A2B5-B27934DE5664}" destId="{DEA6FE09-44C0-A548-99C5-EACBC59BD4DB}" srcOrd="0" destOrd="0" presId="urn:microsoft.com/office/officeart/2008/layout/LinedList"/>
    <dgm:cxn modelId="{C0E8F5C2-C5F8-495C-91FF-079044037A48}" srcId="{E7AB9BDD-D2AC-48A3-85E2-E22934283958}" destId="{E221785A-1C15-413A-BF53-FD9B4D93D3B9}" srcOrd="1" destOrd="0" parTransId="{57E8A92A-4F7A-4482-ACA9-8A56ED9D6373}" sibTransId="{5186FF59-69D1-45D9-87CF-0DB41DE8514B}"/>
    <dgm:cxn modelId="{539D42C5-DA75-407D-9E33-EEDF12015927}" srcId="{E7AB9BDD-D2AC-48A3-85E2-E22934283958}" destId="{48CF3636-1A9B-46A6-AB7E-E3933A78C522}" srcOrd="2" destOrd="0" parTransId="{BDDF3314-F34A-4A33-B22F-519B8A96B234}" sibTransId="{2C9740D8-287F-4EE8-8DC9-5EBE19FF87CE}"/>
    <dgm:cxn modelId="{E1AF36F3-BB64-3D4D-8987-08DE5567D4D5}" type="presOf" srcId="{4DC6D9E2-E79B-4FF5-A928-4731A232353D}" destId="{3CCC34C4-E39B-8743-8E5D-8D0D5D5600C5}" srcOrd="0" destOrd="0" presId="urn:microsoft.com/office/officeart/2008/layout/LinedList"/>
    <dgm:cxn modelId="{81279B4E-3612-8E4B-9B65-CDED7B0F1D6D}" type="presParOf" srcId="{405D7C82-7F46-9A4F-BAF7-A9645B5A0795}" destId="{1D70A020-6762-E74E-9D6D-668D3C95CE3A}" srcOrd="0" destOrd="0" presId="urn:microsoft.com/office/officeart/2008/layout/LinedList"/>
    <dgm:cxn modelId="{D68865C0-8306-4B48-BEC9-4D415E7DD906}" type="presParOf" srcId="{405D7C82-7F46-9A4F-BAF7-A9645B5A0795}" destId="{AC9514AA-6F66-E34B-BCD8-C1ADED8FEE14}" srcOrd="1" destOrd="0" presId="urn:microsoft.com/office/officeart/2008/layout/LinedList"/>
    <dgm:cxn modelId="{A4E78F11-C33B-BE4B-B1D2-074FB98DDD55}" type="presParOf" srcId="{AC9514AA-6F66-E34B-BCD8-C1ADED8FEE14}" destId="{3CCC34C4-E39B-8743-8E5D-8D0D5D5600C5}" srcOrd="0" destOrd="0" presId="urn:microsoft.com/office/officeart/2008/layout/LinedList"/>
    <dgm:cxn modelId="{3C2CA23A-524E-E649-9F6A-897F53C86DED}" type="presParOf" srcId="{AC9514AA-6F66-E34B-BCD8-C1ADED8FEE14}" destId="{F48C7B95-ACDA-1F49-945B-15CD109A1407}" srcOrd="1" destOrd="0" presId="urn:microsoft.com/office/officeart/2008/layout/LinedList"/>
    <dgm:cxn modelId="{E1DB0576-999C-384E-B4A7-D926945FB60F}" type="presParOf" srcId="{405D7C82-7F46-9A4F-BAF7-A9645B5A0795}" destId="{587FE207-F05E-6649-9C21-1EA9BF642201}" srcOrd="2" destOrd="0" presId="urn:microsoft.com/office/officeart/2008/layout/LinedList"/>
    <dgm:cxn modelId="{1ABD0A5E-CBBF-EA4D-851B-A82CBD9B4C07}" type="presParOf" srcId="{405D7C82-7F46-9A4F-BAF7-A9645B5A0795}" destId="{8BA0C28B-8E4D-8B49-A8E0-4CB49A0ED6BE}" srcOrd="3" destOrd="0" presId="urn:microsoft.com/office/officeart/2008/layout/LinedList"/>
    <dgm:cxn modelId="{F6F25FAF-914E-154F-BC87-D28B001F5E16}" type="presParOf" srcId="{8BA0C28B-8E4D-8B49-A8E0-4CB49A0ED6BE}" destId="{A607230A-734E-AE47-888A-08B2D0F51729}" srcOrd="0" destOrd="0" presId="urn:microsoft.com/office/officeart/2008/layout/LinedList"/>
    <dgm:cxn modelId="{CB2023B3-1FC1-E04F-8374-469F98735349}" type="presParOf" srcId="{8BA0C28B-8E4D-8B49-A8E0-4CB49A0ED6BE}" destId="{2FAED8D4-24C8-B446-965F-136862A7A345}" srcOrd="1" destOrd="0" presId="urn:microsoft.com/office/officeart/2008/layout/LinedList"/>
    <dgm:cxn modelId="{C96F4F5B-04AF-064A-AE23-AC06273C2766}" type="presParOf" srcId="{405D7C82-7F46-9A4F-BAF7-A9645B5A0795}" destId="{EDB7363F-3B69-C949-B305-A6E58425395E}" srcOrd="4" destOrd="0" presId="urn:microsoft.com/office/officeart/2008/layout/LinedList"/>
    <dgm:cxn modelId="{E1281DE4-8618-D043-AB31-C21B54ED7FCF}" type="presParOf" srcId="{405D7C82-7F46-9A4F-BAF7-A9645B5A0795}" destId="{04C98A7E-A5C6-3840-9B1D-29F42BDA44EA}" srcOrd="5" destOrd="0" presId="urn:microsoft.com/office/officeart/2008/layout/LinedList"/>
    <dgm:cxn modelId="{4E77D749-C2D8-724A-9173-04CE1ED836E6}" type="presParOf" srcId="{04C98A7E-A5C6-3840-9B1D-29F42BDA44EA}" destId="{FEF6F2E6-BE38-E54B-8211-1FF77E9B178A}" srcOrd="0" destOrd="0" presId="urn:microsoft.com/office/officeart/2008/layout/LinedList"/>
    <dgm:cxn modelId="{0D3D03BC-761B-B74A-8C5E-5C65B4366F14}" type="presParOf" srcId="{04C98A7E-A5C6-3840-9B1D-29F42BDA44EA}" destId="{B9D70C90-F314-5D44-944F-CC9812C1B20C}" srcOrd="1" destOrd="0" presId="urn:microsoft.com/office/officeart/2008/layout/LinedList"/>
    <dgm:cxn modelId="{D10BB026-0C8B-1143-B378-A739F738ABB2}" type="presParOf" srcId="{405D7C82-7F46-9A4F-BAF7-A9645B5A0795}" destId="{FE287703-BC7B-8644-81FC-F1A75E90308A}" srcOrd="6" destOrd="0" presId="urn:microsoft.com/office/officeart/2008/layout/LinedList"/>
    <dgm:cxn modelId="{A83FEAF5-3BB8-C34F-AFC8-776F7D8DDBCC}" type="presParOf" srcId="{405D7C82-7F46-9A4F-BAF7-A9645B5A0795}" destId="{47A3E5FB-CFEA-3F42-AC75-6AB97CB6E880}" srcOrd="7" destOrd="0" presId="urn:microsoft.com/office/officeart/2008/layout/LinedList"/>
    <dgm:cxn modelId="{69D3C1DF-1CC8-FE4B-978B-C8020BD94734}" type="presParOf" srcId="{47A3E5FB-CFEA-3F42-AC75-6AB97CB6E880}" destId="{DEA6FE09-44C0-A548-99C5-EACBC59BD4DB}" srcOrd="0" destOrd="0" presId="urn:microsoft.com/office/officeart/2008/layout/LinedList"/>
    <dgm:cxn modelId="{45376519-F3B8-0C48-876D-C8833F6D0779}" type="presParOf" srcId="{47A3E5FB-CFEA-3F42-AC75-6AB97CB6E880}" destId="{B128AA6A-51CA-1B4D-BBEF-95CFE1264484}"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7AB9BDD-D2AC-48A3-85E2-E22934283958}" type="doc">
      <dgm:prSet loTypeId="urn:microsoft.com/office/officeart/2008/layout/LinedList" loCatId="list" qsTypeId="urn:microsoft.com/office/officeart/2005/8/quickstyle/simple4" qsCatId="simple" csTypeId="urn:microsoft.com/office/officeart/2005/8/colors/accent1_2" csCatId="accent1" phldr="1"/>
      <dgm:spPr/>
      <dgm:t>
        <a:bodyPr/>
        <a:lstStyle/>
        <a:p>
          <a:endParaRPr lang="en-US"/>
        </a:p>
      </dgm:t>
    </dgm:pt>
    <dgm:pt modelId="{4DC6D9E2-E79B-4FF5-A928-4731A232353D}">
      <dgm:prSet custT="1"/>
      <dgm:spPr/>
      <dgm:t>
        <a:bodyPr anchor="ctr"/>
        <a:lstStyle/>
        <a:p>
          <a:r>
            <a:rPr lang="sk-SK" sz="3200" b="0" noProof="0" dirty="0">
              <a:latin typeface="Helvetica Neue" panose="02000503000000020004" pitchFamily="2" charset="0"/>
              <a:ea typeface="Helvetica Neue" panose="02000503000000020004" pitchFamily="2" charset="0"/>
              <a:cs typeface="Helvetica Neue" panose="02000503000000020004" pitchFamily="2" charset="0"/>
            </a:rPr>
            <a:t>Ochrana osobných údajov</a:t>
          </a:r>
        </a:p>
      </dgm:t>
    </dgm:pt>
    <dgm:pt modelId="{C7F2F7DE-CB67-40D4-8814-D9B37F88CC68}" type="parTrans" cxnId="{E500245B-D8FD-4CE5-8995-6030B66AD29C}">
      <dgm:prSet/>
      <dgm:spPr/>
      <dgm:t>
        <a:bodyPr/>
        <a:lstStyle/>
        <a:p>
          <a:endParaRPr lang="en-US"/>
        </a:p>
      </dgm:t>
    </dgm:pt>
    <dgm:pt modelId="{BAD199CB-A93E-4706-9CB1-80738E776328}" type="sibTrans" cxnId="{E500245B-D8FD-4CE5-8995-6030B66AD29C}">
      <dgm:prSet/>
      <dgm:spPr/>
      <dgm:t>
        <a:bodyPr/>
        <a:lstStyle/>
        <a:p>
          <a:endParaRPr lang="en-US"/>
        </a:p>
      </dgm:t>
    </dgm:pt>
    <dgm:pt modelId="{E221785A-1C15-413A-BF53-FD9B4D93D3B9}">
      <dgm:prSet custT="1"/>
      <dgm:spPr/>
      <dgm:t>
        <a:bodyPr anchor="ctr"/>
        <a:lstStyle/>
        <a:p>
          <a:r>
            <a:rPr lang="sk-SK" sz="3200" b="0" noProof="0" dirty="0">
              <a:latin typeface="Helvetica Neue" panose="02000503000000020004" pitchFamily="2" charset="0"/>
              <a:ea typeface="Helvetica Neue" panose="02000503000000020004" pitchFamily="2" charset="0"/>
              <a:cs typeface="Helvetica Neue" panose="02000503000000020004" pitchFamily="2" charset="0"/>
            </a:rPr>
            <a:t>Šifrovanie dát</a:t>
          </a:r>
        </a:p>
      </dgm:t>
    </dgm:pt>
    <dgm:pt modelId="{57E8A92A-4F7A-4482-ACA9-8A56ED9D6373}" type="parTrans" cxnId="{C0E8F5C2-C5F8-495C-91FF-079044037A48}">
      <dgm:prSet/>
      <dgm:spPr/>
      <dgm:t>
        <a:bodyPr/>
        <a:lstStyle/>
        <a:p>
          <a:endParaRPr lang="en-US"/>
        </a:p>
      </dgm:t>
    </dgm:pt>
    <dgm:pt modelId="{5186FF59-69D1-45D9-87CF-0DB41DE8514B}" type="sibTrans" cxnId="{C0E8F5C2-C5F8-495C-91FF-079044037A48}">
      <dgm:prSet/>
      <dgm:spPr/>
      <dgm:t>
        <a:bodyPr/>
        <a:lstStyle/>
        <a:p>
          <a:endParaRPr lang="en-US"/>
        </a:p>
      </dgm:t>
    </dgm:pt>
    <dgm:pt modelId="{48CF3636-1A9B-46A6-AB7E-E3933A78C522}">
      <dgm:prSet custT="1"/>
      <dgm:spPr/>
      <dgm:t>
        <a:bodyPr anchor="ctr"/>
        <a:lstStyle/>
        <a:p>
          <a:r>
            <a:rPr lang="sk-SK" sz="3200" noProof="0" dirty="0">
              <a:latin typeface="Helvetica Neue" panose="02000503000000020004" pitchFamily="2" charset="0"/>
              <a:ea typeface="Helvetica Neue" panose="02000503000000020004" pitchFamily="2" charset="0"/>
              <a:cs typeface="Helvetica Neue" panose="02000503000000020004" pitchFamily="2" charset="0"/>
            </a:rPr>
            <a:t>Autentifikácia a autorizácia používateľov</a:t>
          </a:r>
        </a:p>
      </dgm:t>
    </dgm:pt>
    <dgm:pt modelId="{BDDF3314-F34A-4A33-B22F-519B8A96B234}" type="parTrans" cxnId="{539D42C5-DA75-407D-9E33-EEDF12015927}">
      <dgm:prSet/>
      <dgm:spPr/>
      <dgm:t>
        <a:bodyPr/>
        <a:lstStyle/>
        <a:p>
          <a:endParaRPr lang="en-US"/>
        </a:p>
      </dgm:t>
    </dgm:pt>
    <dgm:pt modelId="{2C9740D8-287F-4EE8-8DC9-5EBE19FF87CE}" type="sibTrans" cxnId="{539D42C5-DA75-407D-9E33-EEDF12015927}">
      <dgm:prSet/>
      <dgm:spPr/>
      <dgm:t>
        <a:bodyPr/>
        <a:lstStyle/>
        <a:p>
          <a:endParaRPr lang="en-US"/>
        </a:p>
      </dgm:t>
    </dgm:pt>
    <dgm:pt modelId="{3E09D733-B381-4621-A2B5-B27934DE5664}">
      <dgm:prSet custT="1"/>
      <dgm:spPr/>
      <dgm:t>
        <a:bodyPr anchor="ctr"/>
        <a:lstStyle/>
        <a:p>
          <a:r>
            <a:rPr lang="sk-SK" sz="3200" noProof="0" dirty="0">
              <a:latin typeface="Helvetica Neue" panose="02000503000000020004" pitchFamily="2" charset="0"/>
              <a:ea typeface="Helvetica Neue" panose="02000503000000020004" pitchFamily="2" charset="0"/>
              <a:cs typeface="Helvetica Neue" panose="02000503000000020004" pitchFamily="2" charset="0"/>
            </a:rPr>
            <a:t>Škálovateľnosť systému</a:t>
          </a:r>
        </a:p>
      </dgm:t>
    </dgm:pt>
    <dgm:pt modelId="{51F760E9-7AEA-4273-82A8-FDB53EA72655}" type="parTrans" cxnId="{FDA46A09-0791-4FB8-8778-9B481E989052}">
      <dgm:prSet/>
      <dgm:spPr/>
      <dgm:t>
        <a:bodyPr/>
        <a:lstStyle/>
        <a:p>
          <a:endParaRPr lang="en-US"/>
        </a:p>
      </dgm:t>
    </dgm:pt>
    <dgm:pt modelId="{D305CCCB-C1BA-48A9-8402-C8710EEF8CCD}" type="sibTrans" cxnId="{FDA46A09-0791-4FB8-8778-9B481E989052}">
      <dgm:prSet/>
      <dgm:spPr/>
      <dgm:t>
        <a:bodyPr/>
        <a:lstStyle/>
        <a:p>
          <a:endParaRPr lang="en-US"/>
        </a:p>
      </dgm:t>
    </dgm:pt>
    <dgm:pt modelId="{73FBC873-822E-41EA-A46A-58C09D173A50}">
      <dgm:prSet custT="1"/>
      <dgm:spPr/>
      <dgm:t>
        <a:bodyPr anchor="ctr"/>
        <a:lstStyle/>
        <a:p>
          <a:r>
            <a:rPr lang="sk-SK" sz="3200" noProof="0" dirty="0">
              <a:latin typeface="Helvetica Neue" panose="02000503000000020004" pitchFamily="2" charset="0"/>
              <a:ea typeface="Helvetica Neue" panose="02000503000000020004" pitchFamily="2" charset="0"/>
              <a:cs typeface="Helvetica Neue" panose="02000503000000020004" pitchFamily="2" charset="0"/>
            </a:rPr>
            <a:t>Zálohovanie dát</a:t>
          </a:r>
        </a:p>
      </dgm:t>
    </dgm:pt>
    <dgm:pt modelId="{CCC7B8B0-A8A8-4203-BFB8-AC7FD6B922DB}" type="parTrans" cxnId="{E1AB8958-5F11-479C-B7A2-8C1AF4EFE5F0}">
      <dgm:prSet/>
      <dgm:spPr/>
      <dgm:t>
        <a:bodyPr/>
        <a:lstStyle/>
        <a:p>
          <a:endParaRPr lang="en-US"/>
        </a:p>
      </dgm:t>
    </dgm:pt>
    <dgm:pt modelId="{FFE3706A-A22E-45E2-A160-B50746687193}" type="sibTrans" cxnId="{E1AB8958-5F11-479C-B7A2-8C1AF4EFE5F0}">
      <dgm:prSet/>
      <dgm:spPr/>
      <dgm:t>
        <a:bodyPr/>
        <a:lstStyle/>
        <a:p>
          <a:endParaRPr lang="en-US"/>
        </a:p>
      </dgm:t>
    </dgm:pt>
    <dgm:pt modelId="{405D7C82-7F46-9A4F-BAF7-A9645B5A0795}" type="pres">
      <dgm:prSet presAssocID="{E7AB9BDD-D2AC-48A3-85E2-E22934283958}" presName="vert0" presStyleCnt="0">
        <dgm:presLayoutVars>
          <dgm:dir/>
          <dgm:animOne val="branch"/>
          <dgm:animLvl val="lvl"/>
        </dgm:presLayoutVars>
      </dgm:prSet>
      <dgm:spPr/>
    </dgm:pt>
    <dgm:pt modelId="{1D70A020-6762-E74E-9D6D-668D3C95CE3A}" type="pres">
      <dgm:prSet presAssocID="{4DC6D9E2-E79B-4FF5-A928-4731A232353D}" presName="thickLine" presStyleLbl="alignNode1" presStyleIdx="0" presStyleCnt="5"/>
      <dgm:spPr/>
    </dgm:pt>
    <dgm:pt modelId="{AC9514AA-6F66-E34B-BCD8-C1ADED8FEE14}" type="pres">
      <dgm:prSet presAssocID="{4DC6D9E2-E79B-4FF5-A928-4731A232353D}" presName="horz1" presStyleCnt="0"/>
      <dgm:spPr/>
    </dgm:pt>
    <dgm:pt modelId="{3CCC34C4-E39B-8743-8E5D-8D0D5D5600C5}" type="pres">
      <dgm:prSet presAssocID="{4DC6D9E2-E79B-4FF5-A928-4731A232353D}" presName="tx1" presStyleLbl="revTx" presStyleIdx="0" presStyleCnt="5"/>
      <dgm:spPr/>
    </dgm:pt>
    <dgm:pt modelId="{F48C7B95-ACDA-1F49-945B-15CD109A1407}" type="pres">
      <dgm:prSet presAssocID="{4DC6D9E2-E79B-4FF5-A928-4731A232353D}" presName="vert1" presStyleCnt="0"/>
      <dgm:spPr/>
    </dgm:pt>
    <dgm:pt modelId="{587FE207-F05E-6649-9C21-1EA9BF642201}" type="pres">
      <dgm:prSet presAssocID="{E221785A-1C15-413A-BF53-FD9B4D93D3B9}" presName="thickLine" presStyleLbl="alignNode1" presStyleIdx="1" presStyleCnt="5"/>
      <dgm:spPr/>
    </dgm:pt>
    <dgm:pt modelId="{8BA0C28B-8E4D-8B49-A8E0-4CB49A0ED6BE}" type="pres">
      <dgm:prSet presAssocID="{E221785A-1C15-413A-BF53-FD9B4D93D3B9}" presName="horz1" presStyleCnt="0"/>
      <dgm:spPr/>
    </dgm:pt>
    <dgm:pt modelId="{A607230A-734E-AE47-888A-08B2D0F51729}" type="pres">
      <dgm:prSet presAssocID="{E221785A-1C15-413A-BF53-FD9B4D93D3B9}" presName="tx1" presStyleLbl="revTx" presStyleIdx="1" presStyleCnt="5"/>
      <dgm:spPr/>
    </dgm:pt>
    <dgm:pt modelId="{2FAED8D4-24C8-B446-965F-136862A7A345}" type="pres">
      <dgm:prSet presAssocID="{E221785A-1C15-413A-BF53-FD9B4D93D3B9}" presName="vert1" presStyleCnt="0"/>
      <dgm:spPr/>
    </dgm:pt>
    <dgm:pt modelId="{EDB7363F-3B69-C949-B305-A6E58425395E}" type="pres">
      <dgm:prSet presAssocID="{48CF3636-1A9B-46A6-AB7E-E3933A78C522}" presName="thickLine" presStyleLbl="alignNode1" presStyleIdx="2" presStyleCnt="5"/>
      <dgm:spPr/>
    </dgm:pt>
    <dgm:pt modelId="{04C98A7E-A5C6-3840-9B1D-29F42BDA44EA}" type="pres">
      <dgm:prSet presAssocID="{48CF3636-1A9B-46A6-AB7E-E3933A78C522}" presName="horz1" presStyleCnt="0"/>
      <dgm:spPr/>
    </dgm:pt>
    <dgm:pt modelId="{FEF6F2E6-BE38-E54B-8211-1FF77E9B178A}" type="pres">
      <dgm:prSet presAssocID="{48CF3636-1A9B-46A6-AB7E-E3933A78C522}" presName="tx1" presStyleLbl="revTx" presStyleIdx="2" presStyleCnt="5"/>
      <dgm:spPr/>
    </dgm:pt>
    <dgm:pt modelId="{B9D70C90-F314-5D44-944F-CC9812C1B20C}" type="pres">
      <dgm:prSet presAssocID="{48CF3636-1A9B-46A6-AB7E-E3933A78C522}" presName="vert1" presStyleCnt="0"/>
      <dgm:spPr/>
    </dgm:pt>
    <dgm:pt modelId="{FE287703-BC7B-8644-81FC-F1A75E90308A}" type="pres">
      <dgm:prSet presAssocID="{3E09D733-B381-4621-A2B5-B27934DE5664}" presName="thickLine" presStyleLbl="alignNode1" presStyleIdx="3" presStyleCnt="5"/>
      <dgm:spPr/>
    </dgm:pt>
    <dgm:pt modelId="{47A3E5FB-CFEA-3F42-AC75-6AB97CB6E880}" type="pres">
      <dgm:prSet presAssocID="{3E09D733-B381-4621-A2B5-B27934DE5664}" presName="horz1" presStyleCnt="0"/>
      <dgm:spPr/>
    </dgm:pt>
    <dgm:pt modelId="{DEA6FE09-44C0-A548-99C5-EACBC59BD4DB}" type="pres">
      <dgm:prSet presAssocID="{3E09D733-B381-4621-A2B5-B27934DE5664}" presName="tx1" presStyleLbl="revTx" presStyleIdx="3" presStyleCnt="5"/>
      <dgm:spPr/>
    </dgm:pt>
    <dgm:pt modelId="{B128AA6A-51CA-1B4D-BBEF-95CFE1264484}" type="pres">
      <dgm:prSet presAssocID="{3E09D733-B381-4621-A2B5-B27934DE5664}" presName="vert1" presStyleCnt="0"/>
      <dgm:spPr/>
    </dgm:pt>
    <dgm:pt modelId="{2FD3CB5D-DE4E-9143-AE75-D1A3090EB986}" type="pres">
      <dgm:prSet presAssocID="{73FBC873-822E-41EA-A46A-58C09D173A50}" presName="thickLine" presStyleLbl="alignNode1" presStyleIdx="4" presStyleCnt="5"/>
      <dgm:spPr/>
    </dgm:pt>
    <dgm:pt modelId="{98D98CF1-A709-7245-A1D6-E52C53F1452E}" type="pres">
      <dgm:prSet presAssocID="{73FBC873-822E-41EA-A46A-58C09D173A50}" presName="horz1" presStyleCnt="0"/>
      <dgm:spPr/>
    </dgm:pt>
    <dgm:pt modelId="{0606F000-2AB3-D942-AE07-55B2772824A3}" type="pres">
      <dgm:prSet presAssocID="{73FBC873-822E-41EA-A46A-58C09D173A50}" presName="tx1" presStyleLbl="revTx" presStyleIdx="4" presStyleCnt="5"/>
      <dgm:spPr/>
    </dgm:pt>
    <dgm:pt modelId="{531395C5-60FE-7046-9225-2A724287F5B9}" type="pres">
      <dgm:prSet presAssocID="{73FBC873-822E-41EA-A46A-58C09D173A50}" presName="vert1" presStyleCnt="0"/>
      <dgm:spPr/>
    </dgm:pt>
  </dgm:ptLst>
  <dgm:cxnLst>
    <dgm:cxn modelId="{86AB4508-8C07-644C-8137-B3902D8ECF26}" type="presOf" srcId="{73FBC873-822E-41EA-A46A-58C09D173A50}" destId="{0606F000-2AB3-D942-AE07-55B2772824A3}" srcOrd="0" destOrd="0" presId="urn:microsoft.com/office/officeart/2008/layout/LinedList"/>
    <dgm:cxn modelId="{FDA46A09-0791-4FB8-8778-9B481E989052}" srcId="{E7AB9BDD-D2AC-48A3-85E2-E22934283958}" destId="{3E09D733-B381-4621-A2B5-B27934DE5664}" srcOrd="3" destOrd="0" parTransId="{51F760E9-7AEA-4273-82A8-FDB53EA72655}" sibTransId="{D305CCCB-C1BA-48A9-8402-C8710EEF8CCD}"/>
    <dgm:cxn modelId="{6AC5A83E-4509-DA4F-BB52-1EBA4BF0BBD3}" type="presOf" srcId="{E7AB9BDD-D2AC-48A3-85E2-E22934283958}" destId="{405D7C82-7F46-9A4F-BAF7-A9645B5A0795}" srcOrd="0" destOrd="0" presId="urn:microsoft.com/office/officeart/2008/layout/LinedList"/>
    <dgm:cxn modelId="{E500245B-D8FD-4CE5-8995-6030B66AD29C}" srcId="{E7AB9BDD-D2AC-48A3-85E2-E22934283958}" destId="{4DC6D9E2-E79B-4FF5-A928-4731A232353D}" srcOrd="0" destOrd="0" parTransId="{C7F2F7DE-CB67-40D4-8814-D9B37F88CC68}" sibTransId="{BAD199CB-A93E-4706-9CB1-80738E776328}"/>
    <dgm:cxn modelId="{6B1A5B4A-ED3F-EA48-AD53-76C63DE5B0D8}" type="presOf" srcId="{E221785A-1C15-413A-BF53-FD9B4D93D3B9}" destId="{A607230A-734E-AE47-888A-08B2D0F51729}" srcOrd="0" destOrd="0" presId="urn:microsoft.com/office/officeart/2008/layout/LinedList"/>
    <dgm:cxn modelId="{E1AB8958-5F11-479C-B7A2-8C1AF4EFE5F0}" srcId="{E7AB9BDD-D2AC-48A3-85E2-E22934283958}" destId="{73FBC873-822E-41EA-A46A-58C09D173A50}" srcOrd="4" destOrd="0" parTransId="{CCC7B8B0-A8A8-4203-BFB8-AC7FD6B922DB}" sibTransId="{FFE3706A-A22E-45E2-A160-B50746687193}"/>
    <dgm:cxn modelId="{8DAFB5A8-A8D9-3E43-ABAA-7270ACE9290A}" type="presOf" srcId="{48CF3636-1A9B-46A6-AB7E-E3933A78C522}" destId="{FEF6F2E6-BE38-E54B-8211-1FF77E9B178A}" srcOrd="0" destOrd="0" presId="urn:microsoft.com/office/officeart/2008/layout/LinedList"/>
    <dgm:cxn modelId="{646E30B1-AEAD-854C-89ED-CD27F38D044F}" type="presOf" srcId="{3E09D733-B381-4621-A2B5-B27934DE5664}" destId="{DEA6FE09-44C0-A548-99C5-EACBC59BD4DB}" srcOrd="0" destOrd="0" presId="urn:microsoft.com/office/officeart/2008/layout/LinedList"/>
    <dgm:cxn modelId="{C0E8F5C2-C5F8-495C-91FF-079044037A48}" srcId="{E7AB9BDD-D2AC-48A3-85E2-E22934283958}" destId="{E221785A-1C15-413A-BF53-FD9B4D93D3B9}" srcOrd="1" destOrd="0" parTransId="{57E8A92A-4F7A-4482-ACA9-8A56ED9D6373}" sibTransId="{5186FF59-69D1-45D9-87CF-0DB41DE8514B}"/>
    <dgm:cxn modelId="{539D42C5-DA75-407D-9E33-EEDF12015927}" srcId="{E7AB9BDD-D2AC-48A3-85E2-E22934283958}" destId="{48CF3636-1A9B-46A6-AB7E-E3933A78C522}" srcOrd="2" destOrd="0" parTransId="{BDDF3314-F34A-4A33-B22F-519B8A96B234}" sibTransId="{2C9740D8-287F-4EE8-8DC9-5EBE19FF87CE}"/>
    <dgm:cxn modelId="{E1AF36F3-BB64-3D4D-8987-08DE5567D4D5}" type="presOf" srcId="{4DC6D9E2-E79B-4FF5-A928-4731A232353D}" destId="{3CCC34C4-E39B-8743-8E5D-8D0D5D5600C5}" srcOrd="0" destOrd="0" presId="urn:microsoft.com/office/officeart/2008/layout/LinedList"/>
    <dgm:cxn modelId="{81279B4E-3612-8E4B-9B65-CDED7B0F1D6D}" type="presParOf" srcId="{405D7C82-7F46-9A4F-BAF7-A9645B5A0795}" destId="{1D70A020-6762-E74E-9D6D-668D3C95CE3A}" srcOrd="0" destOrd="0" presId="urn:microsoft.com/office/officeart/2008/layout/LinedList"/>
    <dgm:cxn modelId="{D68865C0-8306-4B48-BEC9-4D415E7DD906}" type="presParOf" srcId="{405D7C82-7F46-9A4F-BAF7-A9645B5A0795}" destId="{AC9514AA-6F66-E34B-BCD8-C1ADED8FEE14}" srcOrd="1" destOrd="0" presId="urn:microsoft.com/office/officeart/2008/layout/LinedList"/>
    <dgm:cxn modelId="{A4E78F11-C33B-BE4B-B1D2-074FB98DDD55}" type="presParOf" srcId="{AC9514AA-6F66-E34B-BCD8-C1ADED8FEE14}" destId="{3CCC34C4-E39B-8743-8E5D-8D0D5D5600C5}" srcOrd="0" destOrd="0" presId="urn:microsoft.com/office/officeart/2008/layout/LinedList"/>
    <dgm:cxn modelId="{3C2CA23A-524E-E649-9F6A-897F53C86DED}" type="presParOf" srcId="{AC9514AA-6F66-E34B-BCD8-C1ADED8FEE14}" destId="{F48C7B95-ACDA-1F49-945B-15CD109A1407}" srcOrd="1" destOrd="0" presId="urn:microsoft.com/office/officeart/2008/layout/LinedList"/>
    <dgm:cxn modelId="{E1DB0576-999C-384E-B4A7-D926945FB60F}" type="presParOf" srcId="{405D7C82-7F46-9A4F-BAF7-A9645B5A0795}" destId="{587FE207-F05E-6649-9C21-1EA9BF642201}" srcOrd="2" destOrd="0" presId="urn:microsoft.com/office/officeart/2008/layout/LinedList"/>
    <dgm:cxn modelId="{1ABD0A5E-CBBF-EA4D-851B-A82CBD9B4C07}" type="presParOf" srcId="{405D7C82-7F46-9A4F-BAF7-A9645B5A0795}" destId="{8BA0C28B-8E4D-8B49-A8E0-4CB49A0ED6BE}" srcOrd="3" destOrd="0" presId="urn:microsoft.com/office/officeart/2008/layout/LinedList"/>
    <dgm:cxn modelId="{F6F25FAF-914E-154F-BC87-D28B001F5E16}" type="presParOf" srcId="{8BA0C28B-8E4D-8B49-A8E0-4CB49A0ED6BE}" destId="{A607230A-734E-AE47-888A-08B2D0F51729}" srcOrd="0" destOrd="0" presId="urn:microsoft.com/office/officeart/2008/layout/LinedList"/>
    <dgm:cxn modelId="{CB2023B3-1FC1-E04F-8374-469F98735349}" type="presParOf" srcId="{8BA0C28B-8E4D-8B49-A8E0-4CB49A0ED6BE}" destId="{2FAED8D4-24C8-B446-965F-136862A7A345}" srcOrd="1" destOrd="0" presId="urn:microsoft.com/office/officeart/2008/layout/LinedList"/>
    <dgm:cxn modelId="{C96F4F5B-04AF-064A-AE23-AC06273C2766}" type="presParOf" srcId="{405D7C82-7F46-9A4F-BAF7-A9645B5A0795}" destId="{EDB7363F-3B69-C949-B305-A6E58425395E}" srcOrd="4" destOrd="0" presId="urn:microsoft.com/office/officeart/2008/layout/LinedList"/>
    <dgm:cxn modelId="{E1281DE4-8618-D043-AB31-C21B54ED7FCF}" type="presParOf" srcId="{405D7C82-7F46-9A4F-BAF7-A9645B5A0795}" destId="{04C98A7E-A5C6-3840-9B1D-29F42BDA44EA}" srcOrd="5" destOrd="0" presId="urn:microsoft.com/office/officeart/2008/layout/LinedList"/>
    <dgm:cxn modelId="{4E77D749-C2D8-724A-9173-04CE1ED836E6}" type="presParOf" srcId="{04C98A7E-A5C6-3840-9B1D-29F42BDA44EA}" destId="{FEF6F2E6-BE38-E54B-8211-1FF77E9B178A}" srcOrd="0" destOrd="0" presId="urn:microsoft.com/office/officeart/2008/layout/LinedList"/>
    <dgm:cxn modelId="{0D3D03BC-761B-B74A-8C5E-5C65B4366F14}" type="presParOf" srcId="{04C98A7E-A5C6-3840-9B1D-29F42BDA44EA}" destId="{B9D70C90-F314-5D44-944F-CC9812C1B20C}" srcOrd="1" destOrd="0" presId="urn:microsoft.com/office/officeart/2008/layout/LinedList"/>
    <dgm:cxn modelId="{D10BB026-0C8B-1143-B378-A739F738ABB2}" type="presParOf" srcId="{405D7C82-7F46-9A4F-BAF7-A9645B5A0795}" destId="{FE287703-BC7B-8644-81FC-F1A75E90308A}" srcOrd="6" destOrd="0" presId="urn:microsoft.com/office/officeart/2008/layout/LinedList"/>
    <dgm:cxn modelId="{A83FEAF5-3BB8-C34F-AFC8-776F7D8DDBCC}" type="presParOf" srcId="{405D7C82-7F46-9A4F-BAF7-A9645B5A0795}" destId="{47A3E5FB-CFEA-3F42-AC75-6AB97CB6E880}" srcOrd="7" destOrd="0" presId="urn:microsoft.com/office/officeart/2008/layout/LinedList"/>
    <dgm:cxn modelId="{69D3C1DF-1CC8-FE4B-978B-C8020BD94734}" type="presParOf" srcId="{47A3E5FB-CFEA-3F42-AC75-6AB97CB6E880}" destId="{DEA6FE09-44C0-A548-99C5-EACBC59BD4DB}" srcOrd="0" destOrd="0" presId="urn:microsoft.com/office/officeart/2008/layout/LinedList"/>
    <dgm:cxn modelId="{45376519-F3B8-0C48-876D-C8833F6D0779}" type="presParOf" srcId="{47A3E5FB-CFEA-3F42-AC75-6AB97CB6E880}" destId="{B128AA6A-51CA-1B4D-BBEF-95CFE1264484}" srcOrd="1" destOrd="0" presId="urn:microsoft.com/office/officeart/2008/layout/LinedList"/>
    <dgm:cxn modelId="{D8A28347-A652-6A42-9A58-D87D97A98E83}" type="presParOf" srcId="{405D7C82-7F46-9A4F-BAF7-A9645B5A0795}" destId="{2FD3CB5D-DE4E-9143-AE75-D1A3090EB986}" srcOrd="8" destOrd="0" presId="urn:microsoft.com/office/officeart/2008/layout/LinedList"/>
    <dgm:cxn modelId="{B28FAC6A-E744-3D49-BFB7-1D38533F3297}" type="presParOf" srcId="{405D7C82-7F46-9A4F-BAF7-A9645B5A0795}" destId="{98D98CF1-A709-7245-A1D6-E52C53F1452E}" srcOrd="9" destOrd="0" presId="urn:microsoft.com/office/officeart/2008/layout/LinedList"/>
    <dgm:cxn modelId="{F683054B-585D-F644-8FAC-3366925F67FD}" type="presParOf" srcId="{98D98CF1-A709-7245-A1D6-E52C53F1452E}" destId="{0606F000-2AB3-D942-AE07-55B2772824A3}" srcOrd="0" destOrd="0" presId="urn:microsoft.com/office/officeart/2008/layout/LinedList"/>
    <dgm:cxn modelId="{D8E5E7CC-3D73-3547-8B11-AF7B61B631F9}" type="presParOf" srcId="{98D98CF1-A709-7245-A1D6-E52C53F1452E}" destId="{531395C5-60FE-7046-9225-2A724287F5B9}"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EC2BAD-F314-4BFB-9F0A-57793AEE8A24}">
      <dsp:nvSpPr>
        <dsp:cNvPr id="0" name=""/>
        <dsp:cNvSpPr/>
      </dsp:nvSpPr>
      <dsp:spPr>
        <a:xfrm>
          <a:off x="-4547637" y="-697308"/>
          <a:ext cx="5417342" cy="5417342"/>
        </a:xfrm>
        <a:prstGeom prst="blockArc">
          <a:avLst>
            <a:gd name="adj1" fmla="val 18900000"/>
            <a:gd name="adj2" fmla="val 2700000"/>
            <a:gd name="adj3" fmla="val 399"/>
          </a:avLst>
        </a:prstGeom>
        <a:noFill/>
        <a:ln w="15875"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CCEE391F-4F23-47F6-BA6A-F88217927C69}">
      <dsp:nvSpPr>
        <dsp:cNvPr id="0" name=""/>
        <dsp:cNvSpPr/>
      </dsp:nvSpPr>
      <dsp:spPr>
        <a:xfrm>
          <a:off x="455546" y="309267"/>
          <a:ext cx="4333066" cy="61885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91217" tIns="81280" rIns="81280" bIns="81280" numCol="1" spcCol="1270" anchor="ctr" anchorCtr="0">
          <a:noAutofit/>
        </a:bodyPr>
        <a:lstStyle/>
        <a:p>
          <a:pPr marL="0" lvl="0" indent="0" algn="l" defTabSz="1422400">
            <a:lnSpc>
              <a:spcPct val="90000"/>
            </a:lnSpc>
            <a:spcBef>
              <a:spcPct val="0"/>
            </a:spcBef>
            <a:spcAft>
              <a:spcPct val="35000"/>
            </a:spcAft>
            <a:buNone/>
          </a:pPr>
          <a:r>
            <a:rPr lang="sk-SK" sz="3200" kern="1200" noProof="0" dirty="0"/>
            <a:t>Nejednotné</a:t>
          </a:r>
        </a:p>
      </dsp:txBody>
      <dsp:txXfrm>
        <a:off x="455546" y="309267"/>
        <a:ext cx="4333066" cy="618856"/>
      </dsp:txXfrm>
    </dsp:sp>
    <dsp:sp modelId="{FE9AF81E-3936-400D-9CED-A7B4EAA400F6}">
      <dsp:nvSpPr>
        <dsp:cNvPr id="0" name=""/>
        <dsp:cNvSpPr/>
      </dsp:nvSpPr>
      <dsp:spPr>
        <a:xfrm>
          <a:off x="68761" y="231910"/>
          <a:ext cx="773570" cy="773570"/>
        </a:xfrm>
        <a:prstGeom prst="ellipse">
          <a:avLst/>
        </a:prstGeom>
        <a:solidFill>
          <a:schemeClr val="l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A2B297-6439-48B0-BC3A-63C5E02D67C2}">
      <dsp:nvSpPr>
        <dsp:cNvPr id="0" name=""/>
        <dsp:cNvSpPr/>
      </dsp:nvSpPr>
      <dsp:spPr>
        <a:xfrm>
          <a:off x="810351" y="1237712"/>
          <a:ext cx="3978262" cy="61885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91217" tIns="81280" rIns="81280" bIns="81280" numCol="1" spcCol="1270" anchor="ctr" anchorCtr="0">
          <a:noAutofit/>
        </a:bodyPr>
        <a:lstStyle/>
        <a:p>
          <a:pPr marL="0" lvl="0" indent="0" algn="l" defTabSz="1422400">
            <a:lnSpc>
              <a:spcPct val="90000"/>
            </a:lnSpc>
            <a:spcBef>
              <a:spcPct val="0"/>
            </a:spcBef>
            <a:spcAft>
              <a:spcPct val="35000"/>
            </a:spcAft>
            <a:buNone/>
          </a:pPr>
          <a:r>
            <a:rPr lang="sk-SK" sz="3200" kern="1200" noProof="0" dirty="0"/>
            <a:t>Časovo náročné</a:t>
          </a:r>
        </a:p>
      </dsp:txBody>
      <dsp:txXfrm>
        <a:off x="810351" y="1237712"/>
        <a:ext cx="3978262" cy="618856"/>
      </dsp:txXfrm>
    </dsp:sp>
    <dsp:sp modelId="{41BEAA9C-E9DF-47D4-A2D6-B076583ECD2E}">
      <dsp:nvSpPr>
        <dsp:cNvPr id="0" name=""/>
        <dsp:cNvSpPr/>
      </dsp:nvSpPr>
      <dsp:spPr>
        <a:xfrm>
          <a:off x="423566" y="1160355"/>
          <a:ext cx="773570" cy="773570"/>
        </a:xfrm>
        <a:prstGeom prst="ellipse">
          <a:avLst/>
        </a:prstGeom>
        <a:solidFill>
          <a:schemeClr val="l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8EA9444-B246-428D-BA84-5818D5EF0752}">
      <dsp:nvSpPr>
        <dsp:cNvPr id="0" name=""/>
        <dsp:cNvSpPr/>
      </dsp:nvSpPr>
      <dsp:spPr>
        <a:xfrm>
          <a:off x="810351" y="2166156"/>
          <a:ext cx="3978262" cy="61885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91217" tIns="81280" rIns="81280" bIns="81280" numCol="1" spcCol="1270" anchor="ctr" anchorCtr="0">
          <a:noAutofit/>
        </a:bodyPr>
        <a:lstStyle/>
        <a:p>
          <a:pPr marL="0" lvl="0" indent="0" algn="l" defTabSz="1422400">
            <a:lnSpc>
              <a:spcPct val="90000"/>
            </a:lnSpc>
            <a:spcBef>
              <a:spcPct val="0"/>
            </a:spcBef>
            <a:spcAft>
              <a:spcPct val="35000"/>
            </a:spcAft>
            <a:buNone/>
          </a:pPr>
          <a:r>
            <a:rPr lang="sk-SK" sz="3200" kern="1200" noProof="0" dirty="0"/>
            <a:t>Zastaralé</a:t>
          </a:r>
        </a:p>
      </dsp:txBody>
      <dsp:txXfrm>
        <a:off x="810351" y="2166156"/>
        <a:ext cx="3978262" cy="618856"/>
      </dsp:txXfrm>
    </dsp:sp>
    <dsp:sp modelId="{0DD0CC33-66B1-449A-9D9D-67716D755274}">
      <dsp:nvSpPr>
        <dsp:cNvPr id="0" name=""/>
        <dsp:cNvSpPr/>
      </dsp:nvSpPr>
      <dsp:spPr>
        <a:xfrm>
          <a:off x="423566" y="2088799"/>
          <a:ext cx="773570" cy="773570"/>
        </a:xfrm>
        <a:prstGeom prst="ellipse">
          <a:avLst/>
        </a:prstGeom>
        <a:solidFill>
          <a:schemeClr val="l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90400F0-1C96-4180-B927-F198FF0F5E49}">
      <dsp:nvSpPr>
        <dsp:cNvPr id="0" name=""/>
        <dsp:cNvSpPr/>
      </dsp:nvSpPr>
      <dsp:spPr>
        <a:xfrm>
          <a:off x="455546" y="3094601"/>
          <a:ext cx="4333066" cy="618856"/>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91217" tIns="81280" rIns="81280" bIns="81280" numCol="1" spcCol="1270" anchor="ctr" anchorCtr="0">
          <a:noAutofit/>
        </a:bodyPr>
        <a:lstStyle/>
        <a:p>
          <a:pPr marL="0" lvl="0" indent="0" algn="l" defTabSz="1422400">
            <a:lnSpc>
              <a:spcPct val="90000"/>
            </a:lnSpc>
            <a:spcBef>
              <a:spcPct val="0"/>
            </a:spcBef>
            <a:spcAft>
              <a:spcPct val="35000"/>
            </a:spcAft>
            <a:buNone/>
          </a:pPr>
          <a:r>
            <a:rPr lang="sk-SK" sz="3200" kern="1200" noProof="0" dirty="0"/>
            <a:t>Preťažené</a:t>
          </a:r>
        </a:p>
      </dsp:txBody>
      <dsp:txXfrm>
        <a:off x="455546" y="3094601"/>
        <a:ext cx="4333066" cy="618856"/>
      </dsp:txXfrm>
    </dsp:sp>
    <dsp:sp modelId="{C0876D6E-10A0-438D-97E6-CDB471216116}">
      <dsp:nvSpPr>
        <dsp:cNvPr id="0" name=""/>
        <dsp:cNvSpPr/>
      </dsp:nvSpPr>
      <dsp:spPr>
        <a:xfrm>
          <a:off x="68761" y="3017244"/>
          <a:ext cx="773570" cy="773570"/>
        </a:xfrm>
        <a:prstGeom prst="ellipse">
          <a:avLst/>
        </a:prstGeom>
        <a:solidFill>
          <a:schemeClr val="l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48DC1A-EC91-407A-92F0-EF740B9BFEB0}">
      <dsp:nvSpPr>
        <dsp:cNvPr id="0" name=""/>
        <dsp:cNvSpPr/>
      </dsp:nvSpPr>
      <dsp:spPr>
        <a:xfrm>
          <a:off x="0" y="12282"/>
          <a:ext cx="4745424" cy="1263599"/>
        </a:xfrm>
        <a:prstGeom prst="roundRect">
          <a:avLst/>
        </a:prstGeom>
        <a:solidFill>
          <a:srgbClr val="FFC000"/>
        </a:solidFill>
        <a:ln w="25400" cap="flat" cmpd="sng" algn="ctr">
          <a:solidFill>
            <a:schemeClr val="lt1">
              <a:hueOff val="0"/>
              <a:satOff val="0"/>
              <a:lumOff val="0"/>
              <a:alphaOff val="0"/>
            </a:schemeClr>
          </a:solidFill>
          <a:prstDash val="solid"/>
        </a:ln>
        <a:effectLst/>
      </dsp:spPr>
      <dsp:style>
        <a:lnRef idx="3">
          <a:scrgbClr r="0" g="0" b="0"/>
        </a:lnRef>
        <a:fillRef idx="1">
          <a:scrgbClr r="0" g="0" b="0"/>
        </a:fillRef>
        <a:effectRef idx="1">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sk-SK" sz="3200" kern="1200" noProof="0" dirty="0"/>
            <a:t>Webová a mobilná aplikácia</a:t>
          </a:r>
        </a:p>
      </dsp:txBody>
      <dsp:txXfrm>
        <a:off x="61684" y="73966"/>
        <a:ext cx="4622056" cy="1140231"/>
      </dsp:txXfrm>
    </dsp:sp>
    <dsp:sp modelId="{9D99035B-939A-4C66-BF76-B555469F6CBD}">
      <dsp:nvSpPr>
        <dsp:cNvPr id="0" name=""/>
        <dsp:cNvSpPr/>
      </dsp:nvSpPr>
      <dsp:spPr>
        <a:xfrm>
          <a:off x="0" y="1379562"/>
          <a:ext cx="4745424" cy="1263599"/>
        </a:xfrm>
        <a:prstGeom prst="roundRect">
          <a:avLst/>
        </a:prstGeom>
        <a:solidFill>
          <a:srgbClr val="92D050"/>
        </a:solidFill>
        <a:ln w="25400" cap="flat" cmpd="sng" algn="ctr">
          <a:solidFill>
            <a:schemeClr val="lt1">
              <a:hueOff val="0"/>
              <a:satOff val="0"/>
              <a:lumOff val="0"/>
              <a:alphaOff val="0"/>
            </a:schemeClr>
          </a:solidFill>
          <a:prstDash val="solid"/>
        </a:ln>
        <a:effectLst/>
      </dsp:spPr>
      <dsp:style>
        <a:lnRef idx="3">
          <a:scrgbClr r="0" g="0" b="0"/>
        </a:lnRef>
        <a:fillRef idx="1">
          <a:scrgbClr r="0" g="0" b="0"/>
        </a:fillRef>
        <a:effectRef idx="1">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sk-SK" sz="3200" kern="1200" noProof="0" dirty="0"/>
            <a:t>Digitalizuje proces</a:t>
          </a:r>
        </a:p>
      </dsp:txBody>
      <dsp:txXfrm>
        <a:off x="61684" y="1441246"/>
        <a:ext cx="4622056" cy="1140231"/>
      </dsp:txXfrm>
    </dsp:sp>
    <dsp:sp modelId="{BCE70906-6FC9-40C2-9AB0-59A28A1B3564}">
      <dsp:nvSpPr>
        <dsp:cNvPr id="0" name=""/>
        <dsp:cNvSpPr/>
      </dsp:nvSpPr>
      <dsp:spPr>
        <a:xfrm>
          <a:off x="0" y="2746842"/>
          <a:ext cx="4745424" cy="1263599"/>
        </a:xfrm>
        <a:prstGeom prst="roundRect">
          <a:avLst/>
        </a:prstGeom>
        <a:solidFill>
          <a:schemeClr val="accent5">
            <a:lumMod val="40000"/>
            <a:lumOff val="60000"/>
          </a:schemeClr>
        </a:solidFill>
        <a:ln w="25400" cap="flat" cmpd="sng" algn="ctr">
          <a:solidFill>
            <a:schemeClr val="lt1">
              <a:hueOff val="0"/>
              <a:satOff val="0"/>
              <a:lumOff val="0"/>
              <a:alphaOff val="0"/>
            </a:schemeClr>
          </a:solidFill>
          <a:prstDash val="solid"/>
        </a:ln>
        <a:effectLst/>
      </dsp:spPr>
      <dsp:style>
        <a:lnRef idx="3">
          <a:scrgbClr r="0" g="0" b="0"/>
        </a:lnRef>
        <a:fillRef idx="1">
          <a:scrgbClr r="0" g="0" b="0"/>
        </a:fillRef>
        <a:effectRef idx="1">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sk-SK" sz="3200" kern="1200" noProof="0" dirty="0"/>
            <a:t>Prepája pacientov a lekárov </a:t>
          </a:r>
        </a:p>
      </dsp:txBody>
      <dsp:txXfrm>
        <a:off x="61684" y="2808526"/>
        <a:ext cx="4622056" cy="114023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9CBEAFA-F720-4FF8-85C3-EE952442044F}">
      <dsp:nvSpPr>
        <dsp:cNvPr id="0" name=""/>
        <dsp:cNvSpPr/>
      </dsp:nvSpPr>
      <dsp:spPr>
        <a:xfrm>
          <a:off x="7771001" y="2954056"/>
          <a:ext cx="993538" cy="472834"/>
        </a:xfrm>
        <a:custGeom>
          <a:avLst/>
          <a:gdLst/>
          <a:ahLst/>
          <a:cxnLst/>
          <a:rect l="0" t="0" r="0" b="0"/>
          <a:pathLst>
            <a:path>
              <a:moveTo>
                <a:pt x="0" y="0"/>
              </a:moveTo>
              <a:lnTo>
                <a:pt x="0" y="322222"/>
              </a:lnTo>
              <a:lnTo>
                <a:pt x="993538" y="322222"/>
              </a:lnTo>
              <a:lnTo>
                <a:pt x="993538" y="472834"/>
              </a:lnTo>
            </a:path>
          </a:pathLst>
        </a:custGeom>
        <a:noFill/>
        <a:ln w="15875" cap="flat" cmpd="sng" algn="ctr">
          <a:solidFill>
            <a:srgbClr val="4DADCF">
              <a:hueOff val="0"/>
              <a:satOff val="0"/>
              <a:lumOff val="0"/>
              <a:alphaOff val="0"/>
            </a:srgbClr>
          </a:solidFill>
          <a:prstDash val="solid"/>
        </a:ln>
        <a:effectLst/>
      </dsp:spPr>
      <dsp:style>
        <a:lnRef idx="2">
          <a:scrgbClr r="0" g="0" b="0"/>
        </a:lnRef>
        <a:fillRef idx="0">
          <a:scrgbClr r="0" g="0" b="0"/>
        </a:fillRef>
        <a:effectRef idx="0">
          <a:scrgbClr r="0" g="0" b="0"/>
        </a:effectRef>
        <a:fontRef idx="minor"/>
      </dsp:style>
    </dsp:sp>
    <dsp:sp modelId="{F823274A-F718-4A8C-B548-2165A0FC6078}">
      <dsp:nvSpPr>
        <dsp:cNvPr id="0" name=""/>
        <dsp:cNvSpPr/>
      </dsp:nvSpPr>
      <dsp:spPr>
        <a:xfrm>
          <a:off x="6777462" y="2954056"/>
          <a:ext cx="993538" cy="472834"/>
        </a:xfrm>
        <a:custGeom>
          <a:avLst/>
          <a:gdLst/>
          <a:ahLst/>
          <a:cxnLst/>
          <a:rect l="0" t="0" r="0" b="0"/>
          <a:pathLst>
            <a:path>
              <a:moveTo>
                <a:pt x="993538" y="0"/>
              </a:moveTo>
              <a:lnTo>
                <a:pt x="993538" y="322222"/>
              </a:lnTo>
              <a:lnTo>
                <a:pt x="0" y="322222"/>
              </a:lnTo>
              <a:lnTo>
                <a:pt x="0" y="472834"/>
              </a:lnTo>
            </a:path>
          </a:pathLst>
        </a:custGeom>
        <a:noFill/>
        <a:ln w="15875" cap="flat" cmpd="sng" algn="ctr">
          <a:solidFill>
            <a:srgbClr val="4DADCF">
              <a:hueOff val="0"/>
              <a:satOff val="0"/>
              <a:lumOff val="0"/>
              <a:alphaOff val="0"/>
            </a:srgbClr>
          </a:solidFill>
          <a:prstDash val="solid"/>
        </a:ln>
        <a:effectLst/>
      </dsp:spPr>
      <dsp:style>
        <a:lnRef idx="2">
          <a:scrgbClr r="0" g="0" b="0"/>
        </a:lnRef>
        <a:fillRef idx="0">
          <a:scrgbClr r="0" g="0" b="0"/>
        </a:fillRef>
        <a:effectRef idx="0">
          <a:scrgbClr r="0" g="0" b="0"/>
        </a:effectRef>
        <a:fontRef idx="minor"/>
      </dsp:style>
    </dsp:sp>
    <dsp:sp modelId="{872B6060-F4E4-4CA9-A0FD-939830BD3B41}">
      <dsp:nvSpPr>
        <dsp:cNvPr id="0" name=""/>
        <dsp:cNvSpPr/>
      </dsp:nvSpPr>
      <dsp:spPr>
        <a:xfrm>
          <a:off x="5287155" y="1448845"/>
          <a:ext cx="2483846" cy="472834"/>
        </a:xfrm>
        <a:custGeom>
          <a:avLst/>
          <a:gdLst/>
          <a:ahLst/>
          <a:cxnLst/>
          <a:rect l="0" t="0" r="0" b="0"/>
          <a:pathLst>
            <a:path>
              <a:moveTo>
                <a:pt x="0" y="0"/>
              </a:moveTo>
              <a:lnTo>
                <a:pt x="0" y="305207"/>
              </a:lnTo>
              <a:lnTo>
                <a:pt x="2352689" y="305207"/>
              </a:lnTo>
              <a:lnTo>
                <a:pt x="2352689" y="447866"/>
              </a:lnTo>
            </a:path>
          </a:pathLst>
        </a:custGeom>
        <a:noFill/>
        <a:ln w="15875" cap="flat" cmpd="sng" algn="ctr">
          <a:solidFill>
            <a:srgbClr val="92D050"/>
          </a:solidFill>
          <a:prstDash val="solid"/>
        </a:ln>
        <a:effectLst/>
      </dsp:spPr>
      <dsp:style>
        <a:lnRef idx="2">
          <a:scrgbClr r="0" g="0" b="0"/>
        </a:lnRef>
        <a:fillRef idx="0">
          <a:scrgbClr r="0" g="0" b="0"/>
        </a:fillRef>
        <a:effectRef idx="0">
          <a:scrgbClr r="0" g="0" b="0"/>
        </a:effectRef>
        <a:fontRef idx="minor"/>
      </dsp:style>
    </dsp:sp>
    <dsp:sp modelId="{F3381AC4-83E8-405A-B85D-E3A200F2AB1E}">
      <dsp:nvSpPr>
        <dsp:cNvPr id="0" name=""/>
        <dsp:cNvSpPr/>
      </dsp:nvSpPr>
      <dsp:spPr>
        <a:xfrm>
          <a:off x="2803308" y="2954056"/>
          <a:ext cx="1987077" cy="472834"/>
        </a:xfrm>
        <a:custGeom>
          <a:avLst/>
          <a:gdLst/>
          <a:ahLst/>
          <a:cxnLst/>
          <a:rect l="0" t="0" r="0" b="0"/>
          <a:pathLst>
            <a:path>
              <a:moveTo>
                <a:pt x="0" y="0"/>
              </a:moveTo>
              <a:lnTo>
                <a:pt x="0" y="305207"/>
              </a:lnTo>
              <a:lnTo>
                <a:pt x="1882151" y="305207"/>
              </a:lnTo>
              <a:lnTo>
                <a:pt x="1882151" y="447866"/>
              </a:lnTo>
            </a:path>
          </a:pathLst>
        </a:custGeom>
        <a:noFill/>
        <a:ln w="15875" cap="flat" cmpd="sng" algn="ctr">
          <a:solidFill>
            <a:srgbClr val="5EC795">
              <a:hueOff val="0"/>
              <a:satOff val="0"/>
              <a:lumOff val="0"/>
              <a:alphaOff val="0"/>
            </a:srgbClr>
          </a:solidFill>
          <a:prstDash val="solid"/>
        </a:ln>
        <a:effectLst/>
      </dsp:spPr>
      <dsp:style>
        <a:lnRef idx="2">
          <a:scrgbClr r="0" g="0" b="0"/>
        </a:lnRef>
        <a:fillRef idx="0">
          <a:scrgbClr r="0" g="0" b="0"/>
        </a:fillRef>
        <a:effectRef idx="0">
          <a:scrgbClr r="0" g="0" b="0"/>
        </a:effectRef>
        <a:fontRef idx="minor"/>
      </dsp:style>
    </dsp:sp>
    <dsp:sp modelId="{DE28A2EE-C62A-43DD-8050-91B21061EB70}">
      <dsp:nvSpPr>
        <dsp:cNvPr id="0" name=""/>
        <dsp:cNvSpPr/>
      </dsp:nvSpPr>
      <dsp:spPr>
        <a:xfrm>
          <a:off x="2757588" y="2954056"/>
          <a:ext cx="91440" cy="472834"/>
        </a:xfrm>
        <a:custGeom>
          <a:avLst/>
          <a:gdLst/>
          <a:ahLst/>
          <a:cxnLst/>
          <a:rect l="0" t="0" r="0" b="0"/>
          <a:pathLst>
            <a:path>
              <a:moveTo>
                <a:pt x="45720" y="0"/>
              </a:moveTo>
              <a:lnTo>
                <a:pt x="45720" y="447866"/>
              </a:lnTo>
            </a:path>
          </a:pathLst>
        </a:custGeom>
        <a:noFill/>
        <a:ln w="15875" cap="flat" cmpd="sng" algn="ctr">
          <a:solidFill>
            <a:srgbClr val="5EC795">
              <a:hueOff val="0"/>
              <a:satOff val="0"/>
              <a:lumOff val="0"/>
              <a:alphaOff val="0"/>
            </a:srgbClr>
          </a:solidFill>
          <a:prstDash val="solid"/>
        </a:ln>
        <a:effectLst/>
      </dsp:spPr>
      <dsp:style>
        <a:lnRef idx="2">
          <a:scrgbClr r="0" g="0" b="0"/>
        </a:lnRef>
        <a:fillRef idx="0">
          <a:scrgbClr r="0" g="0" b="0"/>
        </a:fillRef>
        <a:effectRef idx="0">
          <a:scrgbClr r="0" g="0" b="0"/>
        </a:effectRef>
        <a:fontRef idx="minor"/>
      </dsp:style>
    </dsp:sp>
    <dsp:sp modelId="{EBB3C75C-8CA6-4ACE-832D-5804DF2B609C}">
      <dsp:nvSpPr>
        <dsp:cNvPr id="0" name=""/>
        <dsp:cNvSpPr/>
      </dsp:nvSpPr>
      <dsp:spPr>
        <a:xfrm>
          <a:off x="816231" y="2954056"/>
          <a:ext cx="1987077" cy="472834"/>
        </a:xfrm>
        <a:custGeom>
          <a:avLst/>
          <a:gdLst/>
          <a:ahLst/>
          <a:cxnLst/>
          <a:rect l="0" t="0" r="0" b="0"/>
          <a:pathLst>
            <a:path>
              <a:moveTo>
                <a:pt x="1882151" y="0"/>
              </a:moveTo>
              <a:lnTo>
                <a:pt x="1882151" y="305207"/>
              </a:lnTo>
              <a:lnTo>
                <a:pt x="0" y="305207"/>
              </a:lnTo>
              <a:lnTo>
                <a:pt x="0" y="447866"/>
              </a:lnTo>
            </a:path>
          </a:pathLst>
        </a:custGeom>
        <a:noFill/>
        <a:ln w="15875" cap="flat" cmpd="sng" algn="ctr">
          <a:solidFill>
            <a:srgbClr val="5EC795">
              <a:hueOff val="0"/>
              <a:satOff val="0"/>
              <a:lumOff val="0"/>
              <a:alphaOff val="0"/>
            </a:srgbClr>
          </a:solidFill>
          <a:prstDash val="solid"/>
        </a:ln>
        <a:effectLst/>
      </dsp:spPr>
      <dsp:style>
        <a:lnRef idx="2">
          <a:scrgbClr r="0" g="0" b="0"/>
        </a:lnRef>
        <a:fillRef idx="0">
          <a:scrgbClr r="0" g="0" b="0"/>
        </a:fillRef>
        <a:effectRef idx="0">
          <a:scrgbClr r="0" g="0" b="0"/>
        </a:effectRef>
        <a:fontRef idx="minor"/>
      </dsp:style>
    </dsp:sp>
    <dsp:sp modelId="{CAFF84E9-68AD-4800-B2A1-909B87FDADCE}">
      <dsp:nvSpPr>
        <dsp:cNvPr id="0" name=""/>
        <dsp:cNvSpPr/>
      </dsp:nvSpPr>
      <dsp:spPr>
        <a:xfrm>
          <a:off x="2803308" y="1448845"/>
          <a:ext cx="2483846" cy="472834"/>
        </a:xfrm>
        <a:custGeom>
          <a:avLst/>
          <a:gdLst/>
          <a:ahLst/>
          <a:cxnLst/>
          <a:rect l="0" t="0" r="0" b="0"/>
          <a:pathLst>
            <a:path>
              <a:moveTo>
                <a:pt x="2483846" y="0"/>
              </a:moveTo>
              <a:lnTo>
                <a:pt x="2483846" y="322222"/>
              </a:lnTo>
              <a:lnTo>
                <a:pt x="0" y="322222"/>
              </a:lnTo>
              <a:lnTo>
                <a:pt x="0" y="472834"/>
              </a:lnTo>
            </a:path>
          </a:pathLst>
        </a:custGeom>
        <a:noFill/>
        <a:ln w="15875" cap="flat" cmpd="sng" algn="ctr">
          <a:solidFill>
            <a:srgbClr val="92D050"/>
          </a:solidFill>
          <a:prstDash val="solid"/>
        </a:ln>
        <a:effectLst/>
      </dsp:spPr>
      <dsp:style>
        <a:lnRef idx="2">
          <a:scrgbClr r="0" g="0" b="0"/>
        </a:lnRef>
        <a:fillRef idx="0">
          <a:scrgbClr r="0" g="0" b="0"/>
        </a:fillRef>
        <a:effectRef idx="0">
          <a:scrgbClr r="0" g="0" b="0"/>
        </a:effectRef>
        <a:fontRef idx="minor"/>
      </dsp:style>
    </dsp:sp>
    <dsp:sp modelId="{E00636BA-9BB6-4834-B4F9-B898DF9DF1BF}">
      <dsp:nvSpPr>
        <dsp:cNvPr id="0" name=""/>
        <dsp:cNvSpPr/>
      </dsp:nvSpPr>
      <dsp:spPr>
        <a:xfrm>
          <a:off x="4474259" y="416469"/>
          <a:ext cx="1625790" cy="1032376"/>
        </a:xfrm>
        <a:prstGeom prst="roundRect">
          <a:avLst>
            <a:gd name="adj" fmla="val 10000"/>
          </a:avLst>
        </a:prstGeom>
        <a:solidFill>
          <a:srgbClr val="92D050"/>
        </a:solidFill>
        <a:ln w="22225" cap="flat" cmpd="sng" algn="ctr">
          <a:solidFill>
            <a:prstClr val="white">
              <a:hueOff val="0"/>
              <a:satOff val="0"/>
              <a:lumOff val="0"/>
              <a:alphaOff val="0"/>
            </a:prstClr>
          </a:solidFill>
          <a:prstDash val="solid"/>
        </a:ln>
        <a:effectLst/>
      </dsp:spPr>
      <dsp:style>
        <a:lnRef idx="3">
          <a:scrgbClr r="0" g="0" b="0"/>
        </a:lnRef>
        <a:fillRef idx="1">
          <a:scrgbClr r="0" g="0" b="0"/>
        </a:fillRef>
        <a:effectRef idx="1">
          <a:scrgbClr r="0" g="0" b="0"/>
        </a:effectRef>
        <a:fontRef idx="minor">
          <a:schemeClr val="lt1"/>
        </a:fontRef>
      </dsp:style>
    </dsp:sp>
    <dsp:sp modelId="{ED547C46-EAF4-4FE6-A1E6-D24D07004785}">
      <dsp:nvSpPr>
        <dsp:cNvPr id="0" name=""/>
        <dsp:cNvSpPr/>
      </dsp:nvSpPr>
      <dsp:spPr>
        <a:xfrm>
          <a:off x="4654903" y="588080"/>
          <a:ext cx="1625790" cy="1032376"/>
        </a:xfrm>
        <a:prstGeom prst="roundRect">
          <a:avLst>
            <a:gd name="adj" fmla="val 10000"/>
          </a:avLst>
        </a:prstGeom>
        <a:solidFill>
          <a:sysClr val="window" lastClr="FFFFFF">
            <a:alpha val="90000"/>
            <a:hueOff val="0"/>
            <a:satOff val="0"/>
            <a:lumOff val="0"/>
            <a:alphaOff val="0"/>
          </a:sysClr>
        </a:solidFill>
        <a:ln w="15875" cap="flat" cmpd="sng" algn="ctr">
          <a:solidFill>
            <a:srgbClr val="A1D68B">
              <a:hueOff val="0"/>
              <a:satOff val="0"/>
              <a:lumOff val="0"/>
              <a:alphaOff val="0"/>
            </a:srgb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sk-SK" sz="2900" kern="1200" noProof="0" dirty="0" err="1">
              <a:solidFill>
                <a:sysClr val="windowText" lastClr="000000">
                  <a:hueOff val="0"/>
                  <a:satOff val="0"/>
                  <a:lumOff val="0"/>
                  <a:alphaOff val="0"/>
                </a:sysClr>
              </a:solidFill>
              <a:latin typeface="Arial" panose="020B0604020202020204"/>
              <a:ea typeface="+mn-ea"/>
              <a:cs typeface="+mn-cs"/>
            </a:rPr>
            <a:t>eTermín</a:t>
          </a:r>
          <a:endParaRPr lang="sk-SK" sz="2900" kern="1200" noProof="0" dirty="0">
            <a:solidFill>
              <a:sysClr val="windowText" lastClr="000000">
                <a:hueOff val="0"/>
                <a:satOff val="0"/>
                <a:lumOff val="0"/>
                <a:alphaOff val="0"/>
              </a:sysClr>
            </a:solidFill>
            <a:latin typeface="Arial" panose="020B0604020202020204"/>
            <a:ea typeface="+mn-ea"/>
            <a:cs typeface="+mn-cs"/>
          </a:endParaRPr>
        </a:p>
      </dsp:txBody>
      <dsp:txXfrm>
        <a:off x="4685140" y="618317"/>
        <a:ext cx="1565316" cy="971902"/>
      </dsp:txXfrm>
    </dsp:sp>
    <dsp:sp modelId="{877150CE-1506-4FF7-B0C8-E168C826700B}">
      <dsp:nvSpPr>
        <dsp:cNvPr id="0" name=""/>
        <dsp:cNvSpPr/>
      </dsp:nvSpPr>
      <dsp:spPr>
        <a:xfrm>
          <a:off x="1990413" y="1921679"/>
          <a:ext cx="1625790" cy="1032376"/>
        </a:xfrm>
        <a:prstGeom prst="roundRect">
          <a:avLst>
            <a:gd name="adj" fmla="val 10000"/>
          </a:avLst>
        </a:prstGeom>
        <a:solidFill>
          <a:srgbClr val="5EC795">
            <a:hueOff val="0"/>
            <a:satOff val="0"/>
            <a:lumOff val="0"/>
            <a:alphaOff val="0"/>
          </a:srgbClr>
        </a:solidFill>
        <a:ln w="22225" cap="flat" cmpd="sng" algn="ctr">
          <a:solidFill>
            <a:sysClr val="window" lastClr="FFFFFF">
              <a:hueOff val="0"/>
              <a:satOff val="0"/>
              <a:lumOff val="0"/>
              <a:alphaOff val="0"/>
            </a:sysClr>
          </a:solidFill>
          <a:prstDash val="solid"/>
        </a:ln>
        <a:effectLst/>
      </dsp:spPr>
      <dsp:style>
        <a:lnRef idx="3">
          <a:scrgbClr r="0" g="0" b="0"/>
        </a:lnRef>
        <a:fillRef idx="1">
          <a:scrgbClr r="0" g="0" b="0"/>
        </a:fillRef>
        <a:effectRef idx="1">
          <a:scrgbClr r="0" g="0" b="0"/>
        </a:effectRef>
        <a:fontRef idx="minor">
          <a:schemeClr val="lt1"/>
        </a:fontRef>
      </dsp:style>
    </dsp:sp>
    <dsp:sp modelId="{54E502FF-189E-4B43-8B4D-DE4009B0989C}">
      <dsp:nvSpPr>
        <dsp:cNvPr id="0" name=""/>
        <dsp:cNvSpPr/>
      </dsp:nvSpPr>
      <dsp:spPr>
        <a:xfrm>
          <a:off x="2171056" y="2093291"/>
          <a:ext cx="1625790" cy="1032376"/>
        </a:xfrm>
        <a:prstGeom prst="roundRect">
          <a:avLst>
            <a:gd name="adj" fmla="val 10000"/>
          </a:avLst>
        </a:prstGeom>
        <a:solidFill>
          <a:sysClr val="window" lastClr="FFFFFF">
            <a:alpha val="90000"/>
            <a:hueOff val="0"/>
            <a:satOff val="0"/>
            <a:lumOff val="0"/>
            <a:alphaOff val="0"/>
          </a:sysClr>
        </a:solidFill>
        <a:ln w="15875" cap="flat" cmpd="sng" algn="ctr">
          <a:solidFill>
            <a:srgbClr val="5EC795">
              <a:hueOff val="0"/>
              <a:satOff val="0"/>
              <a:lumOff val="0"/>
              <a:alphaOff val="0"/>
            </a:srgb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sk-SK" sz="1500" kern="1200" noProof="0" dirty="0">
              <a:solidFill>
                <a:sysClr val="windowText" lastClr="000000">
                  <a:hueOff val="0"/>
                  <a:satOff val="0"/>
                  <a:lumOff val="0"/>
                  <a:alphaOff val="0"/>
                </a:sysClr>
              </a:solidFill>
              <a:latin typeface="Arial" panose="020B0604020202020204"/>
              <a:ea typeface="+mn-ea"/>
              <a:cs typeface="+mn-cs"/>
            </a:rPr>
            <a:t>Pacientsky portál</a:t>
          </a:r>
        </a:p>
      </dsp:txBody>
      <dsp:txXfrm>
        <a:off x="2201293" y="2123528"/>
        <a:ext cx="1565316" cy="971902"/>
      </dsp:txXfrm>
    </dsp:sp>
    <dsp:sp modelId="{FEE6B1F7-E40A-4652-866C-1B42912FDB91}">
      <dsp:nvSpPr>
        <dsp:cNvPr id="0" name=""/>
        <dsp:cNvSpPr/>
      </dsp:nvSpPr>
      <dsp:spPr>
        <a:xfrm>
          <a:off x="3336" y="3426890"/>
          <a:ext cx="1625790" cy="1032376"/>
        </a:xfrm>
        <a:prstGeom prst="roundRect">
          <a:avLst>
            <a:gd name="adj" fmla="val 10000"/>
          </a:avLst>
        </a:prstGeom>
        <a:solidFill>
          <a:srgbClr val="5EC795">
            <a:hueOff val="0"/>
            <a:satOff val="0"/>
            <a:lumOff val="0"/>
            <a:alphaOff val="0"/>
          </a:srgbClr>
        </a:solidFill>
        <a:ln w="22225" cap="flat" cmpd="sng" algn="ctr">
          <a:solidFill>
            <a:prstClr val="white">
              <a:hueOff val="0"/>
              <a:satOff val="0"/>
              <a:lumOff val="0"/>
              <a:alphaOff val="0"/>
            </a:prstClr>
          </a:solidFill>
          <a:prstDash val="solid"/>
        </a:ln>
        <a:effectLst/>
      </dsp:spPr>
      <dsp:style>
        <a:lnRef idx="3">
          <a:scrgbClr r="0" g="0" b="0"/>
        </a:lnRef>
        <a:fillRef idx="1">
          <a:scrgbClr r="0" g="0" b="0"/>
        </a:fillRef>
        <a:effectRef idx="1">
          <a:scrgbClr r="0" g="0" b="0"/>
        </a:effectRef>
        <a:fontRef idx="minor">
          <a:schemeClr val="lt1"/>
        </a:fontRef>
      </dsp:style>
    </dsp:sp>
    <dsp:sp modelId="{CA1F5F0D-301A-4634-B38E-1C023E293A28}">
      <dsp:nvSpPr>
        <dsp:cNvPr id="0" name=""/>
        <dsp:cNvSpPr/>
      </dsp:nvSpPr>
      <dsp:spPr>
        <a:xfrm>
          <a:off x="183979" y="3598502"/>
          <a:ext cx="1625790" cy="1032376"/>
        </a:xfrm>
        <a:prstGeom prst="roundRect">
          <a:avLst>
            <a:gd name="adj" fmla="val 10000"/>
          </a:avLst>
        </a:prstGeom>
        <a:solidFill>
          <a:prstClr val="white">
            <a:alpha val="90000"/>
            <a:hueOff val="0"/>
            <a:satOff val="0"/>
            <a:lumOff val="0"/>
            <a:alphaOff val="0"/>
          </a:prstClr>
        </a:solidFill>
        <a:ln w="15875" cap="flat" cmpd="sng" algn="ctr">
          <a:solidFill>
            <a:srgbClr val="5EC795">
              <a:hueOff val="0"/>
              <a:satOff val="0"/>
              <a:lumOff val="0"/>
              <a:alphaOff val="0"/>
            </a:srgb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sk-SK" sz="1700" kern="1200" noProof="0" dirty="0">
              <a:solidFill>
                <a:prstClr val="black">
                  <a:hueOff val="0"/>
                  <a:satOff val="0"/>
                  <a:lumOff val="0"/>
                  <a:alphaOff val="0"/>
                </a:prstClr>
              </a:solidFill>
              <a:latin typeface="Arial" panose="020B0604020202020204"/>
              <a:ea typeface="+mn-ea"/>
              <a:cs typeface="+mn-cs"/>
            </a:rPr>
            <a:t>Vyhľadávanie lekára</a:t>
          </a:r>
        </a:p>
      </dsp:txBody>
      <dsp:txXfrm>
        <a:off x="214216" y="3628739"/>
        <a:ext cx="1565316" cy="971902"/>
      </dsp:txXfrm>
    </dsp:sp>
    <dsp:sp modelId="{C1D03790-1868-4C7E-847E-D14B1997074B}">
      <dsp:nvSpPr>
        <dsp:cNvPr id="0" name=""/>
        <dsp:cNvSpPr/>
      </dsp:nvSpPr>
      <dsp:spPr>
        <a:xfrm>
          <a:off x="1990413" y="3426890"/>
          <a:ext cx="1625790" cy="1032376"/>
        </a:xfrm>
        <a:prstGeom prst="roundRect">
          <a:avLst>
            <a:gd name="adj" fmla="val 10000"/>
          </a:avLst>
        </a:prstGeom>
        <a:solidFill>
          <a:srgbClr val="5EC795">
            <a:hueOff val="0"/>
            <a:satOff val="0"/>
            <a:lumOff val="0"/>
            <a:alphaOff val="0"/>
          </a:srgbClr>
        </a:solidFill>
        <a:ln w="22225" cap="flat" cmpd="sng" algn="ctr">
          <a:solidFill>
            <a:prstClr val="white">
              <a:hueOff val="0"/>
              <a:satOff val="0"/>
              <a:lumOff val="0"/>
              <a:alphaOff val="0"/>
            </a:prstClr>
          </a:solidFill>
          <a:prstDash val="solid"/>
        </a:ln>
        <a:effectLst/>
      </dsp:spPr>
      <dsp:style>
        <a:lnRef idx="3">
          <a:scrgbClr r="0" g="0" b="0"/>
        </a:lnRef>
        <a:fillRef idx="1">
          <a:scrgbClr r="0" g="0" b="0"/>
        </a:fillRef>
        <a:effectRef idx="1">
          <a:scrgbClr r="0" g="0" b="0"/>
        </a:effectRef>
        <a:fontRef idx="minor">
          <a:schemeClr val="lt1"/>
        </a:fontRef>
      </dsp:style>
    </dsp:sp>
    <dsp:sp modelId="{113D8BD1-9DCB-4CAF-93E1-326B489FD8AE}">
      <dsp:nvSpPr>
        <dsp:cNvPr id="0" name=""/>
        <dsp:cNvSpPr/>
      </dsp:nvSpPr>
      <dsp:spPr>
        <a:xfrm>
          <a:off x="2171056" y="3598502"/>
          <a:ext cx="1625790" cy="1032376"/>
        </a:xfrm>
        <a:prstGeom prst="roundRect">
          <a:avLst>
            <a:gd name="adj" fmla="val 10000"/>
          </a:avLst>
        </a:prstGeom>
        <a:solidFill>
          <a:prstClr val="white">
            <a:alpha val="90000"/>
            <a:hueOff val="0"/>
            <a:satOff val="0"/>
            <a:lumOff val="0"/>
            <a:alphaOff val="0"/>
          </a:prstClr>
        </a:solidFill>
        <a:ln w="15875" cap="flat" cmpd="sng" algn="ctr">
          <a:solidFill>
            <a:srgbClr val="5EC795">
              <a:hueOff val="0"/>
              <a:satOff val="0"/>
              <a:lumOff val="0"/>
              <a:alphaOff val="0"/>
            </a:srgb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sk-SK" sz="1700" kern="1200" noProof="0" dirty="0">
              <a:solidFill>
                <a:prstClr val="black">
                  <a:hueOff val="0"/>
                  <a:satOff val="0"/>
                  <a:lumOff val="0"/>
                  <a:alphaOff val="0"/>
                </a:prstClr>
              </a:solidFill>
              <a:latin typeface="Arial" panose="020B0604020202020204"/>
              <a:ea typeface="+mn-ea"/>
              <a:cs typeface="+mn-cs"/>
            </a:rPr>
            <a:t>Prehľad termínov</a:t>
          </a:r>
        </a:p>
      </dsp:txBody>
      <dsp:txXfrm>
        <a:off x="2201293" y="3628739"/>
        <a:ext cx="1565316" cy="971902"/>
      </dsp:txXfrm>
    </dsp:sp>
    <dsp:sp modelId="{2ED9699D-EEF4-41FC-9FBD-9A0E91A436D9}">
      <dsp:nvSpPr>
        <dsp:cNvPr id="0" name=""/>
        <dsp:cNvSpPr/>
      </dsp:nvSpPr>
      <dsp:spPr>
        <a:xfrm>
          <a:off x="3977490" y="3426890"/>
          <a:ext cx="1625790" cy="1032376"/>
        </a:xfrm>
        <a:prstGeom prst="roundRect">
          <a:avLst>
            <a:gd name="adj" fmla="val 10000"/>
          </a:avLst>
        </a:prstGeom>
        <a:solidFill>
          <a:srgbClr val="5EC795">
            <a:hueOff val="0"/>
            <a:satOff val="0"/>
            <a:lumOff val="0"/>
            <a:alphaOff val="0"/>
          </a:srgbClr>
        </a:solidFill>
        <a:ln w="22225" cap="flat" cmpd="sng" algn="ctr">
          <a:solidFill>
            <a:prstClr val="white">
              <a:hueOff val="0"/>
              <a:satOff val="0"/>
              <a:lumOff val="0"/>
              <a:alphaOff val="0"/>
            </a:prstClr>
          </a:solidFill>
          <a:prstDash val="solid"/>
        </a:ln>
        <a:effectLst/>
      </dsp:spPr>
      <dsp:style>
        <a:lnRef idx="3">
          <a:scrgbClr r="0" g="0" b="0"/>
        </a:lnRef>
        <a:fillRef idx="1">
          <a:scrgbClr r="0" g="0" b="0"/>
        </a:fillRef>
        <a:effectRef idx="1">
          <a:scrgbClr r="0" g="0" b="0"/>
        </a:effectRef>
        <a:fontRef idx="minor">
          <a:schemeClr val="lt1"/>
        </a:fontRef>
      </dsp:style>
    </dsp:sp>
    <dsp:sp modelId="{D2D86782-E476-4315-9D90-01B9188D9A6A}">
      <dsp:nvSpPr>
        <dsp:cNvPr id="0" name=""/>
        <dsp:cNvSpPr/>
      </dsp:nvSpPr>
      <dsp:spPr>
        <a:xfrm>
          <a:off x="4158134" y="3598502"/>
          <a:ext cx="1625790" cy="1032376"/>
        </a:xfrm>
        <a:prstGeom prst="roundRect">
          <a:avLst>
            <a:gd name="adj" fmla="val 10000"/>
          </a:avLst>
        </a:prstGeom>
        <a:solidFill>
          <a:prstClr val="white">
            <a:alpha val="90000"/>
            <a:hueOff val="0"/>
            <a:satOff val="0"/>
            <a:lumOff val="0"/>
            <a:alphaOff val="0"/>
          </a:prstClr>
        </a:solidFill>
        <a:ln w="15875" cap="flat" cmpd="sng" algn="ctr">
          <a:solidFill>
            <a:srgbClr val="5EC795">
              <a:hueOff val="0"/>
              <a:satOff val="0"/>
              <a:lumOff val="0"/>
              <a:alphaOff val="0"/>
            </a:srgb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sk-SK" sz="1700" kern="1200" noProof="0" dirty="0">
              <a:solidFill>
                <a:prstClr val="black">
                  <a:hueOff val="0"/>
                  <a:satOff val="0"/>
                  <a:lumOff val="0"/>
                  <a:alphaOff val="0"/>
                </a:prstClr>
              </a:solidFill>
              <a:latin typeface="Arial" panose="020B0604020202020204"/>
              <a:ea typeface="+mn-ea"/>
              <a:cs typeface="+mn-cs"/>
            </a:rPr>
            <a:t>Rezervácia</a:t>
          </a:r>
          <a:r>
            <a:rPr lang="sk-SK" sz="2100" kern="1200" noProof="0" dirty="0">
              <a:solidFill>
                <a:prstClr val="black">
                  <a:hueOff val="0"/>
                  <a:satOff val="0"/>
                  <a:lumOff val="0"/>
                  <a:alphaOff val="0"/>
                </a:prstClr>
              </a:solidFill>
              <a:latin typeface="Arial" panose="020B0604020202020204"/>
              <a:ea typeface="+mn-ea"/>
              <a:cs typeface="+mn-cs"/>
            </a:rPr>
            <a:t> </a:t>
          </a:r>
          <a:r>
            <a:rPr lang="sk-SK" sz="1700" kern="1200" noProof="0" dirty="0">
              <a:solidFill>
                <a:prstClr val="black">
                  <a:hueOff val="0"/>
                  <a:satOff val="0"/>
                  <a:lumOff val="0"/>
                  <a:alphaOff val="0"/>
                </a:prstClr>
              </a:solidFill>
              <a:latin typeface="Arial" panose="020B0604020202020204"/>
              <a:ea typeface="+mn-ea"/>
              <a:cs typeface="+mn-cs"/>
            </a:rPr>
            <a:t>návštevy</a:t>
          </a:r>
        </a:p>
      </dsp:txBody>
      <dsp:txXfrm>
        <a:off x="4188371" y="3628739"/>
        <a:ext cx="1565316" cy="971902"/>
      </dsp:txXfrm>
    </dsp:sp>
    <dsp:sp modelId="{62E72D48-D2F6-4274-9D8E-AC1B943AF0BC}">
      <dsp:nvSpPr>
        <dsp:cNvPr id="0" name=""/>
        <dsp:cNvSpPr/>
      </dsp:nvSpPr>
      <dsp:spPr>
        <a:xfrm>
          <a:off x="6958106" y="1921679"/>
          <a:ext cx="1625790" cy="1032376"/>
        </a:xfrm>
        <a:prstGeom prst="roundRect">
          <a:avLst>
            <a:gd name="adj" fmla="val 10000"/>
          </a:avLst>
        </a:prstGeom>
        <a:solidFill>
          <a:srgbClr val="4DADCF">
            <a:hueOff val="0"/>
            <a:satOff val="0"/>
            <a:lumOff val="0"/>
            <a:alphaOff val="0"/>
          </a:srgbClr>
        </a:solidFill>
        <a:ln w="22225" cap="flat" cmpd="sng" algn="ctr">
          <a:solidFill>
            <a:prstClr val="white">
              <a:hueOff val="0"/>
              <a:satOff val="0"/>
              <a:lumOff val="0"/>
              <a:alphaOff val="0"/>
            </a:prstClr>
          </a:solidFill>
          <a:prstDash val="solid"/>
        </a:ln>
        <a:effectLst/>
      </dsp:spPr>
      <dsp:style>
        <a:lnRef idx="3">
          <a:scrgbClr r="0" g="0" b="0"/>
        </a:lnRef>
        <a:fillRef idx="1">
          <a:scrgbClr r="0" g="0" b="0"/>
        </a:fillRef>
        <a:effectRef idx="1">
          <a:scrgbClr r="0" g="0" b="0"/>
        </a:effectRef>
        <a:fontRef idx="minor">
          <a:schemeClr val="lt1"/>
        </a:fontRef>
      </dsp:style>
    </dsp:sp>
    <dsp:sp modelId="{D682DDB7-0493-4D3B-BE9F-F3B77EC84507}">
      <dsp:nvSpPr>
        <dsp:cNvPr id="0" name=""/>
        <dsp:cNvSpPr/>
      </dsp:nvSpPr>
      <dsp:spPr>
        <a:xfrm>
          <a:off x="7138749" y="2093291"/>
          <a:ext cx="1625790" cy="1032376"/>
        </a:xfrm>
        <a:prstGeom prst="roundRect">
          <a:avLst>
            <a:gd name="adj" fmla="val 10000"/>
          </a:avLst>
        </a:prstGeom>
        <a:solidFill>
          <a:prstClr val="white">
            <a:alpha val="90000"/>
            <a:hueOff val="0"/>
            <a:satOff val="0"/>
            <a:lumOff val="0"/>
            <a:alphaOff val="0"/>
          </a:prstClr>
        </a:solidFill>
        <a:ln w="15875" cap="flat" cmpd="sng" algn="ctr">
          <a:solidFill>
            <a:srgbClr val="4DADCF">
              <a:hueOff val="0"/>
              <a:satOff val="0"/>
              <a:lumOff val="0"/>
              <a:alphaOff val="0"/>
            </a:srgb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sk-SK" sz="1500" kern="1200" noProof="0" dirty="0">
              <a:solidFill>
                <a:prstClr val="black">
                  <a:hueOff val="0"/>
                  <a:satOff val="0"/>
                  <a:lumOff val="0"/>
                  <a:alphaOff val="0"/>
                </a:prstClr>
              </a:solidFill>
              <a:latin typeface="Arial" panose="020B0604020202020204"/>
              <a:ea typeface="+mn-ea"/>
              <a:cs typeface="+mn-cs"/>
            </a:rPr>
            <a:t>Administratívny portál</a:t>
          </a:r>
        </a:p>
      </dsp:txBody>
      <dsp:txXfrm>
        <a:off x="7168986" y="2123528"/>
        <a:ext cx="1565316" cy="971902"/>
      </dsp:txXfrm>
    </dsp:sp>
    <dsp:sp modelId="{A8CB4F81-FF69-4A0B-A27B-1946FB954873}">
      <dsp:nvSpPr>
        <dsp:cNvPr id="0" name=""/>
        <dsp:cNvSpPr/>
      </dsp:nvSpPr>
      <dsp:spPr>
        <a:xfrm>
          <a:off x="5964567" y="3426890"/>
          <a:ext cx="1625790" cy="1032376"/>
        </a:xfrm>
        <a:prstGeom prst="roundRect">
          <a:avLst>
            <a:gd name="adj" fmla="val 10000"/>
          </a:avLst>
        </a:prstGeom>
        <a:solidFill>
          <a:srgbClr val="4DADCF">
            <a:hueOff val="0"/>
            <a:satOff val="0"/>
            <a:lumOff val="0"/>
            <a:alphaOff val="0"/>
          </a:srgbClr>
        </a:solidFill>
        <a:ln w="22225" cap="flat" cmpd="sng" algn="ctr">
          <a:solidFill>
            <a:sysClr val="window" lastClr="FFFFFF">
              <a:hueOff val="0"/>
              <a:satOff val="0"/>
              <a:lumOff val="0"/>
              <a:alphaOff val="0"/>
            </a:sysClr>
          </a:solidFill>
          <a:prstDash val="solid"/>
        </a:ln>
        <a:effectLst/>
      </dsp:spPr>
      <dsp:style>
        <a:lnRef idx="3">
          <a:scrgbClr r="0" g="0" b="0"/>
        </a:lnRef>
        <a:fillRef idx="1">
          <a:scrgbClr r="0" g="0" b="0"/>
        </a:fillRef>
        <a:effectRef idx="1">
          <a:scrgbClr r="0" g="0" b="0"/>
        </a:effectRef>
        <a:fontRef idx="minor">
          <a:schemeClr val="lt1"/>
        </a:fontRef>
      </dsp:style>
    </dsp:sp>
    <dsp:sp modelId="{1DE0426A-7448-4AB8-8E25-565FFF7964D5}">
      <dsp:nvSpPr>
        <dsp:cNvPr id="0" name=""/>
        <dsp:cNvSpPr/>
      </dsp:nvSpPr>
      <dsp:spPr>
        <a:xfrm>
          <a:off x="6145211" y="3598502"/>
          <a:ext cx="1625790" cy="1032376"/>
        </a:xfrm>
        <a:prstGeom prst="roundRect">
          <a:avLst>
            <a:gd name="adj" fmla="val 10000"/>
          </a:avLst>
        </a:prstGeom>
        <a:solidFill>
          <a:sysClr val="window" lastClr="FFFFFF">
            <a:alpha val="90000"/>
            <a:hueOff val="0"/>
            <a:satOff val="0"/>
            <a:lumOff val="0"/>
            <a:alphaOff val="0"/>
          </a:sysClr>
        </a:solidFill>
        <a:ln w="15875" cap="flat" cmpd="sng" algn="ctr">
          <a:solidFill>
            <a:srgbClr val="4DADCF">
              <a:hueOff val="0"/>
              <a:satOff val="0"/>
              <a:lumOff val="0"/>
              <a:alphaOff val="0"/>
            </a:srgb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sk-SK" sz="1700" kern="1200" noProof="0" dirty="0">
              <a:solidFill>
                <a:prstClr val="black">
                  <a:hueOff val="0"/>
                  <a:satOff val="0"/>
                  <a:lumOff val="0"/>
                  <a:alphaOff val="0"/>
                </a:prstClr>
              </a:solidFill>
              <a:latin typeface="Arial" panose="020B0604020202020204"/>
              <a:ea typeface="+mn-ea"/>
              <a:cs typeface="+mn-cs"/>
            </a:rPr>
            <a:t>Správa</a:t>
          </a:r>
          <a:r>
            <a:rPr lang="sk-SK" sz="2200" kern="1200" noProof="0" dirty="0">
              <a:solidFill>
                <a:sysClr val="windowText" lastClr="000000">
                  <a:hueOff val="0"/>
                  <a:satOff val="0"/>
                  <a:lumOff val="0"/>
                  <a:alphaOff val="0"/>
                </a:sysClr>
              </a:solidFill>
              <a:latin typeface="Arial" panose="020B0604020202020204"/>
              <a:ea typeface="+mn-ea"/>
              <a:cs typeface="+mn-cs"/>
            </a:rPr>
            <a:t> </a:t>
          </a:r>
          <a:r>
            <a:rPr lang="sk-SK" sz="1700" kern="1200" noProof="0" dirty="0">
              <a:solidFill>
                <a:prstClr val="black">
                  <a:hueOff val="0"/>
                  <a:satOff val="0"/>
                  <a:lumOff val="0"/>
                  <a:alphaOff val="0"/>
                </a:prstClr>
              </a:solidFill>
              <a:latin typeface="Arial" panose="020B0604020202020204"/>
              <a:ea typeface="+mn-ea"/>
              <a:cs typeface="+mn-cs"/>
            </a:rPr>
            <a:t>kalendára</a:t>
          </a:r>
        </a:p>
      </dsp:txBody>
      <dsp:txXfrm>
        <a:off x="6175448" y="3628739"/>
        <a:ext cx="1565316" cy="971902"/>
      </dsp:txXfrm>
    </dsp:sp>
    <dsp:sp modelId="{2FC3F9B4-A260-4EAD-9451-1A57ADE6FB08}">
      <dsp:nvSpPr>
        <dsp:cNvPr id="0" name=""/>
        <dsp:cNvSpPr/>
      </dsp:nvSpPr>
      <dsp:spPr>
        <a:xfrm>
          <a:off x="7951644" y="3426890"/>
          <a:ext cx="1625790" cy="1032376"/>
        </a:xfrm>
        <a:prstGeom prst="roundRect">
          <a:avLst>
            <a:gd name="adj" fmla="val 10000"/>
          </a:avLst>
        </a:prstGeom>
        <a:solidFill>
          <a:srgbClr val="4DADCF">
            <a:hueOff val="0"/>
            <a:satOff val="0"/>
            <a:lumOff val="0"/>
            <a:alphaOff val="0"/>
          </a:srgbClr>
        </a:solidFill>
        <a:ln w="22225" cap="flat" cmpd="sng" algn="ctr">
          <a:solidFill>
            <a:sysClr val="window" lastClr="FFFFFF">
              <a:hueOff val="0"/>
              <a:satOff val="0"/>
              <a:lumOff val="0"/>
              <a:alphaOff val="0"/>
            </a:sysClr>
          </a:solidFill>
          <a:prstDash val="solid"/>
        </a:ln>
        <a:effectLst/>
      </dsp:spPr>
      <dsp:style>
        <a:lnRef idx="3">
          <a:scrgbClr r="0" g="0" b="0"/>
        </a:lnRef>
        <a:fillRef idx="1">
          <a:scrgbClr r="0" g="0" b="0"/>
        </a:fillRef>
        <a:effectRef idx="1">
          <a:scrgbClr r="0" g="0" b="0"/>
        </a:effectRef>
        <a:fontRef idx="minor">
          <a:schemeClr val="lt1"/>
        </a:fontRef>
      </dsp:style>
    </dsp:sp>
    <dsp:sp modelId="{338D459D-7F9E-4A63-AE8E-6B3ED42F6687}">
      <dsp:nvSpPr>
        <dsp:cNvPr id="0" name=""/>
        <dsp:cNvSpPr/>
      </dsp:nvSpPr>
      <dsp:spPr>
        <a:xfrm>
          <a:off x="8132288" y="3598502"/>
          <a:ext cx="1625790" cy="1032376"/>
        </a:xfrm>
        <a:prstGeom prst="roundRect">
          <a:avLst>
            <a:gd name="adj" fmla="val 10000"/>
          </a:avLst>
        </a:prstGeom>
        <a:solidFill>
          <a:sysClr val="window" lastClr="FFFFFF">
            <a:alpha val="90000"/>
            <a:hueOff val="0"/>
            <a:satOff val="0"/>
            <a:lumOff val="0"/>
            <a:alphaOff val="0"/>
          </a:sysClr>
        </a:solidFill>
        <a:ln w="15875" cap="flat" cmpd="sng" algn="ctr">
          <a:solidFill>
            <a:srgbClr val="4DADCF">
              <a:hueOff val="0"/>
              <a:satOff val="0"/>
              <a:lumOff val="0"/>
              <a:alphaOff val="0"/>
            </a:srgb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sk-SK" sz="1700" kern="1200" noProof="0" dirty="0">
              <a:solidFill>
                <a:prstClr val="black">
                  <a:hueOff val="0"/>
                  <a:satOff val="0"/>
                  <a:lumOff val="0"/>
                  <a:alphaOff val="0"/>
                </a:prstClr>
              </a:solidFill>
              <a:latin typeface="Arial" panose="020B0604020202020204"/>
              <a:ea typeface="+mn-ea"/>
              <a:cs typeface="+mn-cs"/>
            </a:rPr>
            <a:t>Správa</a:t>
          </a:r>
          <a:r>
            <a:rPr lang="sk-SK" sz="2200" kern="1200" noProof="0" dirty="0">
              <a:solidFill>
                <a:sysClr val="windowText" lastClr="000000">
                  <a:hueOff val="0"/>
                  <a:satOff val="0"/>
                  <a:lumOff val="0"/>
                  <a:alphaOff val="0"/>
                </a:sysClr>
              </a:solidFill>
              <a:latin typeface="Arial" panose="020B0604020202020204"/>
              <a:ea typeface="+mn-ea"/>
              <a:cs typeface="+mn-cs"/>
            </a:rPr>
            <a:t> </a:t>
          </a:r>
          <a:r>
            <a:rPr lang="sk-SK" sz="1700" kern="1200" noProof="0" dirty="0">
              <a:solidFill>
                <a:prstClr val="black">
                  <a:hueOff val="0"/>
                  <a:satOff val="0"/>
                  <a:lumOff val="0"/>
                  <a:alphaOff val="0"/>
                </a:prstClr>
              </a:solidFill>
              <a:latin typeface="Arial" panose="020B0604020202020204"/>
              <a:ea typeface="+mn-ea"/>
              <a:cs typeface="+mn-cs"/>
            </a:rPr>
            <a:t>záznamov</a:t>
          </a:r>
        </a:p>
      </dsp:txBody>
      <dsp:txXfrm>
        <a:off x="8162525" y="3628739"/>
        <a:ext cx="1565316" cy="97190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DEB5DD3-0B22-494C-BEEF-5162078CA747}">
      <dsp:nvSpPr>
        <dsp:cNvPr id="0" name=""/>
        <dsp:cNvSpPr/>
      </dsp:nvSpPr>
      <dsp:spPr>
        <a:xfrm>
          <a:off x="0" y="0"/>
          <a:ext cx="2659439" cy="0"/>
        </a:xfrm>
        <a:prstGeom prst="line">
          <a:avLst/>
        </a:prstGeom>
        <a:solidFill>
          <a:schemeClr val="accent2">
            <a:hueOff val="0"/>
            <a:satOff val="0"/>
            <a:lumOff val="0"/>
            <a:alphaOff val="0"/>
          </a:schemeClr>
        </a:solidFill>
        <a:ln w="15875"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48ABFB1-7419-48F4-B04E-8F1475341958}">
      <dsp:nvSpPr>
        <dsp:cNvPr id="0" name=""/>
        <dsp:cNvSpPr/>
      </dsp:nvSpPr>
      <dsp:spPr>
        <a:xfrm>
          <a:off x="0" y="0"/>
          <a:ext cx="2659439" cy="101440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5260" tIns="175260" rIns="175260" bIns="175260" numCol="1" spcCol="1270" anchor="t" anchorCtr="0">
          <a:noAutofit/>
        </a:bodyPr>
        <a:lstStyle/>
        <a:p>
          <a:pPr marL="0" lvl="0" indent="0" algn="l" defTabSz="2044700">
            <a:lnSpc>
              <a:spcPct val="90000"/>
            </a:lnSpc>
            <a:spcBef>
              <a:spcPct val="0"/>
            </a:spcBef>
            <a:spcAft>
              <a:spcPct val="35000"/>
            </a:spcAft>
            <a:buNone/>
          </a:pPr>
          <a:r>
            <a:rPr lang="sk-SK" sz="4600" kern="1200" noProof="0" dirty="0"/>
            <a:t>Intuitívna </a:t>
          </a:r>
        </a:p>
      </dsp:txBody>
      <dsp:txXfrm>
        <a:off x="0" y="0"/>
        <a:ext cx="2659439" cy="1014406"/>
      </dsp:txXfrm>
    </dsp:sp>
    <dsp:sp modelId="{4214E725-154A-4C77-A780-3CCF82AAB322}">
      <dsp:nvSpPr>
        <dsp:cNvPr id="0" name=""/>
        <dsp:cNvSpPr/>
      </dsp:nvSpPr>
      <dsp:spPr>
        <a:xfrm>
          <a:off x="0" y="1014406"/>
          <a:ext cx="2659439" cy="0"/>
        </a:xfrm>
        <a:prstGeom prst="line">
          <a:avLst/>
        </a:prstGeom>
        <a:solidFill>
          <a:schemeClr val="accent3">
            <a:hueOff val="0"/>
            <a:satOff val="0"/>
            <a:lumOff val="0"/>
            <a:alphaOff val="0"/>
          </a:schemeClr>
        </a:solidFill>
        <a:ln w="15875" cap="flat" cmpd="sng" algn="ctr">
          <a:solidFill>
            <a:srgbClr val="00B0F0"/>
          </a:solidFill>
          <a:prstDash val="solid"/>
        </a:ln>
        <a:effectLst/>
      </dsp:spPr>
      <dsp:style>
        <a:lnRef idx="2">
          <a:scrgbClr r="0" g="0" b="0"/>
        </a:lnRef>
        <a:fillRef idx="1">
          <a:scrgbClr r="0" g="0" b="0"/>
        </a:fillRef>
        <a:effectRef idx="0">
          <a:scrgbClr r="0" g="0" b="0"/>
        </a:effectRef>
        <a:fontRef idx="minor">
          <a:schemeClr val="lt1"/>
        </a:fontRef>
      </dsp:style>
    </dsp:sp>
    <dsp:sp modelId="{3612C6CF-A998-4C57-8744-D2519EF928EE}">
      <dsp:nvSpPr>
        <dsp:cNvPr id="0" name=""/>
        <dsp:cNvSpPr/>
      </dsp:nvSpPr>
      <dsp:spPr>
        <a:xfrm>
          <a:off x="0" y="1014406"/>
          <a:ext cx="2659439" cy="101440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5260" tIns="175260" rIns="175260" bIns="175260" numCol="1" spcCol="1270" anchor="t" anchorCtr="0">
          <a:noAutofit/>
        </a:bodyPr>
        <a:lstStyle/>
        <a:p>
          <a:pPr marL="0" lvl="0" indent="0" algn="l" defTabSz="2044700">
            <a:lnSpc>
              <a:spcPct val="90000"/>
            </a:lnSpc>
            <a:spcBef>
              <a:spcPct val="0"/>
            </a:spcBef>
            <a:spcAft>
              <a:spcPct val="35000"/>
            </a:spcAft>
            <a:buNone/>
          </a:pPr>
          <a:r>
            <a:rPr lang="sk-SK" sz="4600" kern="1200" noProof="0" dirty="0"/>
            <a:t>Bezpečná</a:t>
          </a:r>
        </a:p>
      </dsp:txBody>
      <dsp:txXfrm>
        <a:off x="0" y="1014406"/>
        <a:ext cx="2659439" cy="1014406"/>
      </dsp:txXfrm>
    </dsp:sp>
    <dsp:sp modelId="{89911CF5-3364-4BD4-9681-9C1DB2CCCB17}">
      <dsp:nvSpPr>
        <dsp:cNvPr id="0" name=""/>
        <dsp:cNvSpPr/>
      </dsp:nvSpPr>
      <dsp:spPr>
        <a:xfrm>
          <a:off x="0" y="2028812"/>
          <a:ext cx="2659439" cy="0"/>
        </a:xfrm>
        <a:prstGeom prst="line">
          <a:avLst/>
        </a:prstGeom>
        <a:solidFill>
          <a:schemeClr val="accent4">
            <a:hueOff val="0"/>
            <a:satOff val="0"/>
            <a:lumOff val="0"/>
            <a:alphaOff val="0"/>
          </a:schemeClr>
        </a:solidFill>
        <a:ln w="15875" cap="flat" cmpd="sng" algn="ctr">
          <a:solidFill>
            <a:srgbClr val="FFFF00"/>
          </a:solidFill>
          <a:prstDash val="solid"/>
        </a:ln>
        <a:effectLst/>
      </dsp:spPr>
      <dsp:style>
        <a:lnRef idx="2">
          <a:scrgbClr r="0" g="0" b="0"/>
        </a:lnRef>
        <a:fillRef idx="1">
          <a:scrgbClr r="0" g="0" b="0"/>
        </a:fillRef>
        <a:effectRef idx="0">
          <a:scrgbClr r="0" g="0" b="0"/>
        </a:effectRef>
        <a:fontRef idx="minor">
          <a:schemeClr val="lt1"/>
        </a:fontRef>
      </dsp:style>
    </dsp:sp>
    <dsp:sp modelId="{D04EE77B-3212-4191-97DD-B07D3F94EAE6}">
      <dsp:nvSpPr>
        <dsp:cNvPr id="0" name=""/>
        <dsp:cNvSpPr/>
      </dsp:nvSpPr>
      <dsp:spPr>
        <a:xfrm>
          <a:off x="0" y="2028812"/>
          <a:ext cx="2659439" cy="101440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5260" tIns="175260" rIns="175260" bIns="175260" numCol="1" spcCol="1270" anchor="t" anchorCtr="0">
          <a:noAutofit/>
        </a:bodyPr>
        <a:lstStyle/>
        <a:p>
          <a:pPr marL="0" lvl="0" indent="0" algn="l" defTabSz="2044700">
            <a:lnSpc>
              <a:spcPct val="90000"/>
            </a:lnSpc>
            <a:spcBef>
              <a:spcPct val="0"/>
            </a:spcBef>
            <a:spcAft>
              <a:spcPct val="35000"/>
            </a:spcAft>
            <a:buNone/>
          </a:pPr>
          <a:r>
            <a:rPr lang="sk-SK" sz="4600" kern="1200" noProof="0" dirty="0"/>
            <a:t>Praktická</a:t>
          </a:r>
        </a:p>
      </dsp:txBody>
      <dsp:txXfrm>
        <a:off x="0" y="2028812"/>
        <a:ext cx="2659439" cy="1014406"/>
      </dsp:txXfrm>
    </dsp:sp>
    <dsp:sp modelId="{3781E31C-009A-490F-A4AD-0979BC29A34D}">
      <dsp:nvSpPr>
        <dsp:cNvPr id="0" name=""/>
        <dsp:cNvSpPr/>
      </dsp:nvSpPr>
      <dsp:spPr>
        <a:xfrm>
          <a:off x="0" y="3043218"/>
          <a:ext cx="2659439" cy="0"/>
        </a:xfrm>
        <a:prstGeom prst="line">
          <a:avLst/>
        </a:prstGeom>
        <a:solidFill>
          <a:schemeClr val="accent5">
            <a:hueOff val="0"/>
            <a:satOff val="0"/>
            <a:lumOff val="0"/>
            <a:alphaOff val="0"/>
          </a:schemeClr>
        </a:solidFill>
        <a:ln w="15875" cap="flat" cmpd="sng" algn="ctr">
          <a:solidFill>
            <a:srgbClr val="FF9900"/>
          </a:solidFill>
          <a:prstDash val="solid"/>
        </a:ln>
        <a:effectLst/>
      </dsp:spPr>
      <dsp:style>
        <a:lnRef idx="2">
          <a:scrgbClr r="0" g="0" b="0"/>
        </a:lnRef>
        <a:fillRef idx="1">
          <a:scrgbClr r="0" g="0" b="0"/>
        </a:fillRef>
        <a:effectRef idx="0">
          <a:scrgbClr r="0" g="0" b="0"/>
        </a:effectRef>
        <a:fontRef idx="minor">
          <a:schemeClr val="lt1"/>
        </a:fontRef>
      </dsp:style>
    </dsp:sp>
    <dsp:sp modelId="{D0F9D4B5-A6A5-44F3-AEEB-E8E138A3E5D5}">
      <dsp:nvSpPr>
        <dsp:cNvPr id="0" name=""/>
        <dsp:cNvSpPr/>
      </dsp:nvSpPr>
      <dsp:spPr>
        <a:xfrm>
          <a:off x="0" y="3043218"/>
          <a:ext cx="2659439" cy="101440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5260" tIns="175260" rIns="175260" bIns="175260" numCol="1" spcCol="1270" anchor="t" anchorCtr="0">
          <a:noAutofit/>
        </a:bodyPr>
        <a:lstStyle/>
        <a:p>
          <a:pPr marL="0" lvl="0" indent="0" algn="l" defTabSz="2044700">
            <a:lnSpc>
              <a:spcPct val="90000"/>
            </a:lnSpc>
            <a:spcBef>
              <a:spcPct val="0"/>
            </a:spcBef>
            <a:spcAft>
              <a:spcPct val="35000"/>
            </a:spcAft>
            <a:buNone/>
          </a:pPr>
          <a:r>
            <a:rPr lang="sk-SK" sz="4600" kern="1200" noProof="0" dirty="0"/>
            <a:t>Efektívna</a:t>
          </a:r>
        </a:p>
      </dsp:txBody>
      <dsp:txXfrm>
        <a:off x="0" y="3043218"/>
        <a:ext cx="2659439" cy="10144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70A020-6762-E74E-9D6D-668D3C95CE3A}">
      <dsp:nvSpPr>
        <dsp:cNvPr id="0" name=""/>
        <dsp:cNvSpPr/>
      </dsp:nvSpPr>
      <dsp:spPr>
        <a:xfrm>
          <a:off x="0" y="1964"/>
          <a:ext cx="4999037" cy="0"/>
        </a:xfrm>
        <a:prstGeom prst="line">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w="12700" cap="flat" cmpd="sng" algn="ctr">
          <a:solidFill>
            <a:schemeClr val="accent1">
              <a:hueOff val="0"/>
              <a:satOff val="0"/>
              <a:lumOff val="0"/>
              <a:alphaOff val="0"/>
            </a:schemeClr>
          </a:solidFill>
          <a:prstDash val="solid"/>
        </a:ln>
        <a:effectLst>
          <a:outerShdw blurRad="38100" dist="25400" dir="2700000" algn="br"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sp>
    <dsp:sp modelId="{3CCC34C4-E39B-8743-8E5D-8D0D5D5600C5}">
      <dsp:nvSpPr>
        <dsp:cNvPr id="0" name=""/>
        <dsp:cNvSpPr/>
      </dsp:nvSpPr>
      <dsp:spPr>
        <a:xfrm>
          <a:off x="0" y="1964"/>
          <a:ext cx="4999037" cy="6697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sk-SK" sz="3200" b="0" kern="1200" noProof="0" dirty="0">
              <a:latin typeface="Helvetica Neue" panose="02000503000000020004" pitchFamily="2" charset="0"/>
              <a:ea typeface="Helvetica Neue" panose="02000503000000020004" pitchFamily="2" charset="0"/>
              <a:cs typeface="Helvetica Neue" panose="02000503000000020004" pitchFamily="2" charset="0"/>
            </a:rPr>
            <a:t>Používateľský účet</a:t>
          </a:r>
        </a:p>
      </dsp:txBody>
      <dsp:txXfrm>
        <a:off x="0" y="1964"/>
        <a:ext cx="4999037" cy="669799"/>
      </dsp:txXfrm>
    </dsp:sp>
    <dsp:sp modelId="{587FE207-F05E-6649-9C21-1EA9BF642201}">
      <dsp:nvSpPr>
        <dsp:cNvPr id="0" name=""/>
        <dsp:cNvSpPr/>
      </dsp:nvSpPr>
      <dsp:spPr>
        <a:xfrm>
          <a:off x="0" y="671763"/>
          <a:ext cx="4999037" cy="0"/>
        </a:xfrm>
        <a:prstGeom prst="line">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w="12700" cap="flat" cmpd="sng" algn="ctr">
          <a:solidFill>
            <a:schemeClr val="accent1">
              <a:hueOff val="0"/>
              <a:satOff val="0"/>
              <a:lumOff val="0"/>
              <a:alphaOff val="0"/>
            </a:schemeClr>
          </a:solidFill>
          <a:prstDash val="solid"/>
        </a:ln>
        <a:effectLst>
          <a:outerShdw blurRad="38100" dist="25400" dir="2700000" algn="br"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sp>
    <dsp:sp modelId="{A607230A-734E-AE47-888A-08B2D0F51729}">
      <dsp:nvSpPr>
        <dsp:cNvPr id="0" name=""/>
        <dsp:cNvSpPr/>
      </dsp:nvSpPr>
      <dsp:spPr>
        <a:xfrm>
          <a:off x="0" y="671763"/>
          <a:ext cx="4999037" cy="6697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sk-SK" sz="3200" b="0" kern="1200" noProof="0" dirty="0">
              <a:latin typeface="Helvetica Neue" panose="02000503000000020004" pitchFamily="2" charset="0"/>
              <a:ea typeface="Helvetica Neue" panose="02000503000000020004" pitchFamily="2" charset="0"/>
              <a:cs typeface="Helvetica Neue" panose="02000503000000020004" pitchFamily="2" charset="0"/>
            </a:rPr>
            <a:t>Rodinní príslušníci</a:t>
          </a:r>
        </a:p>
      </dsp:txBody>
      <dsp:txXfrm>
        <a:off x="0" y="671763"/>
        <a:ext cx="4999037" cy="669799"/>
      </dsp:txXfrm>
    </dsp:sp>
    <dsp:sp modelId="{EDB7363F-3B69-C949-B305-A6E58425395E}">
      <dsp:nvSpPr>
        <dsp:cNvPr id="0" name=""/>
        <dsp:cNvSpPr/>
      </dsp:nvSpPr>
      <dsp:spPr>
        <a:xfrm>
          <a:off x="0" y="1341563"/>
          <a:ext cx="4999037" cy="0"/>
        </a:xfrm>
        <a:prstGeom prst="line">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w="12700" cap="flat" cmpd="sng" algn="ctr">
          <a:solidFill>
            <a:schemeClr val="accent1">
              <a:hueOff val="0"/>
              <a:satOff val="0"/>
              <a:lumOff val="0"/>
              <a:alphaOff val="0"/>
            </a:schemeClr>
          </a:solidFill>
          <a:prstDash val="solid"/>
        </a:ln>
        <a:effectLst>
          <a:outerShdw blurRad="38100" dist="25400" dir="2700000" algn="br"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sp>
    <dsp:sp modelId="{FEF6F2E6-BE38-E54B-8211-1FF77E9B178A}">
      <dsp:nvSpPr>
        <dsp:cNvPr id="0" name=""/>
        <dsp:cNvSpPr/>
      </dsp:nvSpPr>
      <dsp:spPr>
        <a:xfrm>
          <a:off x="0" y="1341563"/>
          <a:ext cx="4999037" cy="6697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sk-SK" sz="3200" kern="1200" noProof="0" dirty="0">
              <a:latin typeface="Helvetica Neue" panose="02000503000000020004" pitchFamily="2" charset="0"/>
              <a:ea typeface="Helvetica Neue" panose="02000503000000020004" pitchFamily="2" charset="0"/>
              <a:cs typeface="Helvetica Neue" panose="02000503000000020004" pitchFamily="2" charset="0"/>
            </a:rPr>
            <a:t>Vyhľadávanie lekárov</a:t>
          </a:r>
        </a:p>
      </dsp:txBody>
      <dsp:txXfrm>
        <a:off x="0" y="1341563"/>
        <a:ext cx="4999037" cy="669799"/>
      </dsp:txXfrm>
    </dsp:sp>
    <dsp:sp modelId="{FE287703-BC7B-8644-81FC-F1A75E90308A}">
      <dsp:nvSpPr>
        <dsp:cNvPr id="0" name=""/>
        <dsp:cNvSpPr/>
      </dsp:nvSpPr>
      <dsp:spPr>
        <a:xfrm>
          <a:off x="0" y="2011362"/>
          <a:ext cx="4999037" cy="0"/>
        </a:xfrm>
        <a:prstGeom prst="line">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w="12700" cap="flat" cmpd="sng" algn="ctr">
          <a:solidFill>
            <a:schemeClr val="accent1">
              <a:hueOff val="0"/>
              <a:satOff val="0"/>
              <a:lumOff val="0"/>
              <a:alphaOff val="0"/>
            </a:schemeClr>
          </a:solidFill>
          <a:prstDash val="solid"/>
        </a:ln>
        <a:effectLst>
          <a:outerShdw blurRad="38100" dist="25400" dir="2700000" algn="br"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sp>
    <dsp:sp modelId="{DEA6FE09-44C0-A548-99C5-EACBC59BD4DB}">
      <dsp:nvSpPr>
        <dsp:cNvPr id="0" name=""/>
        <dsp:cNvSpPr/>
      </dsp:nvSpPr>
      <dsp:spPr>
        <a:xfrm>
          <a:off x="0" y="2011362"/>
          <a:ext cx="4999037" cy="6697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sk-SK" sz="3200" kern="1200" noProof="0" dirty="0">
              <a:latin typeface="Helvetica Neue" panose="02000503000000020004" pitchFamily="2" charset="0"/>
              <a:ea typeface="Helvetica Neue" panose="02000503000000020004" pitchFamily="2" charset="0"/>
              <a:cs typeface="Helvetica Neue" panose="02000503000000020004" pitchFamily="2" charset="0"/>
            </a:rPr>
            <a:t>Rezervovanie termínu</a:t>
          </a:r>
        </a:p>
      </dsp:txBody>
      <dsp:txXfrm>
        <a:off x="0" y="2011362"/>
        <a:ext cx="4999037" cy="669799"/>
      </dsp:txXfrm>
    </dsp:sp>
    <dsp:sp modelId="{A88ABFF5-8A3A-0345-BF71-81FB2695711E}">
      <dsp:nvSpPr>
        <dsp:cNvPr id="0" name=""/>
        <dsp:cNvSpPr/>
      </dsp:nvSpPr>
      <dsp:spPr>
        <a:xfrm>
          <a:off x="0" y="2681161"/>
          <a:ext cx="4999037" cy="0"/>
        </a:xfrm>
        <a:prstGeom prst="line">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w="12700" cap="flat" cmpd="sng" algn="ctr">
          <a:solidFill>
            <a:schemeClr val="accent1">
              <a:hueOff val="0"/>
              <a:satOff val="0"/>
              <a:lumOff val="0"/>
              <a:alphaOff val="0"/>
            </a:schemeClr>
          </a:solidFill>
          <a:prstDash val="solid"/>
        </a:ln>
        <a:effectLst>
          <a:outerShdw blurRad="38100" dist="25400" dir="2700000" algn="br"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sp>
    <dsp:sp modelId="{8287DCB6-1D71-0548-AE60-A2A167738897}">
      <dsp:nvSpPr>
        <dsp:cNvPr id="0" name=""/>
        <dsp:cNvSpPr/>
      </dsp:nvSpPr>
      <dsp:spPr>
        <a:xfrm>
          <a:off x="0" y="2681161"/>
          <a:ext cx="4999037" cy="6697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t" anchorCtr="0">
          <a:noAutofit/>
        </a:bodyPr>
        <a:lstStyle/>
        <a:p>
          <a:pPr marL="0" lvl="0" indent="0" algn="l" defTabSz="1422400">
            <a:lnSpc>
              <a:spcPct val="90000"/>
            </a:lnSpc>
            <a:spcBef>
              <a:spcPct val="0"/>
            </a:spcBef>
            <a:spcAft>
              <a:spcPct val="35000"/>
            </a:spcAft>
            <a:buNone/>
          </a:pPr>
          <a:r>
            <a:rPr lang="sk-SK" sz="3200" kern="1200" noProof="0" dirty="0">
              <a:latin typeface="Helvetica Neue" panose="02000503000000020004" pitchFamily="2" charset="0"/>
              <a:ea typeface="Helvetica Neue" panose="02000503000000020004" pitchFamily="2" charset="0"/>
              <a:cs typeface="Helvetica Neue" panose="02000503000000020004" pitchFamily="2" charset="0"/>
            </a:rPr>
            <a:t>Notifikácie o termínoch</a:t>
          </a:r>
        </a:p>
      </dsp:txBody>
      <dsp:txXfrm>
        <a:off x="0" y="2681161"/>
        <a:ext cx="4999037" cy="669799"/>
      </dsp:txXfrm>
    </dsp:sp>
    <dsp:sp modelId="{650F9AB0-5DA5-624E-8318-5A4EF003C877}">
      <dsp:nvSpPr>
        <dsp:cNvPr id="0" name=""/>
        <dsp:cNvSpPr/>
      </dsp:nvSpPr>
      <dsp:spPr>
        <a:xfrm>
          <a:off x="0" y="3350961"/>
          <a:ext cx="4999037" cy="0"/>
        </a:xfrm>
        <a:prstGeom prst="line">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w="12700" cap="flat" cmpd="sng" algn="ctr">
          <a:solidFill>
            <a:schemeClr val="accent1">
              <a:hueOff val="0"/>
              <a:satOff val="0"/>
              <a:lumOff val="0"/>
              <a:alphaOff val="0"/>
            </a:schemeClr>
          </a:solidFill>
          <a:prstDash val="solid"/>
        </a:ln>
        <a:effectLst>
          <a:outerShdw blurRad="38100" dist="25400" dir="2700000" algn="br"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sp>
    <dsp:sp modelId="{FD4AB5B8-B238-0E46-9DCF-36E21DEECE4D}">
      <dsp:nvSpPr>
        <dsp:cNvPr id="0" name=""/>
        <dsp:cNvSpPr/>
      </dsp:nvSpPr>
      <dsp:spPr>
        <a:xfrm>
          <a:off x="0" y="3350961"/>
          <a:ext cx="4999037" cy="6697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t" anchorCtr="0">
          <a:noAutofit/>
        </a:bodyPr>
        <a:lstStyle/>
        <a:p>
          <a:pPr marL="0" lvl="0" indent="0" algn="l" defTabSz="1422400">
            <a:lnSpc>
              <a:spcPct val="90000"/>
            </a:lnSpc>
            <a:spcBef>
              <a:spcPct val="0"/>
            </a:spcBef>
            <a:spcAft>
              <a:spcPct val="35000"/>
            </a:spcAft>
            <a:buNone/>
          </a:pPr>
          <a:r>
            <a:rPr lang="sk-SK" sz="3200" kern="1200" noProof="0" dirty="0">
              <a:latin typeface="Helvetica Neue" panose="02000503000000020004" pitchFamily="2" charset="0"/>
              <a:ea typeface="Helvetica Neue" panose="02000503000000020004" pitchFamily="2" charset="0"/>
              <a:cs typeface="Helvetica Neue" panose="02000503000000020004" pitchFamily="2" charset="0"/>
            </a:rPr>
            <a:t>História návštev</a:t>
          </a:r>
        </a:p>
      </dsp:txBody>
      <dsp:txXfrm>
        <a:off x="0" y="3350961"/>
        <a:ext cx="4999037" cy="66979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70A020-6762-E74E-9D6D-668D3C95CE3A}">
      <dsp:nvSpPr>
        <dsp:cNvPr id="0" name=""/>
        <dsp:cNvSpPr/>
      </dsp:nvSpPr>
      <dsp:spPr>
        <a:xfrm>
          <a:off x="0" y="0"/>
          <a:ext cx="4999037" cy="0"/>
        </a:xfrm>
        <a:prstGeom prst="line">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w="12700" cap="flat" cmpd="sng" algn="ctr">
          <a:solidFill>
            <a:schemeClr val="accent1">
              <a:hueOff val="0"/>
              <a:satOff val="0"/>
              <a:lumOff val="0"/>
              <a:alphaOff val="0"/>
            </a:schemeClr>
          </a:solidFill>
          <a:prstDash val="solid"/>
        </a:ln>
        <a:effectLst>
          <a:outerShdw blurRad="38100" dist="25400" dir="2700000" algn="br"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sp>
    <dsp:sp modelId="{3CCC34C4-E39B-8743-8E5D-8D0D5D5600C5}">
      <dsp:nvSpPr>
        <dsp:cNvPr id="0" name=""/>
        <dsp:cNvSpPr/>
      </dsp:nvSpPr>
      <dsp:spPr>
        <a:xfrm>
          <a:off x="0" y="0"/>
          <a:ext cx="4999037" cy="10056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sk-SK" sz="3200" b="0" kern="1200" noProof="0" dirty="0">
              <a:latin typeface="Helvetica Neue" panose="02000503000000020004" pitchFamily="2" charset="0"/>
              <a:ea typeface="Helvetica Neue" panose="02000503000000020004" pitchFamily="2" charset="0"/>
              <a:cs typeface="Helvetica Neue" panose="02000503000000020004" pitchFamily="2" charset="0"/>
            </a:rPr>
            <a:t>Lekársky účet</a:t>
          </a:r>
        </a:p>
      </dsp:txBody>
      <dsp:txXfrm>
        <a:off x="0" y="0"/>
        <a:ext cx="4999037" cy="1005681"/>
      </dsp:txXfrm>
    </dsp:sp>
    <dsp:sp modelId="{587FE207-F05E-6649-9C21-1EA9BF642201}">
      <dsp:nvSpPr>
        <dsp:cNvPr id="0" name=""/>
        <dsp:cNvSpPr/>
      </dsp:nvSpPr>
      <dsp:spPr>
        <a:xfrm>
          <a:off x="0" y="1005681"/>
          <a:ext cx="4999037" cy="0"/>
        </a:xfrm>
        <a:prstGeom prst="line">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w="12700" cap="flat" cmpd="sng" algn="ctr">
          <a:solidFill>
            <a:schemeClr val="accent1">
              <a:hueOff val="0"/>
              <a:satOff val="0"/>
              <a:lumOff val="0"/>
              <a:alphaOff val="0"/>
            </a:schemeClr>
          </a:solidFill>
          <a:prstDash val="solid"/>
        </a:ln>
        <a:effectLst>
          <a:outerShdw blurRad="38100" dist="25400" dir="2700000" algn="br"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sp>
    <dsp:sp modelId="{A607230A-734E-AE47-888A-08B2D0F51729}">
      <dsp:nvSpPr>
        <dsp:cNvPr id="0" name=""/>
        <dsp:cNvSpPr/>
      </dsp:nvSpPr>
      <dsp:spPr>
        <a:xfrm>
          <a:off x="0" y="1005681"/>
          <a:ext cx="4999037" cy="10056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sk-SK" sz="3200" b="0" kern="1200" noProof="0" dirty="0">
              <a:latin typeface="Helvetica Neue" panose="02000503000000020004" pitchFamily="2" charset="0"/>
              <a:ea typeface="Helvetica Neue" panose="02000503000000020004" pitchFamily="2" charset="0"/>
              <a:cs typeface="Helvetica Neue" panose="02000503000000020004" pitchFamily="2" charset="0"/>
            </a:rPr>
            <a:t>Správa kalendára</a:t>
          </a:r>
        </a:p>
      </dsp:txBody>
      <dsp:txXfrm>
        <a:off x="0" y="1005681"/>
        <a:ext cx="4999037" cy="1005681"/>
      </dsp:txXfrm>
    </dsp:sp>
    <dsp:sp modelId="{EDB7363F-3B69-C949-B305-A6E58425395E}">
      <dsp:nvSpPr>
        <dsp:cNvPr id="0" name=""/>
        <dsp:cNvSpPr/>
      </dsp:nvSpPr>
      <dsp:spPr>
        <a:xfrm>
          <a:off x="0" y="2011362"/>
          <a:ext cx="4999037" cy="0"/>
        </a:xfrm>
        <a:prstGeom prst="line">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w="12700" cap="flat" cmpd="sng" algn="ctr">
          <a:solidFill>
            <a:schemeClr val="accent1">
              <a:hueOff val="0"/>
              <a:satOff val="0"/>
              <a:lumOff val="0"/>
              <a:alphaOff val="0"/>
            </a:schemeClr>
          </a:solidFill>
          <a:prstDash val="solid"/>
        </a:ln>
        <a:effectLst>
          <a:outerShdw blurRad="38100" dist="25400" dir="2700000" algn="br"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sp>
    <dsp:sp modelId="{FEF6F2E6-BE38-E54B-8211-1FF77E9B178A}">
      <dsp:nvSpPr>
        <dsp:cNvPr id="0" name=""/>
        <dsp:cNvSpPr/>
      </dsp:nvSpPr>
      <dsp:spPr>
        <a:xfrm>
          <a:off x="0" y="2011362"/>
          <a:ext cx="4999037" cy="10056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sk-SK" sz="3200" kern="1200" noProof="0" dirty="0">
              <a:latin typeface="Helvetica Neue" panose="02000503000000020004" pitchFamily="2" charset="0"/>
              <a:ea typeface="Helvetica Neue" panose="02000503000000020004" pitchFamily="2" charset="0"/>
              <a:cs typeface="Helvetica Neue" panose="02000503000000020004" pitchFamily="2" charset="0"/>
            </a:rPr>
            <a:t>Správa termínov</a:t>
          </a:r>
        </a:p>
      </dsp:txBody>
      <dsp:txXfrm>
        <a:off x="0" y="2011362"/>
        <a:ext cx="4999037" cy="1005681"/>
      </dsp:txXfrm>
    </dsp:sp>
    <dsp:sp modelId="{FE287703-BC7B-8644-81FC-F1A75E90308A}">
      <dsp:nvSpPr>
        <dsp:cNvPr id="0" name=""/>
        <dsp:cNvSpPr/>
      </dsp:nvSpPr>
      <dsp:spPr>
        <a:xfrm>
          <a:off x="0" y="3017043"/>
          <a:ext cx="4999037" cy="0"/>
        </a:xfrm>
        <a:prstGeom prst="line">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w="12700" cap="flat" cmpd="sng" algn="ctr">
          <a:solidFill>
            <a:schemeClr val="accent1">
              <a:hueOff val="0"/>
              <a:satOff val="0"/>
              <a:lumOff val="0"/>
              <a:alphaOff val="0"/>
            </a:schemeClr>
          </a:solidFill>
          <a:prstDash val="solid"/>
        </a:ln>
        <a:effectLst>
          <a:outerShdw blurRad="38100" dist="25400" dir="2700000" algn="br"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sp>
    <dsp:sp modelId="{DEA6FE09-44C0-A548-99C5-EACBC59BD4DB}">
      <dsp:nvSpPr>
        <dsp:cNvPr id="0" name=""/>
        <dsp:cNvSpPr/>
      </dsp:nvSpPr>
      <dsp:spPr>
        <a:xfrm>
          <a:off x="0" y="3017043"/>
          <a:ext cx="4999037" cy="10056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sk-SK" sz="3200" kern="1200" noProof="0" dirty="0">
              <a:latin typeface="Helvetica Neue" panose="02000503000000020004" pitchFamily="2" charset="0"/>
              <a:ea typeface="Helvetica Neue" panose="02000503000000020004" pitchFamily="2" charset="0"/>
              <a:cs typeface="Helvetica Neue" panose="02000503000000020004" pitchFamily="2" charset="0"/>
            </a:rPr>
            <a:t>Evidencia stavu návštevy</a:t>
          </a:r>
        </a:p>
      </dsp:txBody>
      <dsp:txXfrm>
        <a:off x="0" y="3017043"/>
        <a:ext cx="4999037" cy="100568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70A020-6762-E74E-9D6D-668D3C95CE3A}">
      <dsp:nvSpPr>
        <dsp:cNvPr id="0" name=""/>
        <dsp:cNvSpPr/>
      </dsp:nvSpPr>
      <dsp:spPr>
        <a:xfrm>
          <a:off x="0" y="0"/>
          <a:ext cx="5052552" cy="0"/>
        </a:xfrm>
        <a:prstGeom prst="line">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w="12700" cap="flat" cmpd="sng" algn="ctr">
          <a:solidFill>
            <a:schemeClr val="accent1">
              <a:hueOff val="0"/>
              <a:satOff val="0"/>
              <a:lumOff val="0"/>
              <a:alphaOff val="0"/>
            </a:schemeClr>
          </a:solidFill>
          <a:prstDash val="solid"/>
        </a:ln>
        <a:effectLst>
          <a:outerShdw blurRad="38100" dist="25400" dir="2700000" algn="br"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sp>
    <dsp:sp modelId="{3CCC34C4-E39B-8743-8E5D-8D0D5D5600C5}">
      <dsp:nvSpPr>
        <dsp:cNvPr id="0" name=""/>
        <dsp:cNvSpPr/>
      </dsp:nvSpPr>
      <dsp:spPr>
        <a:xfrm>
          <a:off x="0" y="0"/>
          <a:ext cx="5052552" cy="10056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sk-SK" sz="3200" b="0" kern="1200" noProof="0" dirty="0">
              <a:latin typeface="Helvetica Neue" panose="02000503000000020004" pitchFamily="2" charset="0"/>
              <a:ea typeface="Helvetica Neue" panose="02000503000000020004" pitchFamily="2" charset="0"/>
              <a:cs typeface="Helvetica Neue" panose="02000503000000020004" pitchFamily="2" charset="0"/>
            </a:rPr>
            <a:t>Správa používateľských účtov</a:t>
          </a:r>
        </a:p>
      </dsp:txBody>
      <dsp:txXfrm>
        <a:off x="0" y="0"/>
        <a:ext cx="5052552" cy="1005681"/>
      </dsp:txXfrm>
    </dsp:sp>
    <dsp:sp modelId="{587FE207-F05E-6649-9C21-1EA9BF642201}">
      <dsp:nvSpPr>
        <dsp:cNvPr id="0" name=""/>
        <dsp:cNvSpPr/>
      </dsp:nvSpPr>
      <dsp:spPr>
        <a:xfrm>
          <a:off x="0" y="1005681"/>
          <a:ext cx="5052552" cy="0"/>
        </a:xfrm>
        <a:prstGeom prst="line">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w="12700" cap="flat" cmpd="sng" algn="ctr">
          <a:solidFill>
            <a:schemeClr val="accent1">
              <a:hueOff val="0"/>
              <a:satOff val="0"/>
              <a:lumOff val="0"/>
              <a:alphaOff val="0"/>
            </a:schemeClr>
          </a:solidFill>
          <a:prstDash val="solid"/>
        </a:ln>
        <a:effectLst>
          <a:outerShdw blurRad="38100" dist="25400" dir="2700000" algn="br"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sp>
    <dsp:sp modelId="{A607230A-734E-AE47-888A-08B2D0F51729}">
      <dsp:nvSpPr>
        <dsp:cNvPr id="0" name=""/>
        <dsp:cNvSpPr/>
      </dsp:nvSpPr>
      <dsp:spPr>
        <a:xfrm>
          <a:off x="0" y="1005681"/>
          <a:ext cx="5052552" cy="10056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sk-SK" sz="3200" b="0" kern="1200" noProof="0" dirty="0">
              <a:latin typeface="Helvetica Neue" panose="02000503000000020004" pitchFamily="2" charset="0"/>
              <a:ea typeface="Helvetica Neue" panose="02000503000000020004" pitchFamily="2" charset="0"/>
              <a:cs typeface="Helvetica Neue" panose="02000503000000020004" pitchFamily="2" charset="0"/>
            </a:rPr>
            <a:t>Správa</a:t>
          </a:r>
          <a:r>
            <a:rPr lang="sk-SK" sz="3200" b="0" kern="1200" baseline="0" noProof="0" dirty="0">
              <a:latin typeface="Helvetica Neue" panose="02000503000000020004" pitchFamily="2" charset="0"/>
              <a:ea typeface="Helvetica Neue" panose="02000503000000020004" pitchFamily="2" charset="0"/>
              <a:cs typeface="Helvetica Neue" panose="02000503000000020004" pitchFamily="2" charset="0"/>
            </a:rPr>
            <a:t> lekárov a pracovísk</a:t>
          </a:r>
          <a:endParaRPr lang="sk-SK" sz="3200" b="0" kern="1200" noProof="0" dirty="0">
            <a:latin typeface="Helvetica Neue" panose="02000503000000020004" pitchFamily="2" charset="0"/>
            <a:ea typeface="Helvetica Neue" panose="02000503000000020004" pitchFamily="2" charset="0"/>
            <a:cs typeface="Helvetica Neue" panose="02000503000000020004" pitchFamily="2" charset="0"/>
          </a:endParaRPr>
        </a:p>
      </dsp:txBody>
      <dsp:txXfrm>
        <a:off x="0" y="1005681"/>
        <a:ext cx="5052552" cy="1005681"/>
      </dsp:txXfrm>
    </dsp:sp>
    <dsp:sp modelId="{EDB7363F-3B69-C949-B305-A6E58425395E}">
      <dsp:nvSpPr>
        <dsp:cNvPr id="0" name=""/>
        <dsp:cNvSpPr/>
      </dsp:nvSpPr>
      <dsp:spPr>
        <a:xfrm>
          <a:off x="0" y="2011362"/>
          <a:ext cx="5052552" cy="0"/>
        </a:xfrm>
        <a:prstGeom prst="line">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w="12700" cap="flat" cmpd="sng" algn="ctr">
          <a:solidFill>
            <a:schemeClr val="accent1">
              <a:hueOff val="0"/>
              <a:satOff val="0"/>
              <a:lumOff val="0"/>
              <a:alphaOff val="0"/>
            </a:schemeClr>
          </a:solidFill>
          <a:prstDash val="solid"/>
        </a:ln>
        <a:effectLst>
          <a:outerShdw blurRad="38100" dist="25400" dir="2700000" algn="br"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sp>
    <dsp:sp modelId="{FEF6F2E6-BE38-E54B-8211-1FF77E9B178A}">
      <dsp:nvSpPr>
        <dsp:cNvPr id="0" name=""/>
        <dsp:cNvSpPr/>
      </dsp:nvSpPr>
      <dsp:spPr>
        <a:xfrm>
          <a:off x="0" y="2011362"/>
          <a:ext cx="5052552" cy="10056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sk-SK" sz="3200" kern="1200" noProof="0" dirty="0">
              <a:latin typeface="Helvetica Neue" panose="02000503000000020004" pitchFamily="2" charset="0"/>
              <a:ea typeface="Helvetica Neue" panose="02000503000000020004" pitchFamily="2" charset="0"/>
              <a:cs typeface="Helvetica Neue" panose="02000503000000020004" pitchFamily="2" charset="0"/>
            </a:rPr>
            <a:t>Správa prístupových práv</a:t>
          </a:r>
        </a:p>
      </dsp:txBody>
      <dsp:txXfrm>
        <a:off x="0" y="2011362"/>
        <a:ext cx="5052552" cy="1005681"/>
      </dsp:txXfrm>
    </dsp:sp>
    <dsp:sp modelId="{FE287703-BC7B-8644-81FC-F1A75E90308A}">
      <dsp:nvSpPr>
        <dsp:cNvPr id="0" name=""/>
        <dsp:cNvSpPr/>
      </dsp:nvSpPr>
      <dsp:spPr>
        <a:xfrm>
          <a:off x="0" y="3017043"/>
          <a:ext cx="5052552" cy="0"/>
        </a:xfrm>
        <a:prstGeom prst="line">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w="12700" cap="flat" cmpd="sng" algn="ctr">
          <a:solidFill>
            <a:schemeClr val="accent1">
              <a:hueOff val="0"/>
              <a:satOff val="0"/>
              <a:lumOff val="0"/>
              <a:alphaOff val="0"/>
            </a:schemeClr>
          </a:solidFill>
          <a:prstDash val="solid"/>
        </a:ln>
        <a:effectLst>
          <a:outerShdw blurRad="38100" dist="25400" dir="2700000" algn="br"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sp>
    <dsp:sp modelId="{DEA6FE09-44C0-A548-99C5-EACBC59BD4DB}">
      <dsp:nvSpPr>
        <dsp:cNvPr id="0" name=""/>
        <dsp:cNvSpPr/>
      </dsp:nvSpPr>
      <dsp:spPr>
        <a:xfrm>
          <a:off x="0" y="3017043"/>
          <a:ext cx="5052552" cy="10056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sk-SK" sz="3200" kern="1200" noProof="0" dirty="0">
              <a:latin typeface="Helvetica Neue" panose="02000503000000020004" pitchFamily="2" charset="0"/>
              <a:ea typeface="Helvetica Neue" panose="02000503000000020004" pitchFamily="2" charset="0"/>
              <a:cs typeface="Helvetica Neue" panose="02000503000000020004" pitchFamily="2" charset="0"/>
            </a:rPr>
            <a:t>Evidencia auditných záznamov</a:t>
          </a:r>
        </a:p>
      </dsp:txBody>
      <dsp:txXfrm>
        <a:off x="0" y="3017043"/>
        <a:ext cx="5052552" cy="1005681"/>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70A020-6762-E74E-9D6D-668D3C95CE3A}">
      <dsp:nvSpPr>
        <dsp:cNvPr id="0" name=""/>
        <dsp:cNvSpPr/>
      </dsp:nvSpPr>
      <dsp:spPr>
        <a:xfrm>
          <a:off x="0" y="491"/>
          <a:ext cx="10058399" cy="0"/>
        </a:xfrm>
        <a:prstGeom prst="line">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w="12700" cap="flat" cmpd="sng" algn="ctr">
          <a:solidFill>
            <a:schemeClr val="accent1">
              <a:hueOff val="0"/>
              <a:satOff val="0"/>
              <a:lumOff val="0"/>
              <a:alphaOff val="0"/>
            </a:schemeClr>
          </a:solidFill>
          <a:prstDash val="solid"/>
        </a:ln>
        <a:effectLst>
          <a:outerShdw blurRad="38100" dist="25400" dir="2700000" algn="br"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sp>
    <dsp:sp modelId="{3CCC34C4-E39B-8743-8E5D-8D0D5D5600C5}">
      <dsp:nvSpPr>
        <dsp:cNvPr id="0" name=""/>
        <dsp:cNvSpPr/>
      </dsp:nvSpPr>
      <dsp:spPr>
        <a:xfrm>
          <a:off x="0" y="491"/>
          <a:ext cx="10058399" cy="8043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sk-SK" sz="3200" b="0" kern="1200" noProof="0" dirty="0">
              <a:latin typeface="Helvetica Neue" panose="02000503000000020004" pitchFamily="2" charset="0"/>
              <a:ea typeface="Helvetica Neue" panose="02000503000000020004" pitchFamily="2" charset="0"/>
              <a:cs typeface="Helvetica Neue" panose="02000503000000020004" pitchFamily="2" charset="0"/>
            </a:rPr>
            <a:t>Ochrana osobných údajov</a:t>
          </a:r>
        </a:p>
      </dsp:txBody>
      <dsp:txXfrm>
        <a:off x="0" y="491"/>
        <a:ext cx="10058399" cy="804348"/>
      </dsp:txXfrm>
    </dsp:sp>
    <dsp:sp modelId="{587FE207-F05E-6649-9C21-1EA9BF642201}">
      <dsp:nvSpPr>
        <dsp:cNvPr id="0" name=""/>
        <dsp:cNvSpPr/>
      </dsp:nvSpPr>
      <dsp:spPr>
        <a:xfrm>
          <a:off x="0" y="804839"/>
          <a:ext cx="10058399" cy="0"/>
        </a:xfrm>
        <a:prstGeom prst="line">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w="12700" cap="flat" cmpd="sng" algn="ctr">
          <a:solidFill>
            <a:schemeClr val="accent1">
              <a:hueOff val="0"/>
              <a:satOff val="0"/>
              <a:lumOff val="0"/>
              <a:alphaOff val="0"/>
            </a:schemeClr>
          </a:solidFill>
          <a:prstDash val="solid"/>
        </a:ln>
        <a:effectLst>
          <a:outerShdw blurRad="38100" dist="25400" dir="2700000" algn="br"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sp>
    <dsp:sp modelId="{A607230A-734E-AE47-888A-08B2D0F51729}">
      <dsp:nvSpPr>
        <dsp:cNvPr id="0" name=""/>
        <dsp:cNvSpPr/>
      </dsp:nvSpPr>
      <dsp:spPr>
        <a:xfrm>
          <a:off x="0" y="804839"/>
          <a:ext cx="10058399" cy="8043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sk-SK" sz="3200" b="0" kern="1200" noProof="0" dirty="0">
              <a:latin typeface="Helvetica Neue" panose="02000503000000020004" pitchFamily="2" charset="0"/>
              <a:ea typeface="Helvetica Neue" panose="02000503000000020004" pitchFamily="2" charset="0"/>
              <a:cs typeface="Helvetica Neue" panose="02000503000000020004" pitchFamily="2" charset="0"/>
            </a:rPr>
            <a:t>Šifrovanie dát</a:t>
          </a:r>
        </a:p>
      </dsp:txBody>
      <dsp:txXfrm>
        <a:off x="0" y="804839"/>
        <a:ext cx="10058399" cy="804348"/>
      </dsp:txXfrm>
    </dsp:sp>
    <dsp:sp modelId="{EDB7363F-3B69-C949-B305-A6E58425395E}">
      <dsp:nvSpPr>
        <dsp:cNvPr id="0" name=""/>
        <dsp:cNvSpPr/>
      </dsp:nvSpPr>
      <dsp:spPr>
        <a:xfrm>
          <a:off x="0" y="1609188"/>
          <a:ext cx="10058399" cy="0"/>
        </a:xfrm>
        <a:prstGeom prst="line">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w="12700" cap="flat" cmpd="sng" algn="ctr">
          <a:solidFill>
            <a:schemeClr val="accent1">
              <a:hueOff val="0"/>
              <a:satOff val="0"/>
              <a:lumOff val="0"/>
              <a:alphaOff val="0"/>
            </a:schemeClr>
          </a:solidFill>
          <a:prstDash val="solid"/>
        </a:ln>
        <a:effectLst>
          <a:outerShdw blurRad="38100" dist="25400" dir="2700000" algn="br"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sp>
    <dsp:sp modelId="{FEF6F2E6-BE38-E54B-8211-1FF77E9B178A}">
      <dsp:nvSpPr>
        <dsp:cNvPr id="0" name=""/>
        <dsp:cNvSpPr/>
      </dsp:nvSpPr>
      <dsp:spPr>
        <a:xfrm>
          <a:off x="0" y="1609188"/>
          <a:ext cx="10058399" cy="8043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sk-SK" sz="3200" kern="1200" noProof="0" dirty="0">
              <a:latin typeface="Helvetica Neue" panose="02000503000000020004" pitchFamily="2" charset="0"/>
              <a:ea typeface="Helvetica Neue" panose="02000503000000020004" pitchFamily="2" charset="0"/>
              <a:cs typeface="Helvetica Neue" panose="02000503000000020004" pitchFamily="2" charset="0"/>
            </a:rPr>
            <a:t>Autentifikácia a autorizácia používateľov</a:t>
          </a:r>
        </a:p>
      </dsp:txBody>
      <dsp:txXfrm>
        <a:off x="0" y="1609188"/>
        <a:ext cx="10058399" cy="804348"/>
      </dsp:txXfrm>
    </dsp:sp>
    <dsp:sp modelId="{FE287703-BC7B-8644-81FC-F1A75E90308A}">
      <dsp:nvSpPr>
        <dsp:cNvPr id="0" name=""/>
        <dsp:cNvSpPr/>
      </dsp:nvSpPr>
      <dsp:spPr>
        <a:xfrm>
          <a:off x="0" y="2413536"/>
          <a:ext cx="10058399" cy="0"/>
        </a:xfrm>
        <a:prstGeom prst="line">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w="12700" cap="flat" cmpd="sng" algn="ctr">
          <a:solidFill>
            <a:schemeClr val="accent1">
              <a:hueOff val="0"/>
              <a:satOff val="0"/>
              <a:lumOff val="0"/>
              <a:alphaOff val="0"/>
            </a:schemeClr>
          </a:solidFill>
          <a:prstDash val="solid"/>
        </a:ln>
        <a:effectLst>
          <a:outerShdw blurRad="38100" dist="25400" dir="2700000" algn="br"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sp>
    <dsp:sp modelId="{DEA6FE09-44C0-A548-99C5-EACBC59BD4DB}">
      <dsp:nvSpPr>
        <dsp:cNvPr id="0" name=""/>
        <dsp:cNvSpPr/>
      </dsp:nvSpPr>
      <dsp:spPr>
        <a:xfrm>
          <a:off x="0" y="2413536"/>
          <a:ext cx="10058399" cy="8043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sk-SK" sz="3200" kern="1200" noProof="0" dirty="0">
              <a:latin typeface="Helvetica Neue" panose="02000503000000020004" pitchFamily="2" charset="0"/>
              <a:ea typeface="Helvetica Neue" panose="02000503000000020004" pitchFamily="2" charset="0"/>
              <a:cs typeface="Helvetica Neue" panose="02000503000000020004" pitchFamily="2" charset="0"/>
            </a:rPr>
            <a:t>Škálovateľnosť systému</a:t>
          </a:r>
        </a:p>
      </dsp:txBody>
      <dsp:txXfrm>
        <a:off x="0" y="2413536"/>
        <a:ext cx="10058399" cy="804348"/>
      </dsp:txXfrm>
    </dsp:sp>
    <dsp:sp modelId="{2FD3CB5D-DE4E-9143-AE75-D1A3090EB986}">
      <dsp:nvSpPr>
        <dsp:cNvPr id="0" name=""/>
        <dsp:cNvSpPr/>
      </dsp:nvSpPr>
      <dsp:spPr>
        <a:xfrm>
          <a:off x="0" y="3217885"/>
          <a:ext cx="10058399" cy="0"/>
        </a:xfrm>
        <a:prstGeom prst="line">
          <a:avLst/>
        </a:prstGeom>
        <a:gradFill rotWithShape="0">
          <a:gsLst>
            <a:gs pos="0">
              <a:schemeClr val="accent1">
                <a:hueOff val="0"/>
                <a:satOff val="0"/>
                <a:lumOff val="0"/>
                <a:alphaOff val="0"/>
                <a:shade val="85000"/>
                <a:satMod val="130000"/>
              </a:schemeClr>
            </a:gs>
            <a:gs pos="34000">
              <a:schemeClr val="accent1">
                <a:hueOff val="0"/>
                <a:satOff val="0"/>
                <a:lumOff val="0"/>
                <a:alphaOff val="0"/>
                <a:shade val="87000"/>
                <a:satMod val="125000"/>
              </a:schemeClr>
            </a:gs>
            <a:gs pos="70000">
              <a:schemeClr val="accent1">
                <a:hueOff val="0"/>
                <a:satOff val="0"/>
                <a:lumOff val="0"/>
                <a:alphaOff val="0"/>
                <a:tint val="100000"/>
                <a:shade val="90000"/>
                <a:satMod val="130000"/>
              </a:schemeClr>
            </a:gs>
            <a:gs pos="100000">
              <a:schemeClr val="accent1">
                <a:hueOff val="0"/>
                <a:satOff val="0"/>
                <a:lumOff val="0"/>
                <a:alphaOff val="0"/>
                <a:tint val="100000"/>
                <a:shade val="100000"/>
                <a:satMod val="110000"/>
              </a:schemeClr>
            </a:gs>
          </a:gsLst>
          <a:path path="circle">
            <a:fillToRect l="100000" t="100000" r="100000" b="100000"/>
          </a:path>
        </a:gradFill>
        <a:ln w="12700" cap="flat" cmpd="sng" algn="ctr">
          <a:solidFill>
            <a:schemeClr val="accent1">
              <a:hueOff val="0"/>
              <a:satOff val="0"/>
              <a:lumOff val="0"/>
              <a:alphaOff val="0"/>
            </a:schemeClr>
          </a:solidFill>
          <a:prstDash val="solid"/>
        </a:ln>
        <a:effectLst>
          <a:outerShdw blurRad="38100" dist="25400" dir="2700000" algn="br" rotWithShape="0">
            <a:srgbClr val="000000">
              <a:alpha val="60000"/>
            </a:srgbClr>
          </a:outerShdw>
        </a:effectLst>
      </dsp:spPr>
      <dsp:style>
        <a:lnRef idx="1">
          <a:scrgbClr r="0" g="0" b="0"/>
        </a:lnRef>
        <a:fillRef idx="3">
          <a:scrgbClr r="0" g="0" b="0"/>
        </a:fillRef>
        <a:effectRef idx="2">
          <a:scrgbClr r="0" g="0" b="0"/>
        </a:effectRef>
        <a:fontRef idx="minor">
          <a:schemeClr val="lt1"/>
        </a:fontRef>
      </dsp:style>
    </dsp:sp>
    <dsp:sp modelId="{0606F000-2AB3-D942-AE07-55B2772824A3}">
      <dsp:nvSpPr>
        <dsp:cNvPr id="0" name=""/>
        <dsp:cNvSpPr/>
      </dsp:nvSpPr>
      <dsp:spPr>
        <a:xfrm>
          <a:off x="0" y="3217885"/>
          <a:ext cx="10058399" cy="8043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sk-SK" sz="3200" kern="1200" noProof="0" dirty="0">
              <a:latin typeface="Helvetica Neue" panose="02000503000000020004" pitchFamily="2" charset="0"/>
              <a:ea typeface="Helvetica Neue" panose="02000503000000020004" pitchFamily="2" charset="0"/>
              <a:cs typeface="Helvetica Neue" panose="02000503000000020004" pitchFamily="2" charset="0"/>
            </a:rPr>
            <a:t>Zálohovanie dát</a:t>
          </a:r>
        </a:p>
      </dsp:txBody>
      <dsp:txXfrm>
        <a:off x="0" y="3217885"/>
        <a:ext cx="10058399" cy="804348"/>
      </dsp:txXfrm>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Zástupný objekt pre hlavičk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k-SK"/>
          </a:p>
        </p:txBody>
      </p:sp>
      <p:sp>
        <p:nvSpPr>
          <p:cNvPr id="3" name="Zástupný objekt pre dá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1D93F9-2FAE-4317-8508-8C34E94D399D}" type="datetimeFigureOut">
              <a:rPr lang="sk-SK" smtClean="0"/>
              <a:t>22. 4. 2026</a:t>
            </a:fld>
            <a:endParaRPr lang="sk-SK"/>
          </a:p>
        </p:txBody>
      </p:sp>
      <p:sp>
        <p:nvSpPr>
          <p:cNvPr id="4" name="Zástupný objekt pre obrázok snímky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k-SK"/>
          </a:p>
        </p:txBody>
      </p:sp>
      <p:sp>
        <p:nvSpPr>
          <p:cNvPr id="5" name="Zástupný objekt pre poznámky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p>
        </p:txBody>
      </p:sp>
      <p:sp>
        <p:nvSpPr>
          <p:cNvPr id="6" name="Zástupný objekt pre pät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k-SK"/>
          </a:p>
        </p:txBody>
      </p:sp>
      <p:sp>
        <p:nvSpPr>
          <p:cNvPr id="7" name="Zástupný objekt pre číslo snímky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84D178-9940-4229-B9AB-D1ABBAB2CB88}" type="slidenum">
              <a:rPr lang="sk-SK" smtClean="0"/>
              <a:t>‹#›</a:t>
            </a:fld>
            <a:endParaRPr lang="sk-SK"/>
          </a:p>
        </p:txBody>
      </p:sp>
    </p:spTree>
    <p:extLst>
      <p:ext uri="{BB962C8B-B14F-4D97-AF65-F5344CB8AC3E}">
        <p14:creationId xmlns:p14="http://schemas.microsoft.com/office/powerpoint/2010/main" val="7877890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txBody>
          <a:bodyPr/>
          <a:lstStyle/>
          <a:p>
            <a:endParaRPr lang="sk-SK"/>
          </a:p>
        </p:txBody>
      </p:sp>
      <p:sp>
        <p:nvSpPr>
          <p:cNvPr id="3" name="Zástupný objekt pre poznámky 2"/>
          <p:cNvSpPr>
            <a:spLocks noGrp="1"/>
          </p:cNvSpPr>
          <p:nvPr>
            <p:ph type="body" idx="1"/>
          </p:nvPr>
        </p:nvSpPr>
        <p:spPr/>
        <p:txBody>
          <a:bodyPr/>
          <a:lstStyle/>
          <a:p>
            <a:endParaRPr lang="sk-SK" dirty="0"/>
          </a:p>
        </p:txBody>
      </p:sp>
      <p:sp>
        <p:nvSpPr>
          <p:cNvPr id="4" name="Zástupný objekt pre číslo snímky 3"/>
          <p:cNvSpPr>
            <a:spLocks noGrp="1"/>
          </p:cNvSpPr>
          <p:nvPr>
            <p:ph type="sldNum" sz="quarter" idx="5"/>
          </p:nvPr>
        </p:nvSpPr>
        <p:spPr/>
        <p:txBody>
          <a:bodyPr/>
          <a:lstStyle/>
          <a:p>
            <a:fld id="{8C84D178-9940-4229-B9AB-D1ABBAB2CB88}" type="slidenum">
              <a:rPr lang="sk-SK" smtClean="0"/>
              <a:t>45</a:t>
            </a:fld>
            <a:endParaRPr lang="sk-SK"/>
          </a:p>
        </p:txBody>
      </p:sp>
    </p:spTree>
    <p:extLst>
      <p:ext uri="{BB962C8B-B14F-4D97-AF65-F5344CB8AC3E}">
        <p14:creationId xmlns:p14="http://schemas.microsoft.com/office/powerpoint/2010/main" val="32914482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Úvodná snímka">
    <p:spTree>
      <p:nvGrpSpPr>
        <p:cNvPr id="1" name=""/>
        <p:cNvGrpSpPr/>
        <p:nvPr/>
      </p:nvGrpSpPr>
      <p:grpSpPr>
        <a:xfrm>
          <a:off x="0" y="0"/>
          <a:ext cx="0" cy="0"/>
          <a:chOff x="0" y="0"/>
          <a:chExt cx="0" cy="0"/>
        </a:xfrm>
      </p:grpSpPr>
      <p:sp>
        <p:nvSpPr>
          <p:cNvPr id="7" name="Rectangle 6"/>
          <p:cNvSpPr/>
          <p:nvPr/>
        </p:nvSpPr>
        <p:spPr>
          <a:xfrm>
            <a:off x="-56707" y="6400800"/>
            <a:ext cx="12248707"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sk-SK"/>
          </a:p>
        </p:txBody>
      </p:sp>
      <p:sp>
        <p:nvSpPr>
          <p:cNvPr id="8" name="Rectangle 7"/>
          <p:cNvSpPr/>
          <p:nvPr userDrawn="1"/>
        </p:nvSpPr>
        <p:spPr>
          <a:xfrm>
            <a:off x="15" y="6334316"/>
            <a:ext cx="1219198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sk-SK"/>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sk-SK"/>
              <a:t>Kliknutím upravte štýl predlohy nadpisu</a:t>
            </a:r>
            <a:endParaRPr lang="en-US" dirty="0"/>
          </a:p>
        </p:txBody>
      </p:sp>
      <p:sp>
        <p:nvSpPr>
          <p:cNvPr id="3" name="Subtitle 2"/>
          <p:cNvSpPr>
            <a:spLocks noGrp="1"/>
          </p:cNvSpPr>
          <p:nvPr>
            <p:ph type="subTitle" idx="1"/>
          </p:nvPr>
        </p:nvSpPr>
        <p:spPr>
          <a:xfrm>
            <a:off x="1100051" y="4455621"/>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sk-SK"/>
              <a:t>Kliknutím upravte štýl predlohy podnadpisu</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smtClean="0"/>
              <a:pPr/>
              <a:t>4/22/2026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0" name="Rectangle 6">
            <a:extLst>
              <a:ext uri="{FF2B5EF4-FFF2-40B4-BE49-F238E27FC236}">
                <a16:creationId xmlns:a16="http://schemas.microsoft.com/office/drawing/2014/main" id="{B557B41B-3F4A-458C-6282-6D94CEE66D36}"/>
              </a:ext>
            </a:extLst>
          </p:cNvPr>
          <p:cNvSpPr/>
          <p:nvPr userDrawn="1"/>
        </p:nvSpPr>
        <p:spPr>
          <a:xfrm>
            <a:off x="1" y="-46383"/>
            <a:ext cx="12204700" cy="50605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sk-SK"/>
          </a:p>
        </p:txBody>
      </p:sp>
      <p:sp>
        <p:nvSpPr>
          <p:cNvPr id="11" name="Rectangle 7">
            <a:extLst>
              <a:ext uri="{FF2B5EF4-FFF2-40B4-BE49-F238E27FC236}">
                <a16:creationId xmlns:a16="http://schemas.microsoft.com/office/drawing/2014/main" id="{608104C2-16AC-D39D-59FE-EA56610AEC27}"/>
              </a:ext>
            </a:extLst>
          </p:cNvPr>
          <p:cNvSpPr/>
          <p:nvPr userDrawn="1"/>
        </p:nvSpPr>
        <p:spPr>
          <a:xfrm>
            <a:off x="-1" y="470426"/>
            <a:ext cx="12204701"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sk-SK"/>
          </a:p>
        </p:txBody>
      </p:sp>
    </p:spTree>
    <p:extLst>
      <p:ext uri="{BB962C8B-B14F-4D97-AF65-F5344CB8AC3E}">
        <p14:creationId xmlns:p14="http://schemas.microsoft.com/office/powerpoint/2010/main" val="382644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a:t>Kliknutím upravte štýl predlohy nadpisu</a:t>
            </a:r>
            <a:endParaRPr lang="en-US" dirty="0"/>
          </a:p>
        </p:txBody>
      </p:sp>
      <p:sp>
        <p:nvSpPr>
          <p:cNvPr id="3" name="Content Placeholder 2"/>
          <p:cNvSpPr>
            <a:spLocks noGrp="1"/>
          </p:cNvSpPr>
          <p:nvPr>
            <p:ph idx="1"/>
          </p:nvPr>
        </p:nvSpPr>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smtClean="0"/>
              <a:pPr/>
              <a:t>4/22/2026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323533841"/>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Hlavička sekcie">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sk-SK"/>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sk-SK"/>
          </a:p>
        </p:txBody>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sk-SK"/>
              <a:t>Kliknutím upravte štýl predlohy nadpisu</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sk-SK"/>
              <a:t>Kliknite sem a upravte štýly predlohy textu</a:t>
            </a:r>
          </a:p>
        </p:txBody>
      </p:sp>
      <p:sp>
        <p:nvSpPr>
          <p:cNvPr id="4" name="Date Placeholder 3"/>
          <p:cNvSpPr>
            <a:spLocks noGrp="1"/>
          </p:cNvSpPr>
          <p:nvPr>
            <p:ph type="dt" sz="half" idx="10"/>
          </p:nvPr>
        </p:nvSpPr>
        <p:spPr/>
        <p:txBody>
          <a:bodyPr/>
          <a:lstStyle/>
          <a:p>
            <a:fld id="{5586B75A-687E-405C-8A0B-8D00578BA2C3}" type="datetimeFigureOut">
              <a:rPr lang="en-US" smtClean="0"/>
              <a:pPr/>
              <a:t>4/22/2026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0758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va obsahy">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sk-SK"/>
              <a:t>Kliknutím upravte štýl predlohy nadpisu</a:t>
            </a:r>
            <a:endParaRPr lang="en-US" dirty="0"/>
          </a:p>
        </p:txBody>
      </p:sp>
      <p:sp>
        <p:nvSpPr>
          <p:cNvPr id="3" name="Content Placeholder 2"/>
          <p:cNvSpPr>
            <a:spLocks noGrp="1"/>
          </p:cNvSpPr>
          <p:nvPr>
            <p:ph sz="half" idx="1"/>
          </p:nvPr>
        </p:nvSpPr>
        <p:spPr>
          <a:xfrm>
            <a:off x="1097278" y="1845734"/>
            <a:ext cx="4937760" cy="4023360"/>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5" name="Date Placeholder 4"/>
          <p:cNvSpPr>
            <a:spLocks noGrp="1"/>
          </p:cNvSpPr>
          <p:nvPr>
            <p:ph type="dt" sz="half" idx="10"/>
          </p:nvPr>
        </p:nvSpPr>
        <p:spPr/>
        <p:txBody>
          <a:bodyPr/>
          <a:lstStyle/>
          <a:p>
            <a:fld id="{5586B75A-687E-405C-8A0B-8D00578BA2C3}" type="datetimeFigureOut">
              <a:rPr lang="en-US" smtClean="0"/>
              <a:pPr/>
              <a:t>4/22/2026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303217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ovnanie">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sk-SK"/>
              <a:t>Kliknutím upravte štýl predlohy nadpisu</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sk-SK"/>
              <a:t>Kliknite sem a upravte štýly predlohy textu</a:t>
            </a:r>
          </a:p>
        </p:txBody>
      </p:sp>
      <p:sp>
        <p:nvSpPr>
          <p:cNvPr id="4" name="Content Placeholder 3"/>
          <p:cNvSpPr>
            <a:spLocks noGrp="1"/>
          </p:cNvSpPr>
          <p:nvPr>
            <p:ph sz="half" idx="2"/>
          </p:nvPr>
        </p:nvSpPr>
        <p:spPr>
          <a:xfrm>
            <a:off x="1097280" y="2582334"/>
            <a:ext cx="4937760" cy="3378200"/>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sk-SK"/>
              <a:t>Kliknite sem a upravte štýly predlohy textu</a:t>
            </a:r>
          </a:p>
        </p:txBody>
      </p:sp>
      <p:sp>
        <p:nvSpPr>
          <p:cNvPr id="6" name="Content Placeholder 5"/>
          <p:cNvSpPr>
            <a:spLocks noGrp="1"/>
          </p:cNvSpPr>
          <p:nvPr>
            <p:ph sz="quarter" idx="4"/>
          </p:nvPr>
        </p:nvSpPr>
        <p:spPr>
          <a:xfrm>
            <a:off x="6217920" y="2582334"/>
            <a:ext cx="4937760" cy="3378200"/>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7" name="Date Placeholder 6"/>
          <p:cNvSpPr>
            <a:spLocks noGrp="1"/>
          </p:cNvSpPr>
          <p:nvPr>
            <p:ph type="dt" sz="half" idx="10"/>
          </p:nvPr>
        </p:nvSpPr>
        <p:spPr/>
        <p:txBody>
          <a:bodyPr/>
          <a:lstStyle/>
          <a:p>
            <a:fld id="{5586B75A-687E-405C-8A0B-8D00578BA2C3}" type="datetimeFigureOut">
              <a:rPr lang="en-US" smtClean="0"/>
              <a:pPr/>
              <a:t>4/22/2026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028680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Len nadpi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a:t>Kliknutím upravte štýl predlohy nadpisu</a:t>
            </a:r>
            <a:endParaRPr lang="en-US" dirty="0"/>
          </a:p>
        </p:txBody>
      </p:sp>
      <p:sp>
        <p:nvSpPr>
          <p:cNvPr id="3" name="Date Placeholder 2"/>
          <p:cNvSpPr>
            <a:spLocks noGrp="1"/>
          </p:cNvSpPr>
          <p:nvPr>
            <p:ph type="dt" sz="half" idx="10"/>
          </p:nvPr>
        </p:nvSpPr>
        <p:spPr/>
        <p:txBody>
          <a:bodyPr/>
          <a:lstStyle/>
          <a:p>
            <a:fld id="{5586B75A-687E-405C-8A0B-8D00578BA2C3}" type="datetimeFigureOut">
              <a:rPr lang="en-US" smtClean="0"/>
              <a:pPr/>
              <a:t>4/22/2026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6308525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Prázdna">
    <p:spTree>
      <p:nvGrpSpPr>
        <p:cNvPr id="1" name=""/>
        <p:cNvGrpSpPr/>
        <p:nvPr/>
      </p:nvGrpSpPr>
      <p:grpSpPr>
        <a:xfrm>
          <a:off x="0" y="0"/>
          <a:ext cx="0" cy="0"/>
          <a:chOff x="0" y="0"/>
          <a:chExt cx="0" cy="0"/>
        </a:xfrm>
      </p:grpSpPr>
      <p:sp>
        <p:nvSpPr>
          <p:cNvPr id="5" name="Rectangle 4"/>
          <p:cNvSpPr/>
          <p:nvPr/>
        </p:nvSpPr>
        <p:spPr>
          <a:xfrm>
            <a:off x="-11097" y="6400800"/>
            <a:ext cx="12203098"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sk-SK"/>
          </a:p>
        </p:txBody>
      </p:sp>
      <p:sp>
        <p:nvSpPr>
          <p:cNvPr id="6" name="Rectangle 5"/>
          <p:cNvSpPr/>
          <p:nvPr/>
        </p:nvSpPr>
        <p:spPr>
          <a:xfrm>
            <a:off x="15" y="6334316"/>
            <a:ext cx="12203098"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sk-SK"/>
          </a:p>
        </p:txBody>
      </p:sp>
      <p:sp>
        <p:nvSpPr>
          <p:cNvPr id="7" name="Date Placeholder 6"/>
          <p:cNvSpPr>
            <a:spLocks noGrp="1"/>
          </p:cNvSpPr>
          <p:nvPr>
            <p:ph type="dt" sz="half" idx="10"/>
          </p:nvPr>
        </p:nvSpPr>
        <p:spPr/>
        <p:txBody>
          <a:bodyPr/>
          <a:lstStyle/>
          <a:p>
            <a:fld id="{5586B75A-687E-405C-8A0B-8D00578BA2C3}" type="datetimeFigureOut">
              <a:rPr lang="en-US" smtClean="0"/>
              <a:pPr/>
              <a:t>4/22/2026</a:t>
            </a:fld>
            <a:endParaRPr lang="en-US" dirty="0"/>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2" name="Rectangle 7">
            <a:extLst>
              <a:ext uri="{FF2B5EF4-FFF2-40B4-BE49-F238E27FC236}">
                <a16:creationId xmlns:a16="http://schemas.microsoft.com/office/drawing/2014/main" id="{1873172D-ECC8-2CA4-A467-DE5523E412B6}"/>
              </a:ext>
            </a:extLst>
          </p:cNvPr>
          <p:cNvSpPr/>
          <p:nvPr userDrawn="1"/>
        </p:nvSpPr>
        <p:spPr>
          <a:xfrm>
            <a:off x="-1" y="470426"/>
            <a:ext cx="12204701"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sk-SK"/>
          </a:p>
        </p:txBody>
      </p:sp>
      <p:sp>
        <p:nvSpPr>
          <p:cNvPr id="3" name="Rectangle 6">
            <a:extLst>
              <a:ext uri="{FF2B5EF4-FFF2-40B4-BE49-F238E27FC236}">
                <a16:creationId xmlns:a16="http://schemas.microsoft.com/office/drawing/2014/main" id="{3B05AC86-44A6-D1A7-20BA-AF3CB1D48D5C}"/>
              </a:ext>
            </a:extLst>
          </p:cNvPr>
          <p:cNvSpPr/>
          <p:nvPr userDrawn="1"/>
        </p:nvSpPr>
        <p:spPr>
          <a:xfrm>
            <a:off x="1" y="-46383"/>
            <a:ext cx="12204700" cy="50605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sk-SK"/>
          </a:p>
        </p:txBody>
      </p:sp>
    </p:spTree>
    <p:extLst>
      <p:ext uri="{BB962C8B-B14F-4D97-AF65-F5344CB8AC3E}">
        <p14:creationId xmlns:p14="http://schemas.microsoft.com/office/powerpoint/2010/main" val="24269303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Obsah s popisom">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sk-SK"/>
          </a:p>
        </p:txBody>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sk-SK"/>
          </a:p>
        </p:txBody>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sk-SK"/>
              <a:t>Kliknutím upravte štýl predlohy nadpisu</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sk-SK"/>
              <a:t>Kliknite sem a upravte štýly predlohy textu</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5586B75A-687E-405C-8A0B-8D00578BA2C3}" type="datetimeFigureOut">
              <a:rPr lang="en-US" smtClean="0"/>
              <a:pPr/>
              <a:t>4/22/2026</a:t>
            </a:fld>
            <a:endParaRPr lang="en-US" dirty="0"/>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381792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Obrázok s popisom">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sk-SK"/>
          </a:p>
        </p:txBody>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sk-SK"/>
          </a:p>
        </p:txBody>
      </p:sp>
      <p:sp>
        <p:nvSpPr>
          <p:cNvPr id="2" name="Title 1"/>
          <p:cNvSpPr>
            <a:spLocks noGrp="1"/>
          </p:cNvSpPr>
          <p:nvPr>
            <p:ph type="title"/>
          </p:nvPr>
        </p:nvSpPr>
        <p:spPr>
          <a:xfrm>
            <a:off x="1097280" y="5074920"/>
            <a:ext cx="10113645" cy="822960"/>
          </a:xfrm>
        </p:spPr>
        <p:txBody>
          <a:bodyPr lIns="91440" tIns="0" rIns="91440" bIns="0" anchor="b">
            <a:noAutofit/>
          </a:bodyPr>
          <a:lstStyle>
            <a:lvl1pPr>
              <a:defRPr sz="3600" b="0">
                <a:solidFill>
                  <a:srgbClr val="FFFFFF"/>
                </a:solidFill>
              </a:defRPr>
            </a:lvl1pPr>
          </a:lstStyle>
          <a:p>
            <a:r>
              <a:rPr lang="sk-SK"/>
              <a:t>Kliknutím upravte štýl predlohy nadpisu</a:t>
            </a:r>
            <a:endParaRPr lang="en-US" dirty="0"/>
          </a:p>
        </p:txBody>
      </p:sp>
      <p:sp>
        <p:nvSpPr>
          <p:cNvPr id="3" name="Picture Placeholder 2"/>
          <p:cNvSpPr>
            <a:spLocks noGrp="1" noChangeAspect="1"/>
          </p:cNvSpPr>
          <p:nvPr>
            <p:ph type="pic" idx="1"/>
          </p:nvPr>
        </p:nvSpPr>
        <p:spPr>
          <a:xfrm>
            <a:off x="15" y="0"/>
            <a:ext cx="12191985" cy="4915076"/>
          </a:xfrm>
          <a:solidFill>
            <a:schemeClr val="bg2">
              <a:lumMod val="90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sk-SK"/>
              <a:t>Kliknutím na ikonu pridáte obrázok</a:t>
            </a:r>
            <a:endParaRPr lang="en-US" dirty="0"/>
          </a:p>
        </p:txBody>
      </p:sp>
      <p:sp>
        <p:nvSpPr>
          <p:cNvPr id="4" name="Text Placeholder 3"/>
          <p:cNvSpPr>
            <a:spLocks noGrp="1"/>
          </p:cNvSpPr>
          <p:nvPr>
            <p:ph type="body" sz="half" idx="2"/>
          </p:nvPr>
        </p:nvSpPr>
        <p:spPr>
          <a:xfrm>
            <a:off x="1097280" y="5907024"/>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sk-SK"/>
              <a:t>Kliknite sem a upravte štýly predlohy textu</a:t>
            </a:r>
          </a:p>
        </p:txBody>
      </p:sp>
      <p:sp>
        <p:nvSpPr>
          <p:cNvPr id="5" name="Date Placeholder 4"/>
          <p:cNvSpPr>
            <a:spLocks noGrp="1"/>
          </p:cNvSpPr>
          <p:nvPr>
            <p:ph type="dt" sz="half" idx="10"/>
          </p:nvPr>
        </p:nvSpPr>
        <p:spPr/>
        <p:txBody>
          <a:bodyPr/>
          <a:lstStyle/>
          <a:p>
            <a:fld id="{5586B75A-687E-405C-8A0B-8D00578BA2C3}" type="datetimeFigureOut">
              <a:rPr lang="en-US" smtClean="0"/>
              <a:pPr/>
              <a:t>4/22/2026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6839960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Nadpis a zvislý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a:t>Kliknutím upravte štýl predlohy nadpisu</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smtClean="0"/>
              <a:pPr/>
              <a:t>4/22/2026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2709368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Zvislý nadpis a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sk-SK"/>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sk-SK"/>
          </a:p>
        </p:txBody>
      </p:sp>
      <p:sp>
        <p:nvSpPr>
          <p:cNvPr id="2" name="Vertical Title 1"/>
          <p:cNvSpPr>
            <a:spLocks noGrp="1"/>
          </p:cNvSpPr>
          <p:nvPr>
            <p:ph type="title" orient="vert"/>
          </p:nvPr>
        </p:nvSpPr>
        <p:spPr>
          <a:xfrm>
            <a:off x="8724900" y="412302"/>
            <a:ext cx="2628900" cy="5759898"/>
          </a:xfrm>
        </p:spPr>
        <p:txBody>
          <a:bodyPr vert="eaVert"/>
          <a:lstStyle/>
          <a:p>
            <a:r>
              <a:rPr lang="sk-SK"/>
              <a:t>Kliknutím upravte štýl predlohy nadpisu</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smtClean="0"/>
              <a:pPr/>
              <a:t>4/22/2026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4536044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sk-SK"/>
              <a:t>Kliknutím upravte štýl predlohy nadpisu</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5586B75A-687E-405C-8A0B-8D00578BA2C3}" type="datetimeFigureOut">
              <a:rPr lang="en-US" smtClean="0"/>
              <a:pPr/>
              <a:t>4/22/2026</a:t>
            </a:fld>
            <a:endParaRPr lang="en-US" dirty="0"/>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dirty="0"/>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4FAB73BC-B049-4115-A692-8D63A059BFB8}" type="slidenum">
              <a:rPr lang="en-US" smtClean="0"/>
              <a:pPr/>
              <a:t>‹#›</a:t>
            </a:fld>
            <a:endParaRPr lang="en-US" dirty="0"/>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3" name="Rectangle 6">
            <a:extLst>
              <a:ext uri="{FF2B5EF4-FFF2-40B4-BE49-F238E27FC236}">
                <a16:creationId xmlns:a16="http://schemas.microsoft.com/office/drawing/2014/main" id="{46CB1EA5-435B-B93D-1AB5-27774F31673B}"/>
              </a:ext>
            </a:extLst>
          </p:cNvPr>
          <p:cNvSpPr/>
          <p:nvPr userDrawn="1"/>
        </p:nvSpPr>
        <p:spPr>
          <a:xfrm>
            <a:off x="-12701" y="6400799"/>
            <a:ext cx="12217401" cy="47307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sk-SK"/>
          </a:p>
        </p:txBody>
      </p:sp>
      <p:sp>
        <p:nvSpPr>
          <p:cNvPr id="14" name="Rectangle 7">
            <a:extLst>
              <a:ext uri="{FF2B5EF4-FFF2-40B4-BE49-F238E27FC236}">
                <a16:creationId xmlns:a16="http://schemas.microsoft.com/office/drawing/2014/main" id="{FA60BC72-0426-9A61-9A42-6E59696A30DD}"/>
              </a:ext>
            </a:extLst>
          </p:cNvPr>
          <p:cNvSpPr/>
          <p:nvPr userDrawn="1"/>
        </p:nvSpPr>
        <p:spPr>
          <a:xfrm>
            <a:off x="-15861" y="6334316"/>
            <a:ext cx="12217401"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sk-SK"/>
          </a:p>
        </p:txBody>
      </p:sp>
      <p:sp>
        <p:nvSpPr>
          <p:cNvPr id="15" name="Rectangle 6">
            <a:extLst>
              <a:ext uri="{FF2B5EF4-FFF2-40B4-BE49-F238E27FC236}">
                <a16:creationId xmlns:a16="http://schemas.microsoft.com/office/drawing/2014/main" id="{1ADF2AC7-7C88-F5CE-6ED0-1DF84C7F971B}"/>
              </a:ext>
            </a:extLst>
          </p:cNvPr>
          <p:cNvSpPr/>
          <p:nvPr userDrawn="1"/>
        </p:nvSpPr>
        <p:spPr>
          <a:xfrm>
            <a:off x="1" y="-46383"/>
            <a:ext cx="12204700" cy="50605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sk-SK"/>
          </a:p>
        </p:txBody>
      </p:sp>
      <p:sp>
        <p:nvSpPr>
          <p:cNvPr id="16" name="Rectangle 7">
            <a:extLst>
              <a:ext uri="{FF2B5EF4-FFF2-40B4-BE49-F238E27FC236}">
                <a16:creationId xmlns:a16="http://schemas.microsoft.com/office/drawing/2014/main" id="{048880D3-048D-0FE3-98F0-F3459BB2C80F}"/>
              </a:ext>
            </a:extLst>
          </p:cNvPr>
          <p:cNvSpPr/>
          <p:nvPr userDrawn="1"/>
        </p:nvSpPr>
        <p:spPr>
          <a:xfrm>
            <a:off x="-1" y="470426"/>
            <a:ext cx="12204701"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sk-SK"/>
          </a:p>
        </p:txBody>
      </p:sp>
    </p:spTree>
    <p:extLst>
      <p:ext uri="{BB962C8B-B14F-4D97-AF65-F5344CB8AC3E}">
        <p14:creationId xmlns:p14="http://schemas.microsoft.com/office/powerpoint/2010/main" val="2347341422"/>
      </p:ext>
    </p:extLst>
  </p:cSld>
  <p:clrMap bg1="lt1" tx1="dk1" bg2="lt2" tx2="dk2" accent1="accent1" accent2="accent2" accent3="accent3" accent4="accent4" accent5="accent5" accent6="accent6" hlink="hlink" folHlink="folHlink"/>
  <p:sldLayoutIdLst>
    <p:sldLayoutId id="2147483943" r:id="rId1"/>
    <p:sldLayoutId id="2147483944" r:id="rId2"/>
    <p:sldLayoutId id="2147483945" r:id="rId3"/>
    <p:sldLayoutId id="2147483946" r:id="rId4"/>
    <p:sldLayoutId id="2147483947" r:id="rId5"/>
    <p:sldLayoutId id="2147483948" r:id="rId6"/>
    <p:sldLayoutId id="2147483949" r:id="rId7"/>
    <p:sldLayoutId id="2147483950" r:id="rId8"/>
    <p:sldLayoutId id="2147483951" r:id="rId9"/>
    <p:sldLayoutId id="2147483952" r:id="rId10"/>
    <p:sldLayoutId id="2147483953" r:id="rId11"/>
  </p:sldLayoutIdLst>
  <p:hf sldNum="0" hdr="0" ftr="0" dt="0"/>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1.jp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2.jpe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image" Target="../media/image3.jpg"/><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5.xml"/><Relationship Id="rId7" Type="http://schemas.openxmlformats.org/officeDocument/2006/relationships/image" Target="../media/image4.jpeg"/><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6.xml"/><Relationship Id="rId7" Type="http://schemas.openxmlformats.org/officeDocument/2006/relationships/image" Target="../media/image5.png"/><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7.xml"/><Relationship Id="rId7" Type="http://schemas.openxmlformats.org/officeDocument/2006/relationships/image" Target="../media/image6.jpeg"/><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hyperlink" Target="https://www.google.com/url?q=https%3A%2F%2Fwww.jmir.org%2F2017%2F4%2Fe134%2F"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556F3-AAD0-DB98-7298-D73AE7C52AF6}"/>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A98A812A-F36D-0392-F69F-562400875D80}"/>
              </a:ext>
            </a:extLst>
          </p:cNvPr>
          <p:cNvSpPr>
            <a:spLocks noGrp="1"/>
          </p:cNvSpPr>
          <p:nvPr>
            <p:ph type="ctrTitle"/>
          </p:nvPr>
        </p:nvSpPr>
        <p:spPr>
          <a:xfrm>
            <a:off x="1097280" y="758952"/>
            <a:ext cx="10001163" cy="3566160"/>
          </a:xfrm>
        </p:spPr>
        <p:txBody>
          <a:bodyPr/>
          <a:lstStyle/>
          <a:p>
            <a:r>
              <a:rPr lang="sk-SK" b="1" i="1" noProof="0" dirty="0" err="1">
                <a:solidFill>
                  <a:schemeClr val="tx1"/>
                </a:solidFill>
              </a:rPr>
              <a:t>eTermín</a:t>
            </a:r>
            <a:r>
              <a:rPr lang="sk-SK" b="1" noProof="0" dirty="0">
                <a:solidFill>
                  <a:schemeClr val="tx1"/>
                </a:solidFill>
              </a:rPr>
              <a:t> </a:t>
            </a:r>
            <a:br>
              <a:rPr lang="sk-SK" b="1" noProof="0" dirty="0">
                <a:solidFill>
                  <a:schemeClr val="tx1"/>
                </a:solidFill>
              </a:rPr>
            </a:br>
            <a:r>
              <a:rPr lang="sk-SK" b="1" noProof="0" dirty="0">
                <a:solidFill>
                  <a:schemeClr val="tx1"/>
                </a:solidFill>
              </a:rPr>
              <a:t>Digitálne zdravotníctvo</a:t>
            </a:r>
          </a:p>
        </p:txBody>
      </p:sp>
      <p:sp>
        <p:nvSpPr>
          <p:cNvPr id="3" name="Podnadpis 2">
            <a:extLst>
              <a:ext uri="{FF2B5EF4-FFF2-40B4-BE49-F238E27FC236}">
                <a16:creationId xmlns:a16="http://schemas.microsoft.com/office/drawing/2014/main" id="{5BB0B2C1-4024-341C-7D25-E0DD260C5621}"/>
              </a:ext>
            </a:extLst>
          </p:cNvPr>
          <p:cNvSpPr>
            <a:spLocks noGrp="1"/>
          </p:cNvSpPr>
          <p:nvPr>
            <p:ph type="subTitle" idx="1"/>
          </p:nvPr>
        </p:nvSpPr>
        <p:spPr>
          <a:xfrm>
            <a:off x="229181" y="5416598"/>
            <a:ext cx="11733637" cy="879500"/>
          </a:xfrm>
        </p:spPr>
        <p:txBody>
          <a:bodyPr>
            <a:noAutofit/>
          </a:bodyPr>
          <a:lstStyle/>
          <a:p>
            <a:r>
              <a:rPr lang="sk-SK" b="1" noProof="0" dirty="0">
                <a:solidFill>
                  <a:schemeClr val="tx1"/>
                </a:solidFill>
                <a:latin typeface="+mn-lt"/>
              </a:rPr>
              <a:t>Terminátori:</a:t>
            </a:r>
          </a:p>
          <a:p>
            <a:r>
              <a:rPr lang="sk-SK" noProof="0" dirty="0">
                <a:solidFill>
                  <a:schemeClr val="tx1"/>
                </a:solidFill>
                <a:latin typeface="+mn-lt"/>
              </a:rPr>
              <a:t>Damián </a:t>
            </a:r>
            <a:r>
              <a:rPr lang="sk-SK" noProof="0" dirty="0" err="1">
                <a:solidFill>
                  <a:schemeClr val="tx1"/>
                </a:solidFill>
                <a:latin typeface="+mn-lt"/>
              </a:rPr>
              <a:t>Kaszycki</a:t>
            </a:r>
            <a:r>
              <a:rPr lang="sk-SK" noProof="0" dirty="0">
                <a:solidFill>
                  <a:schemeClr val="tx1"/>
                </a:solidFill>
                <a:latin typeface="+mn-lt"/>
              </a:rPr>
              <a:t>, Richard </a:t>
            </a:r>
            <a:r>
              <a:rPr lang="sk-SK" noProof="0" dirty="0" err="1">
                <a:solidFill>
                  <a:schemeClr val="tx1"/>
                </a:solidFill>
                <a:latin typeface="+mn-lt"/>
              </a:rPr>
              <a:t>Rúš</a:t>
            </a:r>
            <a:r>
              <a:rPr lang="sk-SK" noProof="0" dirty="0">
                <a:solidFill>
                  <a:schemeClr val="tx1"/>
                </a:solidFill>
                <a:latin typeface="+mn-lt"/>
              </a:rPr>
              <a:t>, Ľudmila </a:t>
            </a:r>
            <a:r>
              <a:rPr lang="sk-SK" noProof="0" dirty="0" err="1">
                <a:solidFill>
                  <a:schemeClr val="tx1"/>
                </a:solidFill>
                <a:latin typeface="+mn-lt"/>
              </a:rPr>
              <a:t>Koperdáková</a:t>
            </a:r>
            <a:r>
              <a:rPr lang="sk-SK" noProof="0" dirty="0">
                <a:solidFill>
                  <a:schemeClr val="tx1"/>
                </a:solidFill>
                <a:latin typeface="+mn-lt"/>
              </a:rPr>
              <a:t>, Samuel Budinský </a:t>
            </a:r>
          </a:p>
          <a:p>
            <a:endParaRPr lang="sk-SK" noProof="0" dirty="0"/>
          </a:p>
        </p:txBody>
      </p:sp>
    </p:spTree>
    <p:extLst>
      <p:ext uri="{BB962C8B-B14F-4D97-AF65-F5344CB8AC3E}">
        <p14:creationId xmlns:p14="http://schemas.microsoft.com/office/powerpoint/2010/main" val="802258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40D9D8D-F26D-1BDD-D0DF-9D76BDF7E753}"/>
              </a:ext>
            </a:extLst>
          </p:cNvPr>
          <p:cNvSpPr>
            <a:spLocks noGrp="1"/>
          </p:cNvSpPr>
          <p:nvPr>
            <p:ph type="title"/>
          </p:nvPr>
        </p:nvSpPr>
        <p:spPr>
          <a:xfrm>
            <a:off x="1097279" y="286603"/>
            <a:ext cx="10489773" cy="1450757"/>
          </a:xfrm>
        </p:spPr>
        <p:txBody>
          <a:bodyPr>
            <a:normAutofit/>
          </a:bodyPr>
          <a:lstStyle/>
          <a:p>
            <a:r>
              <a:rPr lang="sk-SK" sz="6000" b="1" noProof="0" dirty="0">
                <a:solidFill>
                  <a:schemeClr val="tx1"/>
                </a:solidFill>
              </a:rPr>
              <a:t>Aktuálna situácia v zdravotníctve</a:t>
            </a:r>
          </a:p>
        </p:txBody>
      </p:sp>
      <p:graphicFrame>
        <p:nvGraphicFramePr>
          <p:cNvPr id="4" name="Zástupný objekt pre obsah 3">
            <a:extLst>
              <a:ext uri="{FF2B5EF4-FFF2-40B4-BE49-F238E27FC236}">
                <a16:creationId xmlns:a16="http://schemas.microsoft.com/office/drawing/2014/main" id="{CC035F2E-641D-0881-1BB3-3D22F94CB5D6}"/>
              </a:ext>
            </a:extLst>
          </p:cNvPr>
          <p:cNvGraphicFramePr>
            <a:graphicFrameLocks noGrp="1"/>
          </p:cNvGraphicFramePr>
          <p:nvPr>
            <p:ph idx="1"/>
            <p:extLst>
              <p:ext uri="{D42A27DB-BD31-4B8C-83A1-F6EECF244321}">
                <p14:modId xmlns:p14="http://schemas.microsoft.com/office/powerpoint/2010/main" val="406715769"/>
              </p:ext>
            </p:extLst>
          </p:nvPr>
        </p:nvGraphicFramePr>
        <p:xfrm>
          <a:off x="1096962" y="1846263"/>
          <a:ext cx="4843148" cy="4022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Obrázok 4">
            <a:extLst>
              <a:ext uri="{FF2B5EF4-FFF2-40B4-BE49-F238E27FC236}">
                <a16:creationId xmlns:a16="http://schemas.microsoft.com/office/drawing/2014/main" id="{1D0A37A6-48BF-2215-0530-C587B43DB6A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168035" y="2546987"/>
            <a:ext cx="3927003" cy="2621275"/>
          </a:xfrm>
          <a:prstGeom prst="rect">
            <a:avLst/>
          </a:prstGeom>
          <a:ln>
            <a:gradFill flip="none" rotWithShape="1">
              <a:gsLst>
                <a:gs pos="86000">
                  <a:schemeClr val="accent6">
                    <a:lumMod val="67000"/>
                  </a:schemeClr>
                </a:gs>
                <a:gs pos="20000">
                  <a:schemeClr val="accent6">
                    <a:lumMod val="97000"/>
                    <a:lumOff val="3000"/>
                  </a:schemeClr>
                </a:gs>
                <a:gs pos="100000">
                  <a:schemeClr val="accent6">
                    <a:lumMod val="60000"/>
                    <a:lumOff val="40000"/>
                  </a:schemeClr>
                </a:gs>
              </a:gsLst>
              <a:lin ang="16200000" scaled="1"/>
              <a:tileRect/>
            </a:gradFill>
          </a:ln>
          <a:effectLst>
            <a:innerShdw blurRad="127000">
              <a:prstClr val="black">
                <a:alpha val="90000"/>
              </a:prstClr>
            </a:innerShdw>
          </a:effectLst>
        </p:spPr>
      </p:pic>
    </p:spTree>
    <p:extLst>
      <p:ext uri="{BB962C8B-B14F-4D97-AF65-F5344CB8AC3E}">
        <p14:creationId xmlns:p14="http://schemas.microsoft.com/office/powerpoint/2010/main" val="3088479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BC4CF5-29B0-F0D1-D621-07EA85779AF3}"/>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BA32788A-0820-431F-3AA0-B370BF0DA226}"/>
              </a:ext>
            </a:extLst>
          </p:cNvPr>
          <p:cNvSpPr>
            <a:spLocks noGrp="1"/>
          </p:cNvSpPr>
          <p:nvPr>
            <p:ph type="title"/>
          </p:nvPr>
        </p:nvSpPr>
        <p:spPr/>
        <p:txBody>
          <a:bodyPr>
            <a:normAutofit/>
          </a:bodyPr>
          <a:lstStyle/>
          <a:p>
            <a:r>
              <a:rPr lang="sk-SK" sz="6000" b="1" noProof="0" dirty="0">
                <a:solidFill>
                  <a:schemeClr val="tx1"/>
                </a:solidFill>
              </a:rPr>
              <a:t>Čo je </a:t>
            </a:r>
            <a:r>
              <a:rPr lang="sk-SK" sz="6000" b="1" noProof="0" dirty="0" err="1">
                <a:solidFill>
                  <a:schemeClr val="tx1"/>
                </a:solidFill>
              </a:rPr>
              <a:t>eTermín</a:t>
            </a:r>
            <a:r>
              <a:rPr lang="sk-SK" sz="6000" b="1" noProof="0" dirty="0">
                <a:solidFill>
                  <a:schemeClr val="tx1"/>
                </a:solidFill>
              </a:rPr>
              <a:t>?</a:t>
            </a:r>
          </a:p>
        </p:txBody>
      </p:sp>
      <p:graphicFrame>
        <p:nvGraphicFramePr>
          <p:cNvPr id="4" name="Zástupný objekt pre obsah 3">
            <a:extLst>
              <a:ext uri="{FF2B5EF4-FFF2-40B4-BE49-F238E27FC236}">
                <a16:creationId xmlns:a16="http://schemas.microsoft.com/office/drawing/2014/main" id="{B12C8E05-9396-E31B-4BC5-2C348FDBF49C}"/>
              </a:ext>
            </a:extLst>
          </p:cNvPr>
          <p:cNvGraphicFramePr>
            <a:graphicFrameLocks noGrp="1"/>
          </p:cNvGraphicFramePr>
          <p:nvPr>
            <p:ph idx="1"/>
            <p:extLst>
              <p:ext uri="{D42A27DB-BD31-4B8C-83A1-F6EECF244321}">
                <p14:modId xmlns:p14="http://schemas.microsoft.com/office/powerpoint/2010/main" val="3520921120"/>
              </p:ext>
            </p:extLst>
          </p:nvPr>
        </p:nvGraphicFramePr>
        <p:xfrm>
          <a:off x="1096964" y="1846263"/>
          <a:ext cx="4745424" cy="4022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Picture 2">
            <a:extLst>
              <a:ext uri="{FF2B5EF4-FFF2-40B4-BE49-F238E27FC236}">
                <a16:creationId xmlns:a16="http://schemas.microsoft.com/office/drawing/2014/main" id="{53507D59-4877-9302-5975-DE48F636E4E4}"/>
              </a:ext>
            </a:extLst>
          </p:cNvPr>
          <p:cNvPicPr>
            <a:picLocks noChangeAspect="1" noChangeArrowheads="1"/>
          </p:cNvPicPr>
          <p:nvPr/>
        </p:nvPicPr>
        <p:blipFill>
          <a:blip r:embed="rId7">
            <a:extLst>
              <a:ext uri="{28A0092B-C50C-407E-A947-70E740481C1C}">
                <a14:useLocalDpi xmlns:a14="http://schemas.microsoft.com/office/drawing/2010/main" val="0"/>
              </a:ext>
            </a:extLst>
          </a:blip>
          <a:stretch>
            <a:fillRect/>
          </a:stretch>
        </p:blipFill>
        <p:spPr bwMode="auto">
          <a:xfrm>
            <a:off x="6904767" y="1737360"/>
            <a:ext cx="4250913" cy="4250913"/>
          </a:xfrm>
          <a:prstGeom prst="rect">
            <a:avLst/>
          </a:prstGeom>
          <a:noFill/>
          <a:ln>
            <a:gradFill flip="none" rotWithShape="1">
              <a:gsLst>
                <a:gs pos="86000">
                  <a:schemeClr val="accent6">
                    <a:lumMod val="67000"/>
                  </a:schemeClr>
                </a:gs>
                <a:gs pos="20000">
                  <a:schemeClr val="accent6">
                    <a:lumMod val="97000"/>
                    <a:lumOff val="3000"/>
                  </a:schemeClr>
                </a:gs>
                <a:gs pos="100000">
                  <a:schemeClr val="accent6">
                    <a:lumMod val="60000"/>
                    <a:lumOff val="40000"/>
                  </a:schemeClr>
                </a:gs>
              </a:gsLst>
              <a:lin ang="16200000" scaled="1"/>
              <a:tileRect/>
            </a:gradFill>
          </a:ln>
          <a:effectLst>
            <a:innerShdw blurRad="127000">
              <a:prstClr val="black">
                <a:alpha val="90000"/>
              </a:prstClr>
            </a:inn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903643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4B5B7-4FD2-9106-1DF7-3E8DC7AA4925}"/>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52B9A1AB-4565-CFED-37B2-4B12AC02893B}"/>
              </a:ext>
            </a:extLst>
          </p:cNvPr>
          <p:cNvSpPr>
            <a:spLocks noGrp="1"/>
          </p:cNvSpPr>
          <p:nvPr>
            <p:ph type="title"/>
          </p:nvPr>
        </p:nvSpPr>
        <p:spPr/>
        <p:txBody>
          <a:bodyPr>
            <a:normAutofit/>
          </a:bodyPr>
          <a:lstStyle/>
          <a:p>
            <a:r>
              <a:rPr lang="sk-SK" sz="6000" b="1" noProof="0" dirty="0">
                <a:solidFill>
                  <a:schemeClr val="tx1"/>
                </a:solidFill>
              </a:rPr>
              <a:t>Architektúra systému</a:t>
            </a:r>
          </a:p>
        </p:txBody>
      </p:sp>
      <p:graphicFrame>
        <p:nvGraphicFramePr>
          <p:cNvPr id="4" name="Zástupný objekt pre obsah 2">
            <a:extLst>
              <a:ext uri="{FF2B5EF4-FFF2-40B4-BE49-F238E27FC236}">
                <a16:creationId xmlns:a16="http://schemas.microsoft.com/office/drawing/2014/main" id="{969A6252-D68E-A09B-A58E-6C6A42D21056}"/>
              </a:ext>
            </a:extLst>
          </p:cNvPr>
          <p:cNvGraphicFramePr>
            <a:graphicFrameLocks/>
          </p:cNvGraphicFramePr>
          <p:nvPr>
            <p:extLst>
              <p:ext uri="{D42A27DB-BD31-4B8C-83A1-F6EECF244321}">
                <p14:modId xmlns:p14="http://schemas.microsoft.com/office/powerpoint/2010/main" val="927255431"/>
              </p:ext>
            </p:extLst>
          </p:nvPr>
        </p:nvGraphicFramePr>
        <p:xfrm>
          <a:off x="1245772" y="1524049"/>
          <a:ext cx="9761415" cy="504734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905808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6FAD8-EF3D-5988-2B65-D38ACBBE8B9A}"/>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4E998529-4CA2-7478-D0AD-AEB1FA2FA1F1}"/>
              </a:ext>
            </a:extLst>
          </p:cNvPr>
          <p:cNvSpPr>
            <a:spLocks noGrp="1"/>
          </p:cNvSpPr>
          <p:nvPr>
            <p:ph type="title"/>
          </p:nvPr>
        </p:nvSpPr>
        <p:spPr/>
        <p:txBody>
          <a:bodyPr>
            <a:normAutofit/>
          </a:bodyPr>
          <a:lstStyle/>
          <a:p>
            <a:r>
              <a:rPr lang="sk-SK" sz="6000" b="1" noProof="0" dirty="0">
                <a:solidFill>
                  <a:schemeClr val="tx1"/>
                </a:solidFill>
              </a:rPr>
              <a:t>Výsledok projektu</a:t>
            </a:r>
          </a:p>
        </p:txBody>
      </p:sp>
      <p:pic>
        <p:nvPicPr>
          <p:cNvPr id="4" name="Obrázok 3">
            <a:extLst>
              <a:ext uri="{FF2B5EF4-FFF2-40B4-BE49-F238E27FC236}">
                <a16:creationId xmlns:a16="http://schemas.microsoft.com/office/drawing/2014/main" id="{CFA209F1-018F-0C87-CDCF-B5F98C6835D8}"/>
              </a:ext>
            </a:extLst>
          </p:cNvPr>
          <p:cNvPicPr>
            <a:picLocks noChangeAspect="1"/>
          </p:cNvPicPr>
          <p:nvPr/>
        </p:nvPicPr>
        <p:blipFill>
          <a:blip r:embed="rId2">
            <a:extLst>
              <a:ext uri="{28A0092B-C50C-407E-A947-70E740481C1C}">
                <a14:useLocalDpi xmlns:a14="http://schemas.microsoft.com/office/drawing/2010/main" val="0"/>
              </a:ext>
            </a:extLst>
          </a:blip>
          <a:srcRect r="4650" b="2"/>
          <a:stretch>
            <a:fillRect/>
          </a:stretch>
        </p:blipFill>
        <p:spPr>
          <a:xfrm>
            <a:off x="5899916" y="1909103"/>
            <a:ext cx="5255764" cy="3679238"/>
          </a:xfrm>
          <a:prstGeom prst="rect">
            <a:avLst/>
          </a:prstGeom>
          <a:ln>
            <a:gradFill flip="none" rotWithShape="1">
              <a:gsLst>
                <a:gs pos="86000">
                  <a:schemeClr val="accent6">
                    <a:lumMod val="67000"/>
                  </a:schemeClr>
                </a:gs>
                <a:gs pos="20000">
                  <a:schemeClr val="accent6">
                    <a:lumMod val="97000"/>
                    <a:lumOff val="3000"/>
                  </a:schemeClr>
                </a:gs>
                <a:gs pos="100000">
                  <a:schemeClr val="accent6">
                    <a:lumMod val="60000"/>
                    <a:lumOff val="40000"/>
                  </a:schemeClr>
                </a:gs>
              </a:gsLst>
              <a:lin ang="16200000" scaled="1"/>
              <a:tileRect/>
            </a:gradFill>
          </a:ln>
          <a:effectLst>
            <a:innerShdw blurRad="127000">
              <a:prstClr val="black">
                <a:alpha val="90000"/>
              </a:prstClr>
            </a:innerShdw>
          </a:effectLst>
        </p:spPr>
      </p:pic>
      <p:graphicFrame>
        <p:nvGraphicFramePr>
          <p:cNvPr id="5" name="Zástupný objekt pre obsah 2">
            <a:extLst>
              <a:ext uri="{FF2B5EF4-FFF2-40B4-BE49-F238E27FC236}">
                <a16:creationId xmlns:a16="http://schemas.microsoft.com/office/drawing/2014/main" id="{60048039-1F35-263E-9F34-EA32C29B523E}"/>
              </a:ext>
            </a:extLst>
          </p:cNvPr>
          <p:cNvGraphicFramePr>
            <a:graphicFrameLocks noGrp="1"/>
          </p:cNvGraphicFramePr>
          <p:nvPr>
            <p:ph idx="1"/>
            <p:extLst>
              <p:ext uri="{D42A27DB-BD31-4B8C-83A1-F6EECF244321}">
                <p14:modId xmlns:p14="http://schemas.microsoft.com/office/powerpoint/2010/main" val="2805039682"/>
              </p:ext>
            </p:extLst>
          </p:nvPr>
        </p:nvGraphicFramePr>
        <p:xfrm>
          <a:off x="1675237" y="1835080"/>
          <a:ext cx="2659439" cy="40576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04257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3D05A-04DA-8583-99AE-E95273511881}"/>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B8F73BC4-A09F-C931-AD89-72990384A89F}"/>
              </a:ext>
            </a:extLst>
          </p:cNvPr>
          <p:cNvSpPr>
            <a:spLocks noGrp="1"/>
          </p:cNvSpPr>
          <p:nvPr>
            <p:ph type="ctrTitle"/>
          </p:nvPr>
        </p:nvSpPr>
        <p:spPr>
          <a:xfrm>
            <a:off x="1097280" y="758952"/>
            <a:ext cx="10001163" cy="3566160"/>
          </a:xfrm>
        </p:spPr>
        <p:txBody>
          <a:bodyPr/>
          <a:lstStyle/>
          <a:p>
            <a:r>
              <a:rPr lang="sk-SK" b="1" i="1" noProof="0" dirty="0" err="1">
                <a:solidFill>
                  <a:schemeClr val="tx1"/>
                </a:solidFill>
              </a:rPr>
              <a:t>eTermín</a:t>
            </a:r>
            <a:r>
              <a:rPr lang="sk-SK" b="1" noProof="0" dirty="0">
                <a:solidFill>
                  <a:schemeClr val="tx1"/>
                </a:solidFill>
              </a:rPr>
              <a:t> </a:t>
            </a:r>
            <a:br>
              <a:rPr lang="sk-SK" b="1" noProof="0" dirty="0">
                <a:solidFill>
                  <a:schemeClr val="tx1"/>
                </a:solidFill>
              </a:rPr>
            </a:br>
            <a:r>
              <a:rPr lang="sk-SK" b="1" noProof="0" dirty="0">
                <a:solidFill>
                  <a:schemeClr val="tx1"/>
                </a:solidFill>
              </a:rPr>
              <a:t>Užívateľské požiadavky</a:t>
            </a:r>
          </a:p>
        </p:txBody>
      </p:sp>
      <p:sp>
        <p:nvSpPr>
          <p:cNvPr id="7" name="Podnadpis 6">
            <a:extLst>
              <a:ext uri="{FF2B5EF4-FFF2-40B4-BE49-F238E27FC236}">
                <a16:creationId xmlns:a16="http://schemas.microsoft.com/office/drawing/2014/main" id="{F36D0372-8E80-31D4-552C-6A89F6535BF9}"/>
              </a:ext>
            </a:extLst>
          </p:cNvPr>
          <p:cNvSpPr>
            <a:spLocks noGrp="1"/>
          </p:cNvSpPr>
          <p:nvPr>
            <p:ph type="subTitle" idx="1"/>
          </p:nvPr>
        </p:nvSpPr>
        <p:spPr/>
        <p:txBody>
          <a:bodyPr/>
          <a:lstStyle/>
          <a:p>
            <a:endParaRPr lang="sk-SK" noProof="0" dirty="0"/>
          </a:p>
        </p:txBody>
      </p:sp>
    </p:spTree>
    <p:extLst>
      <p:ext uri="{BB962C8B-B14F-4D97-AF65-F5344CB8AC3E}">
        <p14:creationId xmlns:p14="http://schemas.microsoft.com/office/powerpoint/2010/main" val="6462038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2DB2F-6A80-F5D7-9932-947F3A510DF2}"/>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59405A1D-89AF-CD02-8AD0-2A4F5F46AFB1}"/>
              </a:ext>
            </a:extLst>
          </p:cNvPr>
          <p:cNvSpPr>
            <a:spLocks noGrp="1"/>
          </p:cNvSpPr>
          <p:nvPr>
            <p:ph type="title"/>
          </p:nvPr>
        </p:nvSpPr>
        <p:spPr/>
        <p:txBody>
          <a:bodyPr>
            <a:normAutofit/>
          </a:bodyPr>
          <a:lstStyle/>
          <a:p>
            <a:r>
              <a:rPr lang="sk-SK" sz="6000" b="1" noProof="0" dirty="0">
                <a:solidFill>
                  <a:schemeClr val="tx1"/>
                </a:solidFill>
              </a:rPr>
              <a:t>Požiadavky pacienta</a:t>
            </a:r>
          </a:p>
        </p:txBody>
      </p:sp>
      <p:graphicFrame>
        <p:nvGraphicFramePr>
          <p:cNvPr id="4" name="Zástupný objekt pre obsah 2">
            <a:extLst>
              <a:ext uri="{FF2B5EF4-FFF2-40B4-BE49-F238E27FC236}">
                <a16:creationId xmlns:a16="http://schemas.microsoft.com/office/drawing/2014/main" id="{4DC54764-C15F-B214-8989-1A066F4D2D75}"/>
              </a:ext>
            </a:extLst>
          </p:cNvPr>
          <p:cNvGraphicFramePr>
            <a:graphicFrameLocks noGrp="1"/>
          </p:cNvGraphicFramePr>
          <p:nvPr>
            <p:ph idx="1"/>
            <p:extLst>
              <p:ext uri="{D42A27DB-BD31-4B8C-83A1-F6EECF244321}">
                <p14:modId xmlns:p14="http://schemas.microsoft.com/office/powerpoint/2010/main" val="47850658"/>
              </p:ext>
            </p:extLst>
          </p:nvPr>
        </p:nvGraphicFramePr>
        <p:xfrm>
          <a:off x="1096963" y="1846263"/>
          <a:ext cx="4999037" cy="4022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Picture 2">
            <a:extLst>
              <a:ext uri="{FF2B5EF4-FFF2-40B4-BE49-F238E27FC236}">
                <a16:creationId xmlns:a16="http://schemas.microsoft.com/office/drawing/2014/main" id="{ACA25F91-4CB3-FFBF-DDA5-04F74ABFECFF}"/>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r="15752" b="2"/>
          <a:stretch>
            <a:fillRect/>
          </a:stretch>
        </p:blipFill>
        <p:spPr bwMode="auto">
          <a:xfrm>
            <a:off x="6235712" y="1737360"/>
            <a:ext cx="4919968" cy="4131628"/>
          </a:xfrm>
          <a:prstGeom prst="flowChartAlternateProcess">
            <a:avLst/>
          </a:prstGeom>
          <a:noFill/>
          <a:ln>
            <a:no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5245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6227C-DC56-DF42-FCA2-DDD20883B3D7}"/>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3050948A-43E3-9260-7D7C-8C390028F822}"/>
              </a:ext>
            </a:extLst>
          </p:cNvPr>
          <p:cNvSpPr>
            <a:spLocks noGrp="1"/>
          </p:cNvSpPr>
          <p:nvPr>
            <p:ph type="title"/>
          </p:nvPr>
        </p:nvSpPr>
        <p:spPr/>
        <p:txBody>
          <a:bodyPr>
            <a:normAutofit/>
          </a:bodyPr>
          <a:lstStyle/>
          <a:p>
            <a:r>
              <a:rPr lang="sk-SK" sz="6000" b="1" noProof="0" dirty="0">
                <a:solidFill>
                  <a:schemeClr val="tx1"/>
                </a:solidFill>
              </a:rPr>
              <a:t>Požiadavky lekára</a:t>
            </a:r>
          </a:p>
        </p:txBody>
      </p:sp>
      <p:graphicFrame>
        <p:nvGraphicFramePr>
          <p:cNvPr id="4" name="Zástupný objekt pre obsah 2">
            <a:extLst>
              <a:ext uri="{FF2B5EF4-FFF2-40B4-BE49-F238E27FC236}">
                <a16:creationId xmlns:a16="http://schemas.microsoft.com/office/drawing/2014/main" id="{6E23C0B6-CED3-2C7A-F248-BB5B9C3AB5A1}"/>
              </a:ext>
            </a:extLst>
          </p:cNvPr>
          <p:cNvGraphicFramePr>
            <a:graphicFrameLocks noGrp="1"/>
          </p:cNvGraphicFramePr>
          <p:nvPr>
            <p:ph idx="1"/>
            <p:extLst>
              <p:ext uri="{D42A27DB-BD31-4B8C-83A1-F6EECF244321}">
                <p14:modId xmlns:p14="http://schemas.microsoft.com/office/powerpoint/2010/main" val="2518241298"/>
              </p:ext>
            </p:extLst>
          </p:nvPr>
        </p:nvGraphicFramePr>
        <p:xfrm>
          <a:off x="1096963" y="1846263"/>
          <a:ext cx="4999037" cy="4022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6" name="Obrázok 5">
            <a:extLst>
              <a:ext uri="{FF2B5EF4-FFF2-40B4-BE49-F238E27FC236}">
                <a16:creationId xmlns:a16="http://schemas.microsoft.com/office/drawing/2014/main" id="{E5827739-1CD9-67A7-9E45-87DB6BCEE29E}"/>
              </a:ext>
            </a:extLst>
          </p:cNvPr>
          <p:cNvPicPr>
            <a:picLocks noChangeAspect="1"/>
          </p:cNvPicPr>
          <p:nvPr/>
        </p:nvPicPr>
        <p:blipFill>
          <a:blip r:embed="rId7"/>
          <a:srcRect l="3530" r="3260"/>
          <a:stretch>
            <a:fillRect/>
          </a:stretch>
        </p:blipFill>
        <p:spPr>
          <a:xfrm>
            <a:off x="6325563" y="1737360"/>
            <a:ext cx="4830117" cy="4352921"/>
          </a:xfrm>
          <a:prstGeom prst="rect">
            <a:avLst/>
          </a:prstGeom>
        </p:spPr>
      </p:pic>
    </p:spTree>
    <p:extLst>
      <p:ext uri="{BB962C8B-B14F-4D97-AF65-F5344CB8AC3E}">
        <p14:creationId xmlns:p14="http://schemas.microsoft.com/office/powerpoint/2010/main" val="29280045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E3D85-9620-7FD2-95E0-4E900867495A}"/>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9CD33964-579B-6BAD-229E-191F98881983}"/>
              </a:ext>
            </a:extLst>
          </p:cNvPr>
          <p:cNvSpPr>
            <a:spLocks noGrp="1"/>
          </p:cNvSpPr>
          <p:nvPr>
            <p:ph type="title"/>
          </p:nvPr>
        </p:nvSpPr>
        <p:spPr/>
        <p:txBody>
          <a:bodyPr>
            <a:normAutofit/>
          </a:bodyPr>
          <a:lstStyle/>
          <a:p>
            <a:r>
              <a:rPr lang="sk-SK" sz="6000" b="1" noProof="0" dirty="0">
                <a:solidFill>
                  <a:schemeClr val="tx1"/>
                </a:solidFill>
              </a:rPr>
              <a:t>Požiadavky administrátora</a:t>
            </a:r>
          </a:p>
        </p:txBody>
      </p:sp>
      <p:graphicFrame>
        <p:nvGraphicFramePr>
          <p:cNvPr id="7" name="Zástupný objekt pre obsah 2">
            <a:extLst>
              <a:ext uri="{FF2B5EF4-FFF2-40B4-BE49-F238E27FC236}">
                <a16:creationId xmlns:a16="http://schemas.microsoft.com/office/drawing/2014/main" id="{30CC5A27-E58C-4D6A-0ED8-8679BB830723}"/>
              </a:ext>
            </a:extLst>
          </p:cNvPr>
          <p:cNvGraphicFramePr>
            <a:graphicFrameLocks noGrp="1"/>
          </p:cNvGraphicFramePr>
          <p:nvPr>
            <p:ph idx="1"/>
            <p:extLst>
              <p:ext uri="{D42A27DB-BD31-4B8C-83A1-F6EECF244321}">
                <p14:modId xmlns:p14="http://schemas.microsoft.com/office/powerpoint/2010/main" val="1288063578"/>
              </p:ext>
            </p:extLst>
          </p:nvPr>
        </p:nvGraphicFramePr>
        <p:xfrm>
          <a:off x="1096963" y="1846263"/>
          <a:ext cx="5052552" cy="4022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2">
            <a:extLst>
              <a:ext uri="{FF2B5EF4-FFF2-40B4-BE49-F238E27FC236}">
                <a16:creationId xmlns:a16="http://schemas.microsoft.com/office/drawing/2014/main" id="{75ACB1F6-458C-3962-1830-62B7B1E4EAC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l="13522" t="1" r="11610" b="-2"/>
          <a:stretch>
            <a:fillRect/>
          </a:stretch>
        </p:blipFill>
        <p:spPr bwMode="auto">
          <a:xfrm>
            <a:off x="6214197" y="1737360"/>
            <a:ext cx="4880523" cy="4351338"/>
          </a:xfrm>
          <a:prstGeom prst="roundRect">
            <a:avLst/>
          </a:prstGeom>
          <a:solidFill>
            <a:srgbClr val="FFFFFF"/>
          </a:solidFill>
        </p:spPr>
      </p:pic>
    </p:spTree>
    <p:extLst>
      <p:ext uri="{BB962C8B-B14F-4D97-AF65-F5344CB8AC3E}">
        <p14:creationId xmlns:p14="http://schemas.microsoft.com/office/powerpoint/2010/main" val="1890716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1E766-4591-D290-30EE-573B6F5E4412}"/>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94ACC662-73A9-1D7C-C03E-1B9D09F143BD}"/>
              </a:ext>
            </a:extLst>
          </p:cNvPr>
          <p:cNvSpPr>
            <a:spLocks noGrp="1"/>
          </p:cNvSpPr>
          <p:nvPr>
            <p:ph type="title"/>
          </p:nvPr>
        </p:nvSpPr>
        <p:spPr/>
        <p:txBody>
          <a:bodyPr>
            <a:normAutofit/>
          </a:bodyPr>
          <a:lstStyle/>
          <a:p>
            <a:r>
              <a:rPr lang="sk-SK" sz="6000" b="1" noProof="0" dirty="0">
                <a:solidFill>
                  <a:schemeClr val="tx1"/>
                </a:solidFill>
              </a:rPr>
              <a:t>Nefunkčné požiadavky</a:t>
            </a:r>
          </a:p>
        </p:txBody>
      </p:sp>
      <p:graphicFrame>
        <p:nvGraphicFramePr>
          <p:cNvPr id="7" name="Zástupný objekt pre obsah 2">
            <a:extLst>
              <a:ext uri="{FF2B5EF4-FFF2-40B4-BE49-F238E27FC236}">
                <a16:creationId xmlns:a16="http://schemas.microsoft.com/office/drawing/2014/main" id="{ACDBC7DB-F536-796B-EF22-01058B953E02}"/>
              </a:ext>
            </a:extLst>
          </p:cNvPr>
          <p:cNvGraphicFramePr>
            <a:graphicFrameLocks noGrp="1"/>
          </p:cNvGraphicFramePr>
          <p:nvPr>
            <p:ph idx="1"/>
            <p:extLst>
              <p:ext uri="{D42A27DB-BD31-4B8C-83A1-F6EECF244321}">
                <p14:modId xmlns:p14="http://schemas.microsoft.com/office/powerpoint/2010/main" val="536833243"/>
              </p:ext>
            </p:extLst>
          </p:nvPr>
        </p:nvGraphicFramePr>
        <p:xfrm>
          <a:off x="1096963" y="1846263"/>
          <a:ext cx="10058400" cy="4022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654567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35E195D7-4AE8-A637-8B15-A9230D9D4555}"/>
              </a:ext>
            </a:extLst>
          </p:cNvPr>
          <p:cNvSpPr>
            <a:spLocks noGrp="1"/>
          </p:cNvSpPr>
          <p:nvPr>
            <p:ph type="ctrTitle"/>
          </p:nvPr>
        </p:nvSpPr>
        <p:spPr>
          <a:xfrm>
            <a:off x="1097280" y="758952"/>
            <a:ext cx="8660973" cy="3566160"/>
          </a:xfrm>
        </p:spPr>
        <p:txBody>
          <a:bodyPr/>
          <a:lstStyle/>
          <a:p>
            <a:r>
              <a:rPr lang="sk-SK" b="1" i="1" noProof="0" dirty="0" err="1">
                <a:solidFill>
                  <a:schemeClr val="tx1"/>
                </a:solidFill>
              </a:rPr>
              <a:t>eTermín</a:t>
            </a:r>
            <a:br>
              <a:rPr lang="sk-SK" b="1" noProof="0" dirty="0">
                <a:solidFill>
                  <a:schemeClr val="tx1"/>
                </a:solidFill>
              </a:rPr>
            </a:br>
            <a:r>
              <a:rPr lang="sk-SK" b="1" noProof="0" dirty="0">
                <a:solidFill>
                  <a:schemeClr val="tx1"/>
                </a:solidFill>
              </a:rPr>
              <a:t>SWOT analýza</a:t>
            </a:r>
          </a:p>
        </p:txBody>
      </p:sp>
      <p:pic>
        <p:nvPicPr>
          <p:cNvPr id="4" name="Obrázok 3">
            <a:extLst>
              <a:ext uri="{FF2B5EF4-FFF2-40B4-BE49-F238E27FC236}">
                <a16:creationId xmlns:a16="http://schemas.microsoft.com/office/drawing/2014/main" id="{89CC1DB8-601B-D73B-C97E-DE718952AEDC}"/>
              </a:ext>
            </a:extLst>
          </p:cNvPr>
          <p:cNvPicPr>
            <a:picLocks noChangeAspect="1"/>
          </p:cNvPicPr>
          <p:nvPr/>
        </p:nvPicPr>
        <p:blipFill>
          <a:blip r:embed="rId2"/>
          <a:srcRect l="18926" t="16547" r="37129" b="9631"/>
          <a:stretch>
            <a:fillRect/>
          </a:stretch>
        </p:blipFill>
        <p:spPr>
          <a:xfrm>
            <a:off x="7721186" y="1187256"/>
            <a:ext cx="3734214" cy="4181914"/>
          </a:xfrm>
          <a:prstGeom prst="rect">
            <a:avLst/>
          </a:prstGeom>
        </p:spPr>
      </p:pic>
      <p:sp>
        <p:nvSpPr>
          <p:cNvPr id="6" name="Podnadpis 5">
            <a:extLst>
              <a:ext uri="{FF2B5EF4-FFF2-40B4-BE49-F238E27FC236}">
                <a16:creationId xmlns:a16="http://schemas.microsoft.com/office/drawing/2014/main" id="{191D88E3-15A0-0BD8-A6A6-23219D95784F}"/>
              </a:ext>
            </a:extLst>
          </p:cNvPr>
          <p:cNvSpPr>
            <a:spLocks noGrp="1"/>
          </p:cNvSpPr>
          <p:nvPr>
            <p:ph type="subTitle" idx="1"/>
          </p:nvPr>
        </p:nvSpPr>
        <p:spPr/>
        <p:txBody>
          <a:bodyPr/>
          <a:lstStyle/>
          <a:p>
            <a:endParaRPr lang="sk-SK" noProof="0" dirty="0"/>
          </a:p>
        </p:txBody>
      </p:sp>
    </p:spTree>
    <p:extLst>
      <p:ext uri="{BB962C8B-B14F-4D97-AF65-F5344CB8AC3E}">
        <p14:creationId xmlns:p14="http://schemas.microsoft.com/office/powerpoint/2010/main" val="14600991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77DD71F5-26A0-A881-0E87-858F1108AF99}"/>
              </a:ext>
            </a:extLst>
          </p:cNvPr>
          <p:cNvSpPr>
            <a:spLocks noGrp="1"/>
          </p:cNvSpPr>
          <p:nvPr>
            <p:ph type="title"/>
          </p:nvPr>
        </p:nvSpPr>
        <p:spPr>
          <a:xfrm>
            <a:off x="1097280" y="778555"/>
            <a:ext cx="10058400" cy="958805"/>
          </a:xfrm>
        </p:spPr>
        <p:txBody>
          <a:bodyPr>
            <a:normAutofit/>
          </a:bodyPr>
          <a:lstStyle/>
          <a:p>
            <a:r>
              <a:rPr lang="sk-SK" sz="6000" b="1" noProof="0" dirty="0">
                <a:solidFill>
                  <a:schemeClr val="tx1"/>
                </a:solidFill>
              </a:rPr>
              <a:t>Silné stránky</a:t>
            </a:r>
          </a:p>
        </p:txBody>
      </p:sp>
      <p:sp>
        <p:nvSpPr>
          <p:cNvPr id="7" name="Zástupný objekt pre obsah 6">
            <a:extLst>
              <a:ext uri="{FF2B5EF4-FFF2-40B4-BE49-F238E27FC236}">
                <a16:creationId xmlns:a16="http://schemas.microsoft.com/office/drawing/2014/main" id="{2A162A11-1F96-B2D6-147A-4A7F0B5AB194}"/>
              </a:ext>
            </a:extLst>
          </p:cNvPr>
          <p:cNvSpPr>
            <a:spLocks noGrp="1"/>
          </p:cNvSpPr>
          <p:nvPr>
            <p:ph idx="1"/>
          </p:nvPr>
        </p:nvSpPr>
        <p:spPr>
          <a:xfrm>
            <a:off x="1193606" y="1737360"/>
            <a:ext cx="9962074" cy="3567556"/>
          </a:xfrm>
        </p:spPr>
        <p:txBody>
          <a:bodyPr anchor="ctr">
            <a:normAutofit/>
          </a:bodyPr>
          <a:lstStyle/>
          <a:p>
            <a:pPr>
              <a:buFont typeface="Wingdings" panose="05000000000000000000" pitchFamily="2" charset="2"/>
              <a:buChar char="Ø"/>
            </a:pPr>
            <a:r>
              <a:rPr lang="sk-SK" sz="2400" noProof="0" dirty="0">
                <a:solidFill>
                  <a:schemeClr val="tx1"/>
                </a:solidFill>
              </a:rPr>
              <a:t> Centralizovaná platforma (prepojenie v reálnom čase)</a:t>
            </a:r>
          </a:p>
          <a:p>
            <a:pPr>
              <a:buFont typeface="Wingdings" panose="05000000000000000000" pitchFamily="2" charset="2"/>
              <a:buChar char="Ø"/>
            </a:pPr>
            <a:r>
              <a:rPr lang="sk-SK" sz="2400" noProof="0" dirty="0">
                <a:solidFill>
                  <a:schemeClr val="tx1"/>
                </a:solidFill>
              </a:rPr>
              <a:t> Vysoká bezpečnosť (GDPR a šifrovanie dát)</a:t>
            </a:r>
          </a:p>
          <a:p>
            <a:pPr>
              <a:buFont typeface="Wingdings" panose="05000000000000000000" pitchFamily="2" charset="2"/>
              <a:buChar char="Ø"/>
            </a:pPr>
            <a:r>
              <a:rPr lang="sk-SK" sz="2400" noProof="0" dirty="0">
                <a:solidFill>
                  <a:schemeClr val="tx1"/>
                </a:solidFill>
              </a:rPr>
              <a:t> Intuitívne UI pre všetky vekové kategórie</a:t>
            </a:r>
          </a:p>
          <a:p>
            <a:pPr>
              <a:buFont typeface="Wingdings" panose="05000000000000000000" pitchFamily="2" charset="2"/>
              <a:buChar char="Ø"/>
            </a:pPr>
            <a:r>
              <a:rPr lang="sk-SK" sz="2400" noProof="0" dirty="0">
                <a:solidFill>
                  <a:schemeClr val="tx1"/>
                </a:solidFill>
              </a:rPr>
              <a:t> Efektívna technická spolupráca (</a:t>
            </a:r>
            <a:r>
              <a:rPr lang="sk-SK" sz="2400" noProof="0" dirty="0" err="1">
                <a:solidFill>
                  <a:schemeClr val="tx1"/>
                </a:solidFill>
              </a:rPr>
              <a:t>GitHub</a:t>
            </a:r>
            <a:r>
              <a:rPr lang="sk-SK" sz="2400" noProof="0" dirty="0">
                <a:solidFill>
                  <a:schemeClr val="tx1"/>
                </a:solidFill>
              </a:rPr>
              <a:t> a </a:t>
            </a:r>
            <a:r>
              <a:rPr lang="sk-SK" sz="2400" noProof="0" dirty="0" err="1">
                <a:solidFill>
                  <a:schemeClr val="tx1"/>
                </a:solidFill>
              </a:rPr>
              <a:t>verzionovanie</a:t>
            </a:r>
            <a:r>
              <a:rPr lang="sk-SK" sz="2400" noProof="0" dirty="0">
                <a:solidFill>
                  <a:schemeClr val="tx1"/>
                </a:solidFill>
              </a:rPr>
              <a:t>)</a:t>
            </a:r>
          </a:p>
          <a:p>
            <a:pPr>
              <a:buFont typeface="Wingdings" panose="05000000000000000000" pitchFamily="2" charset="2"/>
              <a:buChar char="Ø"/>
            </a:pPr>
            <a:r>
              <a:rPr lang="sk-SK" sz="2400" noProof="0" dirty="0">
                <a:solidFill>
                  <a:schemeClr val="tx1"/>
                </a:solidFill>
              </a:rPr>
              <a:t> Profesionálny dizajn v súlade s e-Health štandardmi</a:t>
            </a:r>
          </a:p>
        </p:txBody>
      </p:sp>
      <p:pic>
        <p:nvPicPr>
          <p:cNvPr id="15" name="Obrázok 14">
            <a:extLst>
              <a:ext uri="{FF2B5EF4-FFF2-40B4-BE49-F238E27FC236}">
                <a16:creationId xmlns:a16="http://schemas.microsoft.com/office/drawing/2014/main" id="{54409558-27C1-A856-6D10-A140073793C9}"/>
              </a:ext>
            </a:extLst>
          </p:cNvPr>
          <p:cNvPicPr>
            <a:picLocks noChangeAspect="1"/>
          </p:cNvPicPr>
          <p:nvPr/>
        </p:nvPicPr>
        <p:blipFill>
          <a:blip r:embed="rId2"/>
          <a:stretch>
            <a:fillRect/>
          </a:stretch>
        </p:blipFill>
        <p:spPr>
          <a:xfrm>
            <a:off x="8821729" y="2487531"/>
            <a:ext cx="2333951" cy="2067213"/>
          </a:xfrm>
          <a:prstGeom prst="rect">
            <a:avLst/>
          </a:prstGeom>
        </p:spPr>
      </p:pic>
      <p:pic>
        <p:nvPicPr>
          <p:cNvPr id="17" name="Obrázok 16" descr="Obrázok, na ktorom je biely, dizajn&#10;&#10;Obsah vygenerovaný pomocou AI môže byť nesprávny.">
            <a:extLst>
              <a:ext uri="{FF2B5EF4-FFF2-40B4-BE49-F238E27FC236}">
                <a16:creationId xmlns:a16="http://schemas.microsoft.com/office/drawing/2014/main" id="{B3C05FC5-278F-8ED3-B650-56B3D4C141D2}"/>
              </a:ext>
            </a:extLst>
          </p:cNvPr>
          <p:cNvPicPr>
            <a:picLocks noChangeAspect="1"/>
          </p:cNvPicPr>
          <p:nvPr/>
        </p:nvPicPr>
        <p:blipFill>
          <a:blip r:embed="rId3"/>
          <a:stretch>
            <a:fillRect/>
          </a:stretch>
        </p:blipFill>
        <p:spPr>
          <a:xfrm>
            <a:off x="9597387" y="2158872"/>
            <a:ext cx="666843" cy="657317"/>
          </a:xfrm>
          <a:prstGeom prst="rect">
            <a:avLst/>
          </a:prstGeom>
        </p:spPr>
      </p:pic>
    </p:spTree>
    <p:extLst>
      <p:ext uri="{BB962C8B-B14F-4D97-AF65-F5344CB8AC3E}">
        <p14:creationId xmlns:p14="http://schemas.microsoft.com/office/powerpoint/2010/main" val="12950251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6AF36-25F0-EE26-A348-92D20929F8E4}"/>
            </a:ext>
          </a:extLst>
        </p:cNvPr>
        <p:cNvGrpSpPr/>
        <p:nvPr/>
      </p:nvGrpSpPr>
      <p:grpSpPr>
        <a:xfrm>
          <a:off x="0" y="0"/>
          <a:ext cx="0" cy="0"/>
          <a:chOff x="0" y="0"/>
          <a:chExt cx="0" cy="0"/>
        </a:xfrm>
      </p:grpSpPr>
      <p:sp>
        <p:nvSpPr>
          <p:cNvPr id="3" name="Zástupný objekt pre obsah 6">
            <a:extLst>
              <a:ext uri="{FF2B5EF4-FFF2-40B4-BE49-F238E27FC236}">
                <a16:creationId xmlns:a16="http://schemas.microsoft.com/office/drawing/2014/main" id="{85FCC9EE-3F71-4961-EAA0-67D7E338BABF}"/>
              </a:ext>
            </a:extLst>
          </p:cNvPr>
          <p:cNvSpPr txBox="1">
            <a:spLocks/>
          </p:cNvSpPr>
          <p:nvPr/>
        </p:nvSpPr>
        <p:spPr>
          <a:xfrm>
            <a:off x="1193606" y="1737360"/>
            <a:ext cx="9962074" cy="3567556"/>
          </a:xfrm>
          <a:prstGeom prst="rect">
            <a:avLst/>
          </a:prstGeom>
        </p:spPr>
        <p:txBody>
          <a:bodyPr vert="horz" lIns="0" tIns="45720" rIns="0" bIns="45720" rtlCol="0" anchor="ct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buFont typeface="Wingdings" panose="05000000000000000000" pitchFamily="2" charset="2"/>
              <a:buChar char="Ø"/>
            </a:pPr>
            <a:r>
              <a:rPr lang="sk-SK" sz="2400" noProof="0" dirty="0">
                <a:solidFill>
                  <a:schemeClr val="tx1"/>
                </a:solidFill>
              </a:rPr>
              <a:t> Prototypová fáza</a:t>
            </a:r>
          </a:p>
          <a:p>
            <a:pPr>
              <a:buFont typeface="Wingdings" panose="05000000000000000000" pitchFamily="2" charset="2"/>
              <a:buChar char="Ø"/>
            </a:pPr>
            <a:r>
              <a:rPr lang="sk-SK" sz="2400" noProof="0" dirty="0">
                <a:solidFill>
                  <a:schemeClr val="tx1"/>
                </a:solidFill>
              </a:rPr>
              <a:t> Vysoké náklady na </a:t>
            </a:r>
            <a:r>
              <a:rPr lang="sk-SK" sz="2400" b="1" noProof="0" dirty="0">
                <a:solidFill>
                  <a:schemeClr val="tx1"/>
                </a:solidFill>
              </a:rPr>
              <a:t>CAC</a:t>
            </a:r>
            <a:r>
              <a:rPr lang="sk-SK" sz="2400" noProof="0" dirty="0">
                <a:solidFill>
                  <a:schemeClr val="tx1"/>
                </a:solidFill>
              </a:rPr>
              <a:t> – </a:t>
            </a:r>
            <a:r>
              <a:rPr lang="sk-SK" sz="2400" noProof="0" dirty="0" err="1">
                <a:solidFill>
                  <a:schemeClr val="tx1"/>
                </a:solidFill>
              </a:rPr>
              <a:t>Customer</a:t>
            </a:r>
            <a:r>
              <a:rPr lang="sk-SK" sz="2400" noProof="0" dirty="0">
                <a:solidFill>
                  <a:schemeClr val="tx1"/>
                </a:solidFill>
              </a:rPr>
              <a:t> </a:t>
            </a:r>
            <a:r>
              <a:rPr lang="sk-SK" sz="2400" noProof="0" dirty="0" err="1">
                <a:solidFill>
                  <a:schemeClr val="tx1"/>
                </a:solidFill>
              </a:rPr>
              <a:t>Acquisition</a:t>
            </a:r>
            <a:r>
              <a:rPr lang="sk-SK" sz="2400" noProof="0" dirty="0">
                <a:solidFill>
                  <a:schemeClr val="tx1"/>
                </a:solidFill>
              </a:rPr>
              <a:t> </a:t>
            </a:r>
            <a:r>
              <a:rPr lang="sk-SK" sz="2400" noProof="0" dirty="0" err="1">
                <a:solidFill>
                  <a:schemeClr val="tx1"/>
                </a:solidFill>
              </a:rPr>
              <a:t>Cost</a:t>
            </a:r>
            <a:endParaRPr lang="sk-SK" sz="2400" noProof="0" dirty="0">
              <a:solidFill>
                <a:schemeClr val="tx1"/>
              </a:solidFill>
            </a:endParaRPr>
          </a:p>
          <a:p>
            <a:pPr>
              <a:buFont typeface="Wingdings" panose="05000000000000000000" pitchFamily="2" charset="2"/>
              <a:buChar char="Ø"/>
            </a:pPr>
            <a:r>
              <a:rPr lang="sk-SK" sz="2400" noProof="0" dirty="0">
                <a:solidFill>
                  <a:schemeClr val="tx1"/>
                </a:solidFill>
              </a:rPr>
              <a:t> Obmedzené personálne kapacity </a:t>
            </a:r>
          </a:p>
          <a:p>
            <a:pPr>
              <a:buFont typeface="Wingdings" panose="05000000000000000000" pitchFamily="2" charset="2"/>
              <a:buChar char="Ø"/>
            </a:pPr>
            <a:r>
              <a:rPr lang="sk-SK" sz="2400" noProof="0" dirty="0">
                <a:solidFill>
                  <a:schemeClr val="tx1"/>
                </a:solidFill>
              </a:rPr>
              <a:t> Závislosť na stabilnom internetovom pripojení u lekárov</a:t>
            </a:r>
          </a:p>
          <a:p>
            <a:pPr>
              <a:buFont typeface="Wingdings" panose="05000000000000000000" pitchFamily="2" charset="2"/>
              <a:buChar char="Ø"/>
            </a:pPr>
            <a:r>
              <a:rPr lang="sk-SK" sz="2400" noProof="0" dirty="0">
                <a:solidFill>
                  <a:schemeClr val="tx1"/>
                </a:solidFill>
              </a:rPr>
              <a:t> Potreba úvodného zaškolenia konzervatívnejších lekárov</a:t>
            </a:r>
          </a:p>
        </p:txBody>
      </p:sp>
      <p:sp>
        <p:nvSpPr>
          <p:cNvPr id="2" name="Nadpis 1">
            <a:extLst>
              <a:ext uri="{FF2B5EF4-FFF2-40B4-BE49-F238E27FC236}">
                <a16:creationId xmlns:a16="http://schemas.microsoft.com/office/drawing/2014/main" id="{229A5BE8-3D75-8168-C099-B5B0714D5620}"/>
              </a:ext>
            </a:extLst>
          </p:cNvPr>
          <p:cNvSpPr>
            <a:spLocks noGrp="1"/>
          </p:cNvSpPr>
          <p:nvPr>
            <p:ph type="title"/>
          </p:nvPr>
        </p:nvSpPr>
        <p:spPr/>
        <p:txBody>
          <a:bodyPr>
            <a:normAutofit/>
          </a:bodyPr>
          <a:lstStyle/>
          <a:p>
            <a:r>
              <a:rPr lang="sk-SK" sz="6000" b="1" noProof="0" dirty="0">
                <a:solidFill>
                  <a:schemeClr val="tx1"/>
                </a:solidFill>
              </a:rPr>
              <a:t>Slabé stránky</a:t>
            </a:r>
          </a:p>
        </p:txBody>
      </p:sp>
      <p:pic>
        <p:nvPicPr>
          <p:cNvPr id="10" name="Obrázok 9" descr="Obrázok, na ktorom je silueta, kreslený obrázok, ilustrácia&#10;&#10;Obsah vygenerovaný pomocou AI môže byť nesprávny.">
            <a:extLst>
              <a:ext uri="{FF2B5EF4-FFF2-40B4-BE49-F238E27FC236}">
                <a16:creationId xmlns:a16="http://schemas.microsoft.com/office/drawing/2014/main" id="{47F5A52D-7E57-32FC-6DF4-B39D04C78D77}"/>
              </a:ext>
            </a:extLst>
          </p:cNvPr>
          <p:cNvPicPr>
            <a:picLocks noChangeAspect="1"/>
          </p:cNvPicPr>
          <p:nvPr/>
        </p:nvPicPr>
        <p:blipFill>
          <a:blip r:embed="rId2"/>
          <a:stretch>
            <a:fillRect/>
          </a:stretch>
        </p:blipFill>
        <p:spPr>
          <a:xfrm>
            <a:off x="9002730" y="2487531"/>
            <a:ext cx="2152950" cy="2067213"/>
          </a:xfrm>
          <a:prstGeom prst="rect">
            <a:avLst/>
          </a:prstGeom>
        </p:spPr>
      </p:pic>
      <p:pic>
        <p:nvPicPr>
          <p:cNvPr id="12" name="Obrázok 11" descr="Obrázok, na ktorom je biely, dizajn&#10;&#10;Obsah vygenerovaný pomocou AI môže byť nesprávny.">
            <a:extLst>
              <a:ext uri="{FF2B5EF4-FFF2-40B4-BE49-F238E27FC236}">
                <a16:creationId xmlns:a16="http://schemas.microsoft.com/office/drawing/2014/main" id="{0A18CAC3-475F-C181-AA3D-F9188809BC46}"/>
              </a:ext>
            </a:extLst>
          </p:cNvPr>
          <p:cNvPicPr>
            <a:picLocks noChangeAspect="1"/>
          </p:cNvPicPr>
          <p:nvPr/>
        </p:nvPicPr>
        <p:blipFill>
          <a:blip r:embed="rId3"/>
          <a:stretch>
            <a:fillRect/>
          </a:stretch>
        </p:blipFill>
        <p:spPr>
          <a:xfrm>
            <a:off x="10488837" y="2236855"/>
            <a:ext cx="666843" cy="657317"/>
          </a:xfrm>
          <a:prstGeom prst="rect">
            <a:avLst/>
          </a:prstGeom>
        </p:spPr>
      </p:pic>
    </p:spTree>
    <p:extLst>
      <p:ext uri="{BB962C8B-B14F-4D97-AF65-F5344CB8AC3E}">
        <p14:creationId xmlns:p14="http://schemas.microsoft.com/office/powerpoint/2010/main" val="6460114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5EBE5-F5D1-2178-3C58-3066B7A7FF32}"/>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F5392B4E-9B36-82BE-26D3-1913F26586B8}"/>
              </a:ext>
            </a:extLst>
          </p:cNvPr>
          <p:cNvSpPr>
            <a:spLocks noGrp="1"/>
          </p:cNvSpPr>
          <p:nvPr>
            <p:ph type="title"/>
          </p:nvPr>
        </p:nvSpPr>
        <p:spPr/>
        <p:txBody>
          <a:bodyPr>
            <a:normAutofit/>
          </a:bodyPr>
          <a:lstStyle/>
          <a:p>
            <a:r>
              <a:rPr lang="sk-SK" sz="6000" b="1" noProof="0" dirty="0">
                <a:solidFill>
                  <a:schemeClr val="tx1"/>
                </a:solidFill>
              </a:rPr>
              <a:t>Príležitosti</a:t>
            </a:r>
          </a:p>
        </p:txBody>
      </p:sp>
      <p:sp>
        <p:nvSpPr>
          <p:cNvPr id="3" name="Zástupný objekt pre obsah 6">
            <a:extLst>
              <a:ext uri="{FF2B5EF4-FFF2-40B4-BE49-F238E27FC236}">
                <a16:creationId xmlns:a16="http://schemas.microsoft.com/office/drawing/2014/main" id="{606016D7-95B7-CEF8-0A5A-B047FED36A42}"/>
              </a:ext>
            </a:extLst>
          </p:cNvPr>
          <p:cNvSpPr txBox="1">
            <a:spLocks/>
          </p:cNvSpPr>
          <p:nvPr/>
        </p:nvSpPr>
        <p:spPr>
          <a:xfrm>
            <a:off x="1193606" y="1737360"/>
            <a:ext cx="9962074" cy="3567556"/>
          </a:xfrm>
          <a:prstGeom prst="rect">
            <a:avLst/>
          </a:prstGeom>
        </p:spPr>
        <p:txBody>
          <a:bodyPr vert="horz" lIns="0" tIns="45720" rIns="0" bIns="45720" rtlCol="0" anchor="ct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buFont typeface="Wingdings" panose="05000000000000000000" pitchFamily="2" charset="2"/>
              <a:buChar char="Ø"/>
            </a:pPr>
            <a:r>
              <a:rPr lang="sk-SK" sz="2400" noProof="0" dirty="0">
                <a:solidFill>
                  <a:schemeClr val="tx1"/>
                </a:solidFill>
              </a:rPr>
              <a:t> Absencia jednotnej digitálnej platformy na Slovensku</a:t>
            </a:r>
          </a:p>
          <a:p>
            <a:pPr>
              <a:buFont typeface="Wingdings" panose="05000000000000000000" pitchFamily="2" charset="2"/>
              <a:buChar char="Ø"/>
            </a:pPr>
            <a:r>
              <a:rPr lang="sk-SK" sz="2400" noProof="0" dirty="0">
                <a:solidFill>
                  <a:schemeClr val="tx1"/>
                </a:solidFill>
              </a:rPr>
              <a:t> Dopyt po znížení administratívnej záťaže</a:t>
            </a:r>
          </a:p>
          <a:p>
            <a:pPr>
              <a:buFont typeface="Wingdings" panose="05000000000000000000" pitchFamily="2" charset="2"/>
              <a:buChar char="Ø"/>
            </a:pPr>
            <a:r>
              <a:rPr lang="sk-SK" sz="2400" noProof="0" dirty="0">
                <a:solidFill>
                  <a:schemeClr val="tx1"/>
                </a:solidFill>
              </a:rPr>
              <a:t> Digitalizácia a modernizácia zdravotníctva</a:t>
            </a:r>
          </a:p>
          <a:p>
            <a:pPr>
              <a:buFont typeface="Wingdings" panose="05000000000000000000" pitchFamily="2" charset="2"/>
              <a:buChar char="Ø"/>
            </a:pPr>
            <a:r>
              <a:rPr lang="sk-SK" sz="2400" noProof="0" dirty="0">
                <a:solidFill>
                  <a:schemeClr val="tx1"/>
                </a:solidFill>
              </a:rPr>
              <a:t> Zníženie počtu zmeškaných termínov</a:t>
            </a:r>
          </a:p>
          <a:p>
            <a:pPr>
              <a:buFont typeface="Wingdings" panose="05000000000000000000" pitchFamily="2" charset="2"/>
              <a:buChar char="Ø"/>
            </a:pPr>
            <a:r>
              <a:rPr lang="sk-SK" sz="2400" noProof="0" dirty="0">
                <a:solidFill>
                  <a:schemeClr val="tx1"/>
                </a:solidFill>
              </a:rPr>
              <a:t> Možnosť škálovania na ďalšie typy zdravotníckych zariadení</a:t>
            </a:r>
          </a:p>
        </p:txBody>
      </p:sp>
      <p:pic>
        <p:nvPicPr>
          <p:cNvPr id="9" name="Obrázok 8">
            <a:extLst>
              <a:ext uri="{FF2B5EF4-FFF2-40B4-BE49-F238E27FC236}">
                <a16:creationId xmlns:a16="http://schemas.microsoft.com/office/drawing/2014/main" id="{47A713C6-2842-FC3A-8148-4BA77EA7DA89}"/>
              </a:ext>
            </a:extLst>
          </p:cNvPr>
          <p:cNvPicPr>
            <a:picLocks noChangeAspect="1"/>
          </p:cNvPicPr>
          <p:nvPr/>
        </p:nvPicPr>
        <p:blipFill>
          <a:blip r:embed="rId2"/>
          <a:stretch>
            <a:fillRect/>
          </a:stretch>
        </p:blipFill>
        <p:spPr>
          <a:xfrm>
            <a:off x="9021782" y="2458952"/>
            <a:ext cx="2133898" cy="2124371"/>
          </a:xfrm>
          <a:prstGeom prst="rect">
            <a:avLst/>
          </a:prstGeom>
        </p:spPr>
      </p:pic>
    </p:spTree>
    <p:extLst>
      <p:ext uri="{BB962C8B-B14F-4D97-AF65-F5344CB8AC3E}">
        <p14:creationId xmlns:p14="http://schemas.microsoft.com/office/powerpoint/2010/main" val="3785206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9DD89-4C5D-5F08-5A7F-BB69FC1CCA68}"/>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8DF8D630-0360-D0D9-6D2B-AF6B4E174B4C}"/>
              </a:ext>
            </a:extLst>
          </p:cNvPr>
          <p:cNvSpPr>
            <a:spLocks noGrp="1"/>
          </p:cNvSpPr>
          <p:nvPr>
            <p:ph type="title"/>
          </p:nvPr>
        </p:nvSpPr>
        <p:spPr/>
        <p:txBody>
          <a:bodyPr>
            <a:normAutofit/>
          </a:bodyPr>
          <a:lstStyle/>
          <a:p>
            <a:r>
              <a:rPr lang="sk-SK" sz="6000" b="1" noProof="0" dirty="0">
                <a:solidFill>
                  <a:schemeClr val="tx1"/>
                </a:solidFill>
              </a:rPr>
              <a:t>Hrozby</a:t>
            </a:r>
          </a:p>
        </p:txBody>
      </p:sp>
      <p:sp>
        <p:nvSpPr>
          <p:cNvPr id="6" name="Zástupný objekt pre obsah 6">
            <a:extLst>
              <a:ext uri="{FF2B5EF4-FFF2-40B4-BE49-F238E27FC236}">
                <a16:creationId xmlns:a16="http://schemas.microsoft.com/office/drawing/2014/main" id="{9390DFCC-8767-7B70-BC0D-A5A16A6C9B64}"/>
              </a:ext>
            </a:extLst>
          </p:cNvPr>
          <p:cNvSpPr txBox="1">
            <a:spLocks/>
          </p:cNvSpPr>
          <p:nvPr/>
        </p:nvSpPr>
        <p:spPr>
          <a:xfrm>
            <a:off x="1193606" y="1737360"/>
            <a:ext cx="9962074" cy="3567556"/>
          </a:xfrm>
          <a:prstGeom prst="rect">
            <a:avLst/>
          </a:prstGeom>
        </p:spPr>
        <p:txBody>
          <a:bodyPr vert="horz" lIns="0" tIns="45720" rIns="0" bIns="45720" rtlCol="0" anchor="ct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buFont typeface="Wingdings" panose="05000000000000000000" pitchFamily="2" charset="2"/>
              <a:buChar char="Ø"/>
            </a:pPr>
            <a:r>
              <a:rPr lang="sk-SK" sz="2400" noProof="0" dirty="0">
                <a:solidFill>
                  <a:schemeClr val="tx1"/>
                </a:solidFill>
              </a:rPr>
              <a:t> Kybernetické útoky na citlivé zdravotné údaje</a:t>
            </a:r>
          </a:p>
          <a:p>
            <a:pPr>
              <a:buFont typeface="Wingdings" panose="05000000000000000000" pitchFamily="2" charset="2"/>
              <a:buChar char="Ø"/>
            </a:pPr>
            <a:r>
              <a:rPr lang="sk-SK" sz="2400" noProof="0" dirty="0">
                <a:solidFill>
                  <a:schemeClr val="tx1"/>
                </a:solidFill>
              </a:rPr>
              <a:t> Odpor lekárov k zmene zavedených telefónnych procesov</a:t>
            </a:r>
          </a:p>
          <a:p>
            <a:pPr>
              <a:buFont typeface="Wingdings" panose="05000000000000000000" pitchFamily="2" charset="2"/>
              <a:buChar char="Ø"/>
            </a:pPr>
            <a:r>
              <a:rPr lang="sk-SK" sz="2400" noProof="0" dirty="0">
                <a:solidFill>
                  <a:schemeClr val="tx1"/>
                </a:solidFill>
              </a:rPr>
              <a:t> Časté zmeny legislatívy v oblasti GDPR</a:t>
            </a:r>
          </a:p>
          <a:p>
            <a:pPr>
              <a:buFont typeface="Wingdings" panose="05000000000000000000" pitchFamily="2" charset="2"/>
              <a:buChar char="Ø"/>
            </a:pPr>
            <a:r>
              <a:rPr lang="sk-SK" sz="2400" noProof="0" dirty="0">
                <a:solidFill>
                  <a:schemeClr val="tx1"/>
                </a:solidFill>
              </a:rPr>
              <a:t> Konkurencia zo strany štátnych systémov alebo IT firiem</a:t>
            </a:r>
          </a:p>
          <a:p>
            <a:pPr>
              <a:buFont typeface="Wingdings" panose="05000000000000000000" pitchFamily="2" charset="2"/>
              <a:buChar char="Ø"/>
            </a:pPr>
            <a:r>
              <a:rPr lang="sk-SK" sz="2400" noProof="0" dirty="0">
                <a:solidFill>
                  <a:schemeClr val="tx1"/>
                </a:solidFill>
              </a:rPr>
              <a:t> Náklady na dlhodobú technickú údržbu a infraštruktúru</a:t>
            </a:r>
          </a:p>
        </p:txBody>
      </p:sp>
      <p:pic>
        <p:nvPicPr>
          <p:cNvPr id="12" name="Obrázok 11">
            <a:extLst>
              <a:ext uri="{FF2B5EF4-FFF2-40B4-BE49-F238E27FC236}">
                <a16:creationId xmlns:a16="http://schemas.microsoft.com/office/drawing/2014/main" id="{BC30AEA6-FD58-1C8D-0B7E-AFA203FE06BB}"/>
              </a:ext>
            </a:extLst>
          </p:cNvPr>
          <p:cNvPicPr>
            <a:picLocks noChangeAspect="1"/>
          </p:cNvPicPr>
          <p:nvPr/>
        </p:nvPicPr>
        <p:blipFill>
          <a:blip r:embed="rId2"/>
          <a:stretch>
            <a:fillRect/>
          </a:stretch>
        </p:blipFill>
        <p:spPr>
          <a:xfrm>
            <a:off x="8764571" y="2401794"/>
            <a:ext cx="2391109" cy="2238687"/>
          </a:xfrm>
          <a:prstGeom prst="rect">
            <a:avLst/>
          </a:prstGeom>
        </p:spPr>
      </p:pic>
    </p:spTree>
    <p:extLst>
      <p:ext uri="{BB962C8B-B14F-4D97-AF65-F5344CB8AC3E}">
        <p14:creationId xmlns:p14="http://schemas.microsoft.com/office/powerpoint/2010/main" val="2587854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C26D3A-8C02-0DC6-ED3C-C4335BFB5238}"/>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59446DB9-B276-E96A-1E29-CE99863C4175}"/>
              </a:ext>
            </a:extLst>
          </p:cNvPr>
          <p:cNvSpPr>
            <a:spLocks noGrp="1"/>
          </p:cNvSpPr>
          <p:nvPr>
            <p:ph type="title"/>
          </p:nvPr>
        </p:nvSpPr>
        <p:spPr/>
        <p:txBody>
          <a:bodyPr>
            <a:normAutofit/>
          </a:bodyPr>
          <a:lstStyle/>
          <a:p>
            <a:r>
              <a:rPr lang="sk-SK" sz="6000" b="1" noProof="0" dirty="0">
                <a:solidFill>
                  <a:schemeClr val="tx1"/>
                </a:solidFill>
              </a:rPr>
              <a:t>SWOT analýza </a:t>
            </a:r>
            <a:r>
              <a:rPr lang="sk-SK" sz="6000" b="1" noProof="0" dirty="0" err="1">
                <a:solidFill>
                  <a:schemeClr val="tx1"/>
                </a:solidFill>
              </a:rPr>
              <a:t>eTermín</a:t>
            </a:r>
            <a:endParaRPr lang="sk-SK" sz="6000" b="1" noProof="0" dirty="0">
              <a:solidFill>
                <a:schemeClr val="tx1"/>
              </a:solidFill>
            </a:endParaRPr>
          </a:p>
        </p:txBody>
      </p:sp>
      <p:graphicFrame>
        <p:nvGraphicFramePr>
          <p:cNvPr id="3" name="Zástupný objekt pre obsah 2">
            <a:extLst>
              <a:ext uri="{FF2B5EF4-FFF2-40B4-BE49-F238E27FC236}">
                <a16:creationId xmlns:a16="http://schemas.microsoft.com/office/drawing/2014/main" id="{4343A543-7AEC-A157-82BB-F5D06F89BCE3}"/>
              </a:ext>
            </a:extLst>
          </p:cNvPr>
          <p:cNvGraphicFramePr>
            <a:graphicFrameLocks noGrp="1"/>
          </p:cNvGraphicFramePr>
          <p:nvPr>
            <p:ph idx="1"/>
            <p:extLst>
              <p:ext uri="{D42A27DB-BD31-4B8C-83A1-F6EECF244321}">
                <p14:modId xmlns:p14="http://schemas.microsoft.com/office/powerpoint/2010/main" val="3862141308"/>
              </p:ext>
            </p:extLst>
          </p:nvPr>
        </p:nvGraphicFramePr>
        <p:xfrm>
          <a:off x="1097280" y="1737360"/>
          <a:ext cx="10058399" cy="4305167"/>
        </p:xfrm>
        <a:graphic>
          <a:graphicData uri="http://schemas.openxmlformats.org/drawingml/2006/table">
            <a:tbl>
              <a:tblPr firstRow="1" firstCol="1" bandRow="1"/>
              <a:tblGrid>
                <a:gridCol w="4479506">
                  <a:extLst>
                    <a:ext uri="{9D8B030D-6E8A-4147-A177-3AD203B41FA5}">
                      <a16:colId xmlns:a16="http://schemas.microsoft.com/office/drawing/2014/main" val="4149151797"/>
                    </a:ext>
                  </a:extLst>
                </a:gridCol>
                <a:gridCol w="2133203">
                  <a:extLst>
                    <a:ext uri="{9D8B030D-6E8A-4147-A177-3AD203B41FA5}">
                      <a16:colId xmlns:a16="http://schemas.microsoft.com/office/drawing/2014/main" val="4229518840"/>
                    </a:ext>
                  </a:extLst>
                </a:gridCol>
                <a:gridCol w="1463298">
                  <a:extLst>
                    <a:ext uri="{9D8B030D-6E8A-4147-A177-3AD203B41FA5}">
                      <a16:colId xmlns:a16="http://schemas.microsoft.com/office/drawing/2014/main" val="3603529056"/>
                    </a:ext>
                  </a:extLst>
                </a:gridCol>
                <a:gridCol w="1982392">
                  <a:extLst>
                    <a:ext uri="{9D8B030D-6E8A-4147-A177-3AD203B41FA5}">
                      <a16:colId xmlns:a16="http://schemas.microsoft.com/office/drawing/2014/main" val="100551115"/>
                    </a:ext>
                  </a:extLst>
                </a:gridCol>
              </a:tblGrid>
              <a:tr h="520575">
                <a:tc>
                  <a:txBody>
                    <a:bodyPr/>
                    <a:lstStyle/>
                    <a:p>
                      <a:pPr algn="ctr">
                        <a:lnSpc>
                          <a:spcPct val="107000"/>
                        </a:lnSpc>
                        <a:spcAft>
                          <a:spcPts val="800"/>
                        </a:spcAft>
                        <a:buNone/>
                      </a:pPr>
                      <a:r>
                        <a:rPr lang="sk-SK" sz="1800" b="1" kern="0" noProof="0" dirty="0">
                          <a:solidFill>
                            <a:srgbClr val="000000"/>
                          </a:solidFill>
                          <a:effectLst/>
                          <a:latin typeface="+mn-lt"/>
                          <a:ea typeface="Times New Roman" panose="02020603050405020304" pitchFamily="18" charset="0"/>
                          <a:cs typeface="Times New Roman" panose="02020603050405020304" pitchFamily="18" charset="0"/>
                        </a:rPr>
                        <a:t>Silné Stránky</a:t>
                      </a:r>
                      <a:endParaRPr lang="sk-SK" sz="16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solidFill>
                      <a:srgbClr val="70AD47"/>
                    </a:solidFill>
                  </a:tcPr>
                </a:tc>
                <a:tc>
                  <a:txBody>
                    <a:bodyPr/>
                    <a:lstStyle/>
                    <a:p>
                      <a:pPr algn="ctr">
                        <a:lnSpc>
                          <a:spcPct val="107000"/>
                        </a:lnSpc>
                        <a:spcAft>
                          <a:spcPts val="800"/>
                        </a:spcAft>
                        <a:buNone/>
                      </a:pPr>
                      <a:r>
                        <a:rPr lang="sk-SK" sz="1800" b="1" kern="0" noProof="0" dirty="0">
                          <a:solidFill>
                            <a:srgbClr val="000000"/>
                          </a:solidFill>
                          <a:effectLst/>
                          <a:latin typeface="+mn-lt"/>
                          <a:ea typeface="Times New Roman" panose="02020603050405020304" pitchFamily="18" charset="0"/>
                          <a:cs typeface="Times New Roman" panose="02020603050405020304" pitchFamily="18" charset="0"/>
                        </a:rPr>
                        <a:t>Známka (1-5)</a:t>
                      </a:r>
                      <a:endParaRPr lang="sk-SK" sz="16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solidFill>
                      <a:srgbClr val="70AD47"/>
                    </a:solidFill>
                  </a:tcPr>
                </a:tc>
                <a:tc>
                  <a:txBody>
                    <a:bodyPr/>
                    <a:lstStyle/>
                    <a:p>
                      <a:pPr algn="ctr">
                        <a:lnSpc>
                          <a:spcPct val="107000"/>
                        </a:lnSpc>
                        <a:spcAft>
                          <a:spcPts val="800"/>
                        </a:spcAft>
                        <a:buNone/>
                      </a:pPr>
                      <a:r>
                        <a:rPr lang="sk-SK" sz="1800" b="1" kern="0" noProof="0" dirty="0">
                          <a:solidFill>
                            <a:srgbClr val="000000"/>
                          </a:solidFill>
                          <a:effectLst/>
                          <a:latin typeface="+mn-lt"/>
                          <a:ea typeface="Times New Roman" panose="02020603050405020304" pitchFamily="18" charset="0"/>
                          <a:cs typeface="Times New Roman" panose="02020603050405020304" pitchFamily="18" charset="0"/>
                        </a:rPr>
                        <a:t>x Váha</a:t>
                      </a:r>
                      <a:endParaRPr lang="sk-SK" sz="16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solidFill>
                      <a:srgbClr val="70AD47"/>
                    </a:solidFill>
                  </a:tcPr>
                </a:tc>
                <a:tc>
                  <a:txBody>
                    <a:bodyPr/>
                    <a:lstStyle/>
                    <a:p>
                      <a:pPr algn="ctr">
                        <a:lnSpc>
                          <a:spcPct val="107000"/>
                        </a:lnSpc>
                        <a:spcAft>
                          <a:spcPts val="800"/>
                        </a:spcAft>
                        <a:buNone/>
                      </a:pPr>
                      <a:r>
                        <a:rPr lang="sk-SK" sz="1800" b="1" kern="0" noProof="0" dirty="0">
                          <a:solidFill>
                            <a:srgbClr val="000000"/>
                          </a:solidFill>
                          <a:effectLst/>
                          <a:latin typeface="+mn-lt"/>
                          <a:ea typeface="Times New Roman" panose="02020603050405020304" pitchFamily="18" charset="0"/>
                          <a:cs typeface="Times New Roman" panose="02020603050405020304" pitchFamily="18" charset="0"/>
                        </a:rPr>
                        <a:t>Konečná hodnota</a:t>
                      </a:r>
                      <a:endParaRPr lang="sk-SK" sz="16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solidFill>
                      <a:srgbClr val="70AD47"/>
                    </a:solidFill>
                  </a:tcPr>
                </a:tc>
                <a:extLst>
                  <a:ext uri="{0D108BD9-81ED-4DB2-BD59-A6C34878D82A}">
                    <a16:rowId xmlns:a16="http://schemas.microsoft.com/office/drawing/2014/main" val="3982027976"/>
                  </a:ext>
                </a:extLst>
              </a:tr>
              <a:tr h="459407">
                <a:tc>
                  <a:txBody>
                    <a:bodyPr/>
                    <a:lstStyle/>
                    <a:p>
                      <a:pPr>
                        <a:lnSpc>
                          <a:spcPct val="107000"/>
                        </a:lnSpc>
                        <a:spcAft>
                          <a:spcPts val="800"/>
                        </a:spcAft>
                        <a:buNone/>
                      </a:pP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Digitalizácia a zefektívnenie procesov</a:t>
                      </a:r>
                      <a:endParaRPr lang="sk-SK" sz="14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C6E0B4"/>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5</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C6E0B4"/>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C6E0B4"/>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1,0</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C6E0B4"/>
                    </a:solidFill>
                  </a:tcPr>
                </a:tc>
                <a:extLst>
                  <a:ext uri="{0D108BD9-81ED-4DB2-BD59-A6C34878D82A}">
                    <a16:rowId xmlns:a16="http://schemas.microsoft.com/office/drawing/2014/main" val="2363918187"/>
                  </a:ext>
                </a:extLst>
              </a:tr>
              <a:tr h="856011">
                <a:tc>
                  <a:txBody>
                    <a:bodyPr/>
                    <a:lstStyle/>
                    <a:p>
                      <a:pPr>
                        <a:lnSpc>
                          <a:spcPct val="107000"/>
                        </a:lnSpc>
                        <a:spcAft>
                          <a:spcPts val="800"/>
                        </a:spcAft>
                        <a:buNone/>
                      </a:pP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Vysoká bezpečnosť a ochrana dát (GDPR)</a:t>
                      </a:r>
                      <a:endParaRPr lang="sk-SK" sz="14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C6E0B4"/>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5</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C6E0B4"/>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0,3</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C6E0B4"/>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1,5</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C6E0B4"/>
                    </a:solidFill>
                  </a:tcPr>
                </a:tc>
                <a:extLst>
                  <a:ext uri="{0D108BD9-81ED-4DB2-BD59-A6C34878D82A}">
                    <a16:rowId xmlns:a16="http://schemas.microsoft.com/office/drawing/2014/main" val="2047722684"/>
                  </a:ext>
                </a:extLst>
              </a:tr>
              <a:tr h="617705">
                <a:tc>
                  <a:txBody>
                    <a:bodyPr/>
                    <a:lstStyle/>
                    <a:p>
                      <a:pPr>
                        <a:lnSpc>
                          <a:spcPct val="107000"/>
                        </a:lnSpc>
                        <a:spcAft>
                          <a:spcPts val="800"/>
                        </a:spcAft>
                        <a:buNone/>
                      </a:pP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Intuitívne UI pre všetky vekové kategórie</a:t>
                      </a:r>
                      <a:endParaRPr lang="sk-SK" sz="14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C6E0B4"/>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4</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C6E0B4"/>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C6E0B4"/>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0,8</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C6E0B4"/>
                    </a:solidFill>
                  </a:tcPr>
                </a:tc>
                <a:extLst>
                  <a:ext uri="{0D108BD9-81ED-4DB2-BD59-A6C34878D82A}">
                    <a16:rowId xmlns:a16="http://schemas.microsoft.com/office/drawing/2014/main" val="370173860"/>
                  </a:ext>
                </a:extLst>
              </a:tr>
              <a:tr h="846547">
                <a:tc>
                  <a:txBody>
                    <a:bodyPr/>
                    <a:lstStyle/>
                    <a:p>
                      <a:pPr>
                        <a:lnSpc>
                          <a:spcPct val="107000"/>
                        </a:lnSpc>
                        <a:spcAft>
                          <a:spcPts val="800"/>
                        </a:spcAft>
                        <a:buNone/>
                      </a:pP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Škálovateľnosť pri raste počtu používateľov</a:t>
                      </a:r>
                      <a:endParaRPr lang="sk-SK" sz="14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C6E0B4"/>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3</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C6E0B4"/>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0,1</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C6E0B4"/>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0,3</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C6E0B4"/>
                    </a:solidFill>
                  </a:tcPr>
                </a:tc>
                <a:extLst>
                  <a:ext uri="{0D108BD9-81ED-4DB2-BD59-A6C34878D82A}">
                    <a16:rowId xmlns:a16="http://schemas.microsoft.com/office/drawing/2014/main" val="1140840037"/>
                  </a:ext>
                </a:extLst>
              </a:tr>
              <a:tr h="735567">
                <a:tc>
                  <a:txBody>
                    <a:bodyPr/>
                    <a:lstStyle/>
                    <a:p>
                      <a:pPr>
                        <a:lnSpc>
                          <a:spcPct val="107000"/>
                        </a:lnSpc>
                        <a:spcAft>
                          <a:spcPts val="800"/>
                        </a:spcAft>
                        <a:buNone/>
                      </a:pP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Automatické notifikácie (email, SMS, </a:t>
                      </a:r>
                      <a:r>
                        <a:rPr lang="sk-SK" sz="1600" kern="0" noProof="0" dirty="0" err="1">
                          <a:solidFill>
                            <a:srgbClr val="000000"/>
                          </a:solidFill>
                          <a:effectLst/>
                          <a:latin typeface="+mn-lt"/>
                          <a:ea typeface="Times New Roman" panose="02020603050405020304" pitchFamily="18" charset="0"/>
                          <a:cs typeface="Times New Roman" panose="02020603050405020304" pitchFamily="18" charset="0"/>
                        </a:rPr>
                        <a:t>push</a:t>
                      </a: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a:t>
                      </a:r>
                      <a:endParaRPr lang="sk-SK" sz="14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6E0B4"/>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4</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6E0B4"/>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6E0B4"/>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0,8</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6E0B4"/>
                    </a:solidFill>
                  </a:tcPr>
                </a:tc>
                <a:extLst>
                  <a:ext uri="{0D108BD9-81ED-4DB2-BD59-A6C34878D82A}">
                    <a16:rowId xmlns:a16="http://schemas.microsoft.com/office/drawing/2014/main" val="260008871"/>
                  </a:ext>
                </a:extLst>
              </a:tr>
              <a:tr h="269355">
                <a:tc gridSpan="3">
                  <a:txBody>
                    <a:bodyPr/>
                    <a:lstStyle/>
                    <a:p>
                      <a:pPr algn="ctr">
                        <a:lnSpc>
                          <a:spcPct val="107000"/>
                        </a:lnSpc>
                        <a:spcAft>
                          <a:spcPts val="800"/>
                        </a:spcAft>
                        <a:buNone/>
                      </a:pPr>
                      <a:r>
                        <a:rPr lang="sk-SK" sz="1600" b="1" kern="0" noProof="0" dirty="0">
                          <a:solidFill>
                            <a:srgbClr val="000000"/>
                          </a:solidFill>
                          <a:effectLst/>
                          <a:latin typeface="+mn-lt"/>
                          <a:ea typeface="Times New Roman" panose="02020603050405020304" pitchFamily="18" charset="0"/>
                          <a:cs typeface="Times New Roman" panose="02020603050405020304" pitchFamily="18" charset="0"/>
                        </a:rPr>
                        <a:t>KHS</a:t>
                      </a: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 </a:t>
                      </a: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1,0 + 1,5 + 0,8 + 0,3 + 0,8 =</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6E0B4"/>
                    </a:solidFill>
                  </a:tcPr>
                </a:tc>
                <a:tc hMerge="1">
                  <a:txBody>
                    <a:bodyPr/>
                    <a:lstStyle/>
                    <a:p>
                      <a:endParaRPr lang="sk-SK"/>
                    </a:p>
                  </a:txBody>
                  <a:tcPr/>
                </a:tc>
                <a:tc hMerge="1">
                  <a:txBody>
                    <a:bodyPr/>
                    <a:lstStyle/>
                    <a:p>
                      <a:endParaRPr lang="sk-SK"/>
                    </a:p>
                  </a:txBody>
                  <a:tcPr/>
                </a:tc>
                <a:tc>
                  <a:txBody>
                    <a:bodyPr/>
                    <a:lstStyle/>
                    <a:p>
                      <a:pPr algn="ctr">
                        <a:lnSpc>
                          <a:spcPct val="107000"/>
                        </a:lnSpc>
                        <a:spcAft>
                          <a:spcPts val="800"/>
                        </a:spcAft>
                        <a:buNone/>
                      </a:pPr>
                      <a:r>
                        <a:rPr lang="sk-SK" sz="1600" u="sng"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4,4</a:t>
                      </a:r>
                      <a:endParaRPr lang="sk-SK" sz="1400" u="sng"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6E0B4"/>
                    </a:solidFill>
                  </a:tcPr>
                </a:tc>
                <a:extLst>
                  <a:ext uri="{0D108BD9-81ED-4DB2-BD59-A6C34878D82A}">
                    <a16:rowId xmlns:a16="http://schemas.microsoft.com/office/drawing/2014/main" val="947646564"/>
                  </a:ext>
                </a:extLst>
              </a:tr>
            </a:tbl>
          </a:graphicData>
        </a:graphic>
      </p:graphicFrame>
    </p:spTree>
    <p:extLst>
      <p:ext uri="{BB962C8B-B14F-4D97-AF65-F5344CB8AC3E}">
        <p14:creationId xmlns:p14="http://schemas.microsoft.com/office/powerpoint/2010/main" val="9813781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AC0CE7-9A09-2FEE-FF6E-64C19767BD77}"/>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E8006BB0-1B6C-CF97-40D7-F482D387C1B4}"/>
              </a:ext>
            </a:extLst>
          </p:cNvPr>
          <p:cNvSpPr>
            <a:spLocks noGrp="1"/>
          </p:cNvSpPr>
          <p:nvPr>
            <p:ph type="title"/>
          </p:nvPr>
        </p:nvSpPr>
        <p:spPr/>
        <p:txBody>
          <a:bodyPr>
            <a:normAutofit/>
          </a:bodyPr>
          <a:lstStyle/>
          <a:p>
            <a:r>
              <a:rPr lang="sk-SK" sz="6000" b="1" noProof="0" dirty="0">
                <a:solidFill>
                  <a:schemeClr val="tx1"/>
                </a:solidFill>
              </a:rPr>
              <a:t>SWOT analýza </a:t>
            </a:r>
            <a:r>
              <a:rPr lang="sk-SK" sz="6000" b="1" noProof="0" dirty="0" err="1">
                <a:solidFill>
                  <a:schemeClr val="tx1"/>
                </a:solidFill>
              </a:rPr>
              <a:t>eTermín</a:t>
            </a:r>
            <a:endParaRPr lang="sk-SK" sz="6000" b="1" noProof="0" dirty="0">
              <a:solidFill>
                <a:schemeClr val="tx1"/>
              </a:solidFill>
            </a:endParaRPr>
          </a:p>
        </p:txBody>
      </p:sp>
      <p:graphicFrame>
        <p:nvGraphicFramePr>
          <p:cNvPr id="7" name="Zástupný objekt pre obsah 6">
            <a:extLst>
              <a:ext uri="{FF2B5EF4-FFF2-40B4-BE49-F238E27FC236}">
                <a16:creationId xmlns:a16="http://schemas.microsoft.com/office/drawing/2014/main" id="{63C59155-0B5F-860B-C352-C183D9C2EE06}"/>
              </a:ext>
            </a:extLst>
          </p:cNvPr>
          <p:cNvGraphicFramePr>
            <a:graphicFrameLocks noGrp="1"/>
          </p:cNvGraphicFramePr>
          <p:nvPr>
            <p:ph idx="1"/>
            <p:extLst>
              <p:ext uri="{D42A27DB-BD31-4B8C-83A1-F6EECF244321}">
                <p14:modId xmlns:p14="http://schemas.microsoft.com/office/powerpoint/2010/main" val="2236496298"/>
              </p:ext>
            </p:extLst>
          </p:nvPr>
        </p:nvGraphicFramePr>
        <p:xfrm>
          <a:off x="1097280" y="1737345"/>
          <a:ext cx="10058398" cy="4304680"/>
        </p:xfrm>
        <a:graphic>
          <a:graphicData uri="http://schemas.openxmlformats.org/drawingml/2006/table">
            <a:tbl>
              <a:tblPr firstRow="1" firstCol="1" bandRow="1"/>
              <a:tblGrid>
                <a:gridCol w="4479505">
                  <a:extLst>
                    <a:ext uri="{9D8B030D-6E8A-4147-A177-3AD203B41FA5}">
                      <a16:colId xmlns:a16="http://schemas.microsoft.com/office/drawing/2014/main" val="806842589"/>
                    </a:ext>
                  </a:extLst>
                </a:gridCol>
                <a:gridCol w="2133203">
                  <a:extLst>
                    <a:ext uri="{9D8B030D-6E8A-4147-A177-3AD203B41FA5}">
                      <a16:colId xmlns:a16="http://schemas.microsoft.com/office/drawing/2014/main" val="3428503352"/>
                    </a:ext>
                  </a:extLst>
                </a:gridCol>
                <a:gridCol w="1463298">
                  <a:extLst>
                    <a:ext uri="{9D8B030D-6E8A-4147-A177-3AD203B41FA5}">
                      <a16:colId xmlns:a16="http://schemas.microsoft.com/office/drawing/2014/main" val="1289329062"/>
                    </a:ext>
                  </a:extLst>
                </a:gridCol>
                <a:gridCol w="1982392">
                  <a:extLst>
                    <a:ext uri="{9D8B030D-6E8A-4147-A177-3AD203B41FA5}">
                      <a16:colId xmlns:a16="http://schemas.microsoft.com/office/drawing/2014/main" val="391565064"/>
                    </a:ext>
                  </a:extLst>
                </a:gridCol>
              </a:tblGrid>
              <a:tr h="516066">
                <a:tc>
                  <a:txBody>
                    <a:bodyPr/>
                    <a:lstStyle/>
                    <a:p>
                      <a:pPr algn="ctr">
                        <a:lnSpc>
                          <a:spcPct val="107000"/>
                        </a:lnSpc>
                        <a:spcAft>
                          <a:spcPts val="800"/>
                        </a:spcAft>
                        <a:buNone/>
                      </a:pPr>
                      <a:r>
                        <a:rPr lang="sk-SK" sz="1800" b="1" kern="0" noProof="0" dirty="0">
                          <a:solidFill>
                            <a:schemeClr val="bg1"/>
                          </a:solidFill>
                          <a:effectLst/>
                          <a:latin typeface="+mn-lt"/>
                          <a:ea typeface="Times New Roman" panose="02020603050405020304" pitchFamily="18" charset="0"/>
                          <a:cs typeface="Times New Roman" panose="02020603050405020304" pitchFamily="18" charset="0"/>
                        </a:rPr>
                        <a:t>Slabé Stránky</a:t>
                      </a:r>
                      <a:endParaRPr lang="sk-SK" sz="1600" kern="100" noProof="0" dirty="0">
                        <a:solidFill>
                          <a:schemeClr val="bg1"/>
                        </a:solidFill>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solidFill>
                      <a:srgbClr val="FF0000"/>
                    </a:solidFill>
                  </a:tcPr>
                </a:tc>
                <a:tc>
                  <a:txBody>
                    <a:bodyPr/>
                    <a:lstStyle/>
                    <a:p>
                      <a:pPr algn="ctr">
                        <a:lnSpc>
                          <a:spcPct val="107000"/>
                        </a:lnSpc>
                        <a:spcAft>
                          <a:spcPts val="800"/>
                        </a:spcAft>
                        <a:buNone/>
                      </a:pPr>
                      <a:r>
                        <a:rPr lang="sk-SK" sz="1800" b="1" kern="0" noProof="0" dirty="0">
                          <a:solidFill>
                            <a:schemeClr val="bg1"/>
                          </a:solidFill>
                          <a:effectLst/>
                          <a:latin typeface="+mn-lt"/>
                          <a:ea typeface="Times New Roman" panose="02020603050405020304" pitchFamily="18" charset="0"/>
                          <a:cs typeface="Times New Roman" panose="02020603050405020304" pitchFamily="18" charset="0"/>
                        </a:rPr>
                        <a:t>Známka (1-5)</a:t>
                      </a:r>
                      <a:endParaRPr lang="sk-SK" sz="1600" kern="100" noProof="0" dirty="0">
                        <a:solidFill>
                          <a:schemeClr val="bg1"/>
                        </a:solidFill>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solidFill>
                      <a:srgbClr val="FF0000"/>
                    </a:solidFill>
                  </a:tcPr>
                </a:tc>
                <a:tc>
                  <a:txBody>
                    <a:bodyPr/>
                    <a:lstStyle/>
                    <a:p>
                      <a:pPr algn="ctr">
                        <a:lnSpc>
                          <a:spcPct val="107000"/>
                        </a:lnSpc>
                        <a:spcAft>
                          <a:spcPts val="800"/>
                        </a:spcAft>
                        <a:buNone/>
                      </a:pPr>
                      <a:r>
                        <a:rPr lang="sk-SK" sz="1800" b="1" kern="0" noProof="0" dirty="0">
                          <a:solidFill>
                            <a:schemeClr val="bg1"/>
                          </a:solidFill>
                          <a:effectLst/>
                          <a:latin typeface="+mn-lt"/>
                          <a:ea typeface="Times New Roman" panose="02020603050405020304" pitchFamily="18" charset="0"/>
                          <a:cs typeface="Times New Roman" panose="02020603050405020304" pitchFamily="18" charset="0"/>
                        </a:rPr>
                        <a:t>x Váha</a:t>
                      </a:r>
                      <a:endParaRPr lang="sk-SK" sz="1600" kern="100" noProof="0" dirty="0">
                        <a:solidFill>
                          <a:schemeClr val="bg1"/>
                        </a:solidFill>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solidFill>
                      <a:srgbClr val="FF0000"/>
                    </a:solidFill>
                  </a:tcPr>
                </a:tc>
                <a:tc>
                  <a:txBody>
                    <a:bodyPr/>
                    <a:lstStyle/>
                    <a:p>
                      <a:pPr algn="ctr">
                        <a:lnSpc>
                          <a:spcPct val="107000"/>
                        </a:lnSpc>
                        <a:spcAft>
                          <a:spcPts val="800"/>
                        </a:spcAft>
                        <a:buNone/>
                      </a:pPr>
                      <a:r>
                        <a:rPr lang="sk-SK" sz="1800" b="1" kern="0" noProof="0" dirty="0">
                          <a:solidFill>
                            <a:schemeClr val="bg1"/>
                          </a:solidFill>
                          <a:effectLst/>
                          <a:latin typeface="+mn-lt"/>
                          <a:ea typeface="Times New Roman" panose="02020603050405020304" pitchFamily="18" charset="0"/>
                          <a:cs typeface="Times New Roman" panose="02020603050405020304" pitchFamily="18" charset="0"/>
                        </a:rPr>
                        <a:t>Konečná hodnota</a:t>
                      </a:r>
                      <a:endParaRPr lang="sk-SK" sz="1600" kern="100" noProof="0" dirty="0">
                        <a:solidFill>
                          <a:schemeClr val="bg1"/>
                        </a:solidFill>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solidFill>
                      <a:srgbClr val="FF0000"/>
                    </a:solidFill>
                  </a:tcPr>
                </a:tc>
                <a:extLst>
                  <a:ext uri="{0D108BD9-81ED-4DB2-BD59-A6C34878D82A}">
                    <a16:rowId xmlns:a16="http://schemas.microsoft.com/office/drawing/2014/main" val="2958735214"/>
                  </a:ext>
                </a:extLst>
              </a:tr>
              <a:tr h="642065">
                <a:tc>
                  <a:txBody>
                    <a:bodyPr/>
                    <a:lstStyle/>
                    <a:p>
                      <a:pPr>
                        <a:lnSpc>
                          <a:spcPct val="107000"/>
                        </a:lnSpc>
                        <a:spcAft>
                          <a:spcPts val="800"/>
                        </a:spcAft>
                        <a:buNone/>
                      </a:pP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Nutnosť zmeny návykov u konzervatívnych osôb</a:t>
                      </a:r>
                      <a:endParaRPr lang="sk-SK" sz="14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B9B9"/>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2</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B9B9"/>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0,3</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B9B9"/>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0,6</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B9B9"/>
                    </a:solidFill>
                  </a:tcPr>
                </a:tc>
                <a:extLst>
                  <a:ext uri="{0D108BD9-81ED-4DB2-BD59-A6C34878D82A}">
                    <a16:rowId xmlns:a16="http://schemas.microsoft.com/office/drawing/2014/main" val="1665595250"/>
                  </a:ext>
                </a:extLst>
              </a:tr>
              <a:tr h="557520">
                <a:tc>
                  <a:txBody>
                    <a:bodyPr/>
                    <a:lstStyle/>
                    <a:p>
                      <a:pPr>
                        <a:lnSpc>
                          <a:spcPct val="107000"/>
                        </a:lnSpc>
                        <a:spcAft>
                          <a:spcPts val="800"/>
                        </a:spcAft>
                        <a:buNone/>
                      </a:pP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Úplná závislosť na internetovom pripojení</a:t>
                      </a:r>
                      <a:endParaRPr lang="sk-SK" sz="14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B9B9"/>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2</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B9B9"/>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B9B9"/>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B9B9"/>
                    </a:solidFill>
                  </a:tcPr>
                </a:tc>
                <a:extLst>
                  <a:ext uri="{0D108BD9-81ED-4DB2-BD59-A6C34878D82A}">
                    <a16:rowId xmlns:a16="http://schemas.microsoft.com/office/drawing/2014/main" val="1963297141"/>
                  </a:ext>
                </a:extLst>
              </a:tr>
              <a:tr h="669183">
                <a:tc>
                  <a:txBody>
                    <a:bodyPr/>
                    <a:lstStyle/>
                    <a:p>
                      <a:pPr>
                        <a:lnSpc>
                          <a:spcPct val="107000"/>
                        </a:lnSpc>
                        <a:spcAft>
                          <a:spcPts val="800"/>
                        </a:spcAft>
                        <a:buNone/>
                      </a:pP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Absencia detailného textu v dokumentácii</a:t>
                      </a:r>
                      <a:endParaRPr lang="sk-SK" sz="14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B9B9"/>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1</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B9B9"/>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0,1</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B9B9"/>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0,1</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B9B9"/>
                    </a:solidFill>
                  </a:tcPr>
                </a:tc>
                <a:extLst>
                  <a:ext uri="{0D108BD9-81ED-4DB2-BD59-A6C34878D82A}">
                    <a16:rowId xmlns:a16="http://schemas.microsoft.com/office/drawing/2014/main" val="2802065537"/>
                  </a:ext>
                </a:extLst>
              </a:tr>
              <a:tr h="678754">
                <a:tc>
                  <a:txBody>
                    <a:bodyPr/>
                    <a:lstStyle/>
                    <a:p>
                      <a:pPr>
                        <a:lnSpc>
                          <a:spcPct val="107000"/>
                        </a:lnSpc>
                        <a:spcAft>
                          <a:spcPts val="800"/>
                        </a:spcAft>
                        <a:buNone/>
                      </a:pP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Obmedzená integrácia v štádiu prototypu</a:t>
                      </a:r>
                      <a:endParaRPr lang="sk-SK" sz="14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B9B9"/>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2</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B9B9"/>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B9B9"/>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B9B9"/>
                    </a:solidFill>
                  </a:tcPr>
                </a:tc>
                <a:extLst>
                  <a:ext uri="{0D108BD9-81ED-4DB2-BD59-A6C34878D82A}">
                    <a16:rowId xmlns:a16="http://schemas.microsoft.com/office/drawing/2014/main" val="1924063007"/>
                  </a:ext>
                </a:extLst>
              </a:tr>
              <a:tr h="688326">
                <a:tc>
                  <a:txBody>
                    <a:bodyPr/>
                    <a:lstStyle/>
                    <a:p>
                      <a:pPr>
                        <a:lnSpc>
                          <a:spcPct val="107000"/>
                        </a:lnSpc>
                        <a:spcAft>
                          <a:spcPts val="800"/>
                        </a:spcAft>
                        <a:buNone/>
                      </a:pP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Náročnosť overovania zákonných zástupcov</a:t>
                      </a:r>
                      <a:endParaRPr lang="sk-SK" sz="14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FFB9B9"/>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2</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FFB9B9"/>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FFB9B9"/>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FFB9B9"/>
                    </a:solidFill>
                  </a:tcPr>
                </a:tc>
                <a:extLst>
                  <a:ext uri="{0D108BD9-81ED-4DB2-BD59-A6C34878D82A}">
                    <a16:rowId xmlns:a16="http://schemas.microsoft.com/office/drawing/2014/main" val="3066714800"/>
                  </a:ext>
                </a:extLst>
              </a:tr>
              <a:tr h="275171">
                <a:tc gridSpan="3">
                  <a:txBody>
                    <a:bodyPr/>
                    <a:lstStyle/>
                    <a:p>
                      <a:pPr algn="ctr">
                        <a:lnSpc>
                          <a:spcPct val="107000"/>
                        </a:lnSpc>
                        <a:spcAft>
                          <a:spcPts val="800"/>
                        </a:spcAft>
                        <a:buNone/>
                      </a:pPr>
                      <a:r>
                        <a:rPr lang="sk-SK" sz="1600" b="1" kern="0" noProof="0" dirty="0">
                          <a:solidFill>
                            <a:srgbClr val="000000"/>
                          </a:solidFill>
                          <a:effectLst/>
                          <a:latin typeface="+mn-lt"/>
                          <a:ea typeface="Times New Roman" panose="02020603050405020304" pitchFamily="18" charset="0"/>
                          <a:cs typeface="Times New Roman" panose="02020603050405020304" pitchFamily="18" charset="0"/>
                        </a:rPr>
                        <a:t>KHW</a:t>
                      </a: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 </a:t>
                      </a: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0,6 + 0,4 + 0,1 + 0,4 + 0,4 =</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B9B9"/>
                    </a:solidFill>
                  </a:tcPr>
                </a:tc>
                <a:tc hMerge="1">
                  <a:txBody>
                    <a:bodyPr/>
                    <a:lstStyle/>
                    <a:p>
                      <a:endParaRPr lang="sk-SK"/>
                    </a:p>
                  </a:txBody>
                  <a:tcPr/>
                </a:tc>
                <a:tc hMerge="1">
                  <a:txBody>
                    <a:bodyPr/>
                    <a:lstStyle/>
                    <a:p>
                      <a:endParaRPr lang="sk-SK"/>
                    </a:p>
                  </a:txBody>
                  <a:tcPr/>
                </a:tc>
                <a:tc>
                  <a:txBody>
                    <a:bodyPr/>
                    <a:lstStyle/>
                    <a:p>
                      <a:pPr algn="ctr">
                        <a:lnSpc>
                          <a:spcPct val="107000"/>
                        </a:lnSpc>
                        <a:spcAft>
                          <a:spcPts val="800"/>
                        </a:spcAft>
                        <a:buNone/>
                      </a:pPr>
                      <a:r>
                        <a:rPr lang="sk-SK" sz="1600" u="sng"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1,9</a:t>
                      </a:r>
                      <a:endParaRPr lang="sk-SK" sz="1400" u="sng"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B9B9"/>
                    </a:solidFill>
                  </a:tcPr>
                </a:tc>
                <a:extLst>
                  <a:ext uri="{0D108BD9-81ED-4DB2-BD59-A6C34878D82A}">
                    <a16:rowId xmlns:a16="http://schemas.microsoft.com/office/drawing/2014/main" val="4136926664"/>
                  </a:ext>
                </a:extLst>
              </a:tr>
              <a:tr h="277595">
                <a:tc gridSpan="3">
                  <a:txBody>
                    <a:bodyPr/>
                    <a:lstStyle/>
                    <a:p>
                      <a:pPr algn="ctr">
                        <a:lnSpc>
                          <a:spcPct val="107000"/>
                        </a:lnSpc>
                        <a:spcAft>
                          <a:spcPts val="800"/>
                        </a:spcAft>
                        <a:buNone/>
                      </a:pPr>
                      <a:r>
                        <a:rPr lang="sk-SK" sz="1600" b="1" kern="0" noProof="0" dirty="0">
                          <a:solidFill>
                            <a:srgbClr val="000000"/>
                          </a:solidFill>
                          <a:effectLst/>
                          <a:latin typeface="+mn-lt"/>
                          <a:ea typeface="Times New Roman" panose="02020603050405020304" pitchFamily="18" charset="0"/>
                          <a:cs typeface="Times New Roman" panose="02020603050405020304" pitchFamily="18" charset="0"/>
                        </a:rPr>
                        <a:t>Hodnota interného prostredia </a:t>
                      </a: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4,4 - 1,9 =</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4C6E7"/>
                    </a:solidFill>
                  </a:tcPr>
                </a:tc>
                <a:tc hMerge="1">
                  <a:txBody>
                    <a:bodyPr/>
                    <a:lstStyle/>
                    <a:p>
                      <a:endParaRPr lang="sk-SK"/>
                    </a:p>
                  </a:txBody>
                  <a:tcPr/>
                </a:tc>
                <a:tc hMerge="1">
                  <a:txBody>
                    <a:bodyPr/>
                    <a:lstStyle/>
                    <a:p>
                      <a:endParaRPr lang="sk-SK"/>
                    </a:p>
                  </a:txBody>
                  <a:tcPr/>
                </a:tc>
                <a:tc>
                  <a:txBody>
                    <a:bodyPr/>
                    <a:lstStyle/>
                    <a:p>
                      <a:pPr algn="ctr">
                        <a:lnSpc>
                          <a:spcPct val="107000"/>
                        </a:lnSpc>
                        <a:spcAft>
                          <a:spcPts val="800"/>
                        </a:spcAft>
                        <a:buNone/>
                      </a:pPr>
                      <a:r>
                        <a:rPr lang="sk-SK" sz="1600" u="sng"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2,5</a:t>
                      </a:r>
                      <a:endParaRPr lang="sk-SK" sz="1400" u="sng"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4C6E7"/>
                    </a:solidFill>
                  </a:tcPr>
                </a:tc>
                <a:extLst>
                  <a:ext uri="{0D108BD9-81ED-4DB2-BD59-A6C34878D82A}">
                    <a16:rowId xmlns:a16="http://schemas.microsoft.com/office/drawing/2014/main" val="142374969"/>
                  </a:ext>
                </a:extLst>
              </a:tr>
            </a:tbl>
          </a:graphicData>
        </a:graphic>
      </p:graphicFrame>
    </p:spTree>
    <p:extLst>
      <p:ext uri="{BB962C8B-B14F-4D97-AF65-F5344CB8AC3E}">
        <p14:creationId xmlns:p14="http://schemas.microsoft.com/office/powerpoint/2010/main" val="19075195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2FEAC-B333-D74E-D919-E23CF44E66D0}"/>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AB2BC9B9-E796-F9F2-6849-D4FA788FE030}"/>
              </a:ext>
            </a:extLst>
          </p:cNvPr>
          <p:cNvSpPr>
            <a:spLocks noGrp="1"/>
          </p:cNvSpPr>
          <p:nvPr>
            <p:ph type="title"/>
          </p:nvPr>
        </p:nvSpPr>
        <p:spPr/>
        <p:txBody>
          <a:bodyPr>
            <a:normAutofit/>
          </a:bodyPr>
          <a:lstStyle/>
          <a:p>
            <a:r>
              <a:rPr lang="sk-SK" sz="6000" b="1" noProof="0" dirty="0">
                <a:solidFill>
                  <a:schemeClr val="tx1"/>
                </a:solidFill>
              </a:rPr>
              <a:t>SWOT analýza </a:t>
            </a:r>
            <a:r>
              <a:rPr lang="sk-SK" sz="6000" b="1" noProof="0" dirty="0" err="1">
                <a:solidFill>
                  <a:schemeClr val="tx1"/>
                </a:solidFill>
              </a:rPr>
              <a:t>eTermín</a:t>
            </a:r>
            <a:endParaRPr lang="sk-SK" sz="6000" b="1" noProof="0" dirty="0">
              <a:solidFill>
                <a:schemeClr val="tx1"/>
              </a:solidFill>
            </a:endParaRPr>
          </a:p>
        </p:txBody>
      </p:sp>
      <p:graphicFrame>
        <p:nvGraphicFramePr>
          <p:cNvPr id="8" name="Zástupný objekt pre obsah 7">
            <a:extLst>
              <a:ext uri="{FF2B5EF4-FFF2-40B4-BE49-F238E27FC236}">
                <a16:creationId xmlns:a16="http://schemas.microsoft.com/office/drawing/2014/main" id="{2525F06E-CD17-5DA1-D86D-03AE3EBA89F3}"/>
              </a:ext>
            </a:extLst>
          </p:cNvPr>
          <p:cNvGraphicFramePr>
            <a:graphicFrameLocks noGrp="1"/>
          </p:cNvGraphicFramePr>
          <p:nvPr>
            <p:ph idx="1"/>
            <p:extLst>
              <p:ext uri="{D42A27DB-BD31-4B8C-83A1-F6EECF244321}">
                <p14:modId xmlns:p14="http://schemas.microsoft.com/office/powerpoint/2010/main" val="2207064842"/>
              </p:ext>
            </p:extLst>
          </p:nvPr>
        </p:nvGraphicFramePr>
        <p:xfrm>
          <a:off x="1097280" y="1737360"/>
          <a:ext cx="10027921" cy="4301594"/>
        </p:xfrm>
        <a:graphic>
          <a:graphicData uri="http://schemas.openxmlformats.org/drawingml/2006/table">
            <a:tbl>
              <a:tblPr firstRow="1" firstCol="1" bandRow="1"/>
              <a:tblGrid>
                <a:gridCol w="4465932">
                  <a:extLst>
                    <a:ext uri="{9D8B030D-6E8A-4147-A177-3AD203B41FA5}">
                      <a16:colId xmlns:a16="http://schemas.microsoft.com/office/drawing/2014/main" val="3970231819"/>
                    </a:ext>
                  </a:extLst>
                </a:gridCol>
                <a:gridCol w="2126738">
                  <a:extLst>
                    <a:ext uri="{9D8B030D-6E8A-4147-A177-3AD203B41FA5}">
                      <a16:colId xmlns:a16="http://schemas.microsoft.com/office/drawing/2014/main" val="1725595757"/>
                    </a:ext>
                  </a:extLst>
                </a:gridCol>
                <a:gridCol w="1458865">
                  <a:extLst>
                    <a:ext uri="{9D8B030D-6E8A-4147-A177-3AD203B41FA5}">
                      <a16:colId xmlns:a16="http://schemas.microsoft.com/office/drawing/2014/main" val="3568995582"/>
                    </a:ext>
                  </a:extLst>
                </a:gridCol>
                <a:gridCol w="1976386">
                  <a:extLst>
                    <a:ext uri="{9D8B030D-6E8A-4147-A177-3AD203B41FA5}">
                      <a16:colId xmlns:a16="http://schemas.microsoft.com/office/drawing/2014/main" val="3042503821"/>
                    </a:ext>
                  </a:extLst>
                </a:gridCol>
              </a:tblGrid>
              <a:tr h="530919">
                <a:tc>
                  <a:txBody>
                    <a:bodyPr/>
                    <a:lstStyle/>
                    <a:p>
                      <a:pPr algn="ctr">
                        <a:lnSpc>
                          <a:spcPct val="107000"/>
                        </a:lnSpc>
                        <a:spcAft>
                          <a:spcPts val="800"/>
                        </a:spcAft>
                        <a:buNone/>
                      </a:pPr>
                      <a:r>
                        <a:rPr lang="sk-SK" sz="1800" b="1" kern="0" noProof="0" dirty="0">
                          <a:solidFill>
                            <a:srgbClr val="000000"/>
                          </a:solidFill>
                          <a:effectLst/>
                          <a:latin typeface="+mn-lt"/>
                          <a:ea typeface="Times New Roman" panose="02020603050405020304" pitchFamily="18" charset="0"/>
                          <a:cs typeface="Times New Roman" panose="02020603050405020304" pitchFamily="18" charset="0"/>
                        </a:rPr>
                        <a:t>Príležitosti</a:t>
                      </a:r>
                      <a:endParaRPr lang="sk-SK" sz="16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solidFill>
                      <a:srgbClr val="FFC000"/>
                    </a:solidFill>
                  </a:tcPr>
                </a:tc>
                <a:tc>
                  <a:txBody>
                    <a:bodyPr/>
                    <a:lstStyle/>
                    <a:p>
                      <a:pPr algn="ctr">
                        <a:lnSpc>
                          <a:spcPct val="107000"/>
                        </a:lnSpc>
                        <a:spcAft>
                          <a:spcPts val="800"/>
                        </a:spcAft>
                        <a:buNone/>
                      </a:pPr>
                      <a:r>
                        <a:rPr lang="sk-SK" sz="1800" b="1" kern="0" noProof="0" dirty="0">
                          <a:solidFill>
                            <a:srgbClr val="000000"/>
                          </a:solidFill>
                          <a:effectLst/>
                          <a:latin typeface="+mn-lt"/>
                          <a:ea typeface="Times New Roman" panose="02020603050405020304" pitchFamily="18" charset="0"/>
                          <a:cs typeface="Times New Roman" panose="02020603050405020304" pitchFamily="18" charset="0"/>
                        </a:rPr>
                        <a:t>Známka (1-5)</a:t>
                      </a:r>
                      <a:endParaRPr lang="sk-SK" sz="16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solidFill>
                      <a:srgbClr val="FFC000"/>
                    </a:solidFill>
                  </a:tcPr>
                </a:tc>
                <a:tc>
                  <a:txBody>
                    <a:bodyPr/>
                    <a:lstStyle/>
                    <a:p>
                      <a:pPr algn="ctr">
                        <a:lnSpc>
                          <a:spcPct val="107000"/>
                        </a:lnSpc>
                        <a:spcAft>
                          <a:spcPts val="800"/>
                        </a:spcAft>
                        <a:buNone/>
                      </a:pPr>
                      <a:r>
                        <a:rPr lang="sk-SK" sz="1800" b="1" kern="0" noProof="0" dirty="0">
                          <a:solidFill>
                            <a:srgbClr val="000000"/>
                          </a:solidFill>
                          <a:effectLst/>
                          <a:latin typeface="+mn-lt"/>
                          <a:ea typeface="Times New Roman" panose="02020603050405020304" pitchFamily="18" charset="0"/>
                          <a:cs typeface="Times New Roman" panose="02020603050405020304" pitchFamily="18" charset="0"/>
                        </a:rPr>
                        <a:t>x Váha</a:t>
                      </a:r>
                      <a:endParaRPr lang="sk-SK" sz="16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solidFill>
                      <a:srgbClr val="FFC000"/>
                    </a:solidFill>
                  </a:tcPr>
                </a:tc>
                <a:tc>
                  <a:txBody>
                    <a:bodyPr/>
                    <a:lstStyle/>
                    <a:p>
                      <a:pPr algn="ctr">
                        <a:lnSpc>
                          <a:spcPct val="107000"/>
                        </a:lnSpc>
                        <a:spcAft>
                          <a:spcPts val="800"/>
                        </a:spcAft>
                        <a:buNone/>
                      </a:pPr>
                      <a:r>
                        <a:rPr lang="sk-SK" sz="1800" b="1" kern="0" noProof="0" dirty="0">
                          <a:solidFill>
                            <a:srgbClr val="000000"/>
                          </a:solidFill>
                          <a:effectLst/>
                          <a:latin typeface="+mn-lt"/>
                          <a:ea typeface="Times New Roman" panose="02020603050405020304" pitchFamily="18" charset="0"/>
                          <a:cs typeface="Times New Roman" panose="02020603050405020304" pitchFamily="18" charset="0"/>
                        </a:rPr>
                        <a:t>Konečná hodnota</a:t>
                      </a:r>
                      <a:endParaRPr lang="sk-SK" sz="16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solidFill>
                      <a:srgbClr val="FFC000"/>
                    </a:solidFill>
                  </a:tcPr>
                </a:tc>
                <a:extLst>
                  <a:ext uri="{0D108BD9-81ED-4DB2-BD59-A6C34878D82A}">
                    <a16:rowId xmlns:a16="http://schemas.microsoft.com/office/drawing/2014/main" val="898526904"/>
                  </a:ext>
                </a:extLst>
              </a:tr>
              <a:tr h="480659">
                <a:tc>
                  <a:txBody>
                    <a:bodyPr/>
                    <a:lstStyle/>
                    <a:p>
                      <a:pPr>
                        <a:lnSpc>
                          <a:spcPct val="107000"/>
                        </a:lnSpc>
                        <a:spcAft>
                          <a:spcPts val="800"/>
                        </a:spcAft>
                        <a:buNone/>
                      </a:pP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Absencia jednotnej platformy na trhu</a:t>
                      </a:r>
                      <a:endParaRPr lang="sk-SK" sz="14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F2CC"/>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5</a:t>
                      </a:r>
                      <a:endParaRPr lang="sk-SK" sz="1400" kern="100" noProof="0" dirty="0">
                        <a:effectLst/>
                        <a:latin typeface="Aptos" panose="020B0004020202020204" pitchFamily="34" charset="0"/>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F2CC"/>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0,3</a:t>
                      </a:r>
                      <a:endParaRPr lang="sk-SK" sz="1400" kern="100" noProof="0" dirty="0">
                        <a:effectLst/>
                        <a:latin typeface="Aptos" panose="020B0004020202020204" pitchFamily="34" charset="0"/>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F2CC"/>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1,5</a:t>
                      </a:r>
                      <a:endParaRPr lang="sk-SK" sz="1400" kern="100" noProof="0" dirty="0">
                        <a:effectLst/>
                        <a:latin typeface="Aptos" panose="020B0004020202020204" pitchFamily="34" charset="0"/>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F2CC"/>
                    </a:solidFill>
                  </a:tcPr>
                </a:tc>
                <a:extLst>
                  <a:ext uri="{0D108BD9-81ED-4DB2-BD59-A6C34878D82A}">
                    <a16:rowId xmlns:a16="http://schemas.microsoft.com/office/drawing/2014/main" val="1518969342"/>
                  </a:ext>
                </a:extLst>
              </a:tr>
              <a:tr h="809284">
                <a:tc>
                  <a:txBody>
                    <a:bodyPr/>
                    <a:lstStyle/>
                    <a:p>
                      <a:pPr>
                        <a:lnSpc>
                          <a:spcPct val="107000"/>
                        </a:lnSpc>
                        <a:spcAft>
                          <a:spcPts val="800"/>
                        </a:spcAft>
                        <a:buNone/>
                      </a:pP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Potenciál integrácie do štátneho e-Health</a:t>
                      </a:r>
                      <a:endParaRPr lang="sk-SK" sz="14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F2CC"/>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4</a:t>
                      </a:r>
                      <a:endParaRPr lang="sk-SK" sz="1400" kern="100" noProof="0" dirty="0">
                        <a:effectLst/>
                        <a:latin typeface="Aptos" panose="020B0004020202020204" pitchFamily="34" charset="0"/>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F2CC"/>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0,2</a:t>
                      </a:r>
                      <a:endParaRPr lang="sk-SK" sz="1400" kern="100" noProof="0" dirty="0">
                        <a:effectLst/>
                        <a:latin typeface="Aptos" panose="020B0004020202020204" pitchFamily="34" charset="0"/>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F2CC"/>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0,8</a:t>
                      </a:r>
                      <a:endParaRPr lang="sk-SK" sz="1400" kern="100" noProof="0" dirty="0">
                        <a:effectLst/>
                        <a:latin typeface="Aptos" panose="020B0004020202020204" pitchFamily="34" charset="0"/>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F2CC"/>
                    </a:solidFill>
                  </a:tcPr>
                </a:tc>
                <a:extLst>
                  <a:ext uri="{0D108BD9-81ED-4DB2-BD59-A6C34878D82A}">
                    <a16:rowId xmlns:a16="http://schemas.microsoft.com/office/drawing/2014/main" val="869615558"/>
                  </a:ext>
                </a:extLst>
              </a:tr>
              <a:tr h="807395">
                <a:tc>
                  <a:txBody>
                    <a:bodyPr/>
                    <a:lstStyle/>
                    <a:p>
                      <a:pPr>
                        <a:lnSpc>
                          <a:spcPct val="107000"/>
                        </a:lnSpc>
                        <a:spcAft>
                          <a:spcPts val="800"/>
                        </a:spcAft>
                        <a:buNone/>
                      </a:pP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Zníženie celkovej administratívnej záťaže</a:t>
                      </a:r>
                      <a:endParaRPr lang="sk-SK" sz="14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F2CC"/>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4</a:t>
                      </a:r>
                      <a:endParaRPr lang="sk-SK" sz="1400" kern="100" noProof="0" dirty="0">
                        <a:effectLst/>
                        <a:latin typeface="Aptos" panose="020B0004020202020204" pitchFamily="34" charset="0"/>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F2CC"/>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0,2</a:t>
                      </a:r>
                      <a:endParaRPr lang="sk-SK" sz="1400" kern="100" noProof="0" dirty="0">
                        <a:effectLst/>
                        <a:latin typeface="Aptos" panose="020B0004020202020204" pitchFamily="34" charset="0"/>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F2CC"/>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0,8</a:t>
                      </a:r>
                      <a:endParaRPr lang="sk-SK" sz="1400" kern="100" noProof="0" dirty="0">
                        <a:effectLst/>
                        <a:latin typeface="Aptos" panose="020B0004020202020204" pitchFamily="34" charset="0"/>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F2CC"/>
                    </a:solidFill>
                  </a:tcPr>
                </a:tc>
                <a:extLst>
                  <a:ext uri="{0D108BD9-81ED-4DB2-BD59-A6C34878D82A}">
                    <a16:rowId xmlns:a16="http://schemas.microsoft.com/office/drawing/2014/main" val="681217761"/>
                  </a:ext>
                </a:extLst>
              </a:tr>
              <a:tr h="537319">
                <a:tc>
                  <a:txBody>
                    <a:bodyPr/>
                    <a:lstStyle/>
                    <a:p>
                      <a:pPr>
                        <a:lnSpc>
                          <a:spcPct val="107000"/>
                        </a:lnSpc>
                        <a:spcAft>
                          <a:spcPts val="800"/>
                        </a:spcAft>
                        <a:buNone/>
                      </a:pP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Expanzia na natívne mobilné platformy</a:t>
                      </a:r>
                      <a:endParaRPr lang="sk-SK" sz="14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F2CC"/>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3</a:t>
                      </a:r>
                      <a:endParaRPr lang="sk-SK" sz="1400" kern="100" noProof="0" dirty="0">
                        <a:effectLst/>
                        <a:latin typeface="Aptos" panose="020B0004020202020204" pitchFamily="34" charset="0"/>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F2CC"/>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0,1</a:t>
                      </a:r>
                      <a:endParaRPr lang="sk-SK" sz="1400" kern="100" noProof="0" dirty="0">
                        <a:effectLst/>
                        <a:latin typeface="Aptos" panose="020B0004020202020204" pitchFamily="34" charset="0"/>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F2CC"/>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0,3</a:t>
                      </a:r>
                      <a:endParaRPr lang="sk-SK" sz="1400" kern="100" noProof="0" dirty="0">
                        <a:effectLst/>
                        <a:latin typeface="Aptos" panose="020B0004020202020204" pitchFamily="34" charset="0"/>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FFF2CC"/>
                    </a:solidFill>
                  </a:tcPr>
                </a:tc>
                <a:extLst>
                  <a:ext uri="{0D108BD9-81ED-4DB2-BD59-A6C34878D82A}">
                    <a16:rowId xmlns:a16="http://schemas.microsoft.com/office/drawing/2014/main" val="2595064559"/>
                  </a:ext>
                </a:extLst>
              </a:tr>
              <a:tr h="799840">
                <a:tc>
                  <a:txBody>
                    <a:bodyPr/>
                    <a:lstStyle/>
                    <a:p>
                      <a:pPr>
                        <a:lnSpc>
                          <a:spcPct val="107000"/>
                        </a:lnSpc>
                        <a:spcAft>
                          <a:spcPts val="800"/>
                        </a:spcAft>
                        <a:buNone/>
                      </a:pP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Zlepšenie dostupnosti zdravotnej starostlivosti</a:t>
                      </a:r>
                      <a:endParaRPr lang="sk-SK" sz="14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FFF2CC"/>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4</a:t>
                      </a:r>
                      <a:endParaRPr lang="sk-SK" sz="1400" kern="100" noProof="0" dirty="0">
                        <a:effectLst/>
                        <a:latin typeface="Aptos" panose="020B0004020202020204" pitchFamily="34" charset="0"/>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FFF2CC"/>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0,2</a:t>
                      </a:r>
                      <a:endParaRPr lang="sk-SK" sz="1400" kern="100" noProof="0" dirty="0">
                        <a:effectLst/>
                        <a:latin typeface="Aptos" panose="020B0004020202020204" pitchFamily="34" charset="0"/>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FFF2CC"/>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0,8</a:t>
                      </a:r>
                      <a:endParaRPr lang="sk-SK" sz="1400" kern="100" noProof="0" dirty="0">
                        <a:effectLst/>
                        <a:latin typeface="Aptos" panose="020B0004020202020204" pitchFamily="34" charset="0"/>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FFF2CC"/>
                    </a:solidFill>
                  </a:tcPr>
                </a:tc>
                <a:extLst>
                  <a:ext uri="{0D108BD9-81ED-4DB2-BD59-A6C34878D82A}">
                    <a16:rowId xmlns:a16="http://schemas.microsoft.com/office/drawing/2014/main" val="2224531304"/>
                  </a:ext>
                </a:extLst>
              </a:tr>
              <a:tr h="336178">
                <a:tc gridSpan="3">
                  <a:txBody>
                    <a:bodyPr/>
                    <a:lstStyle/>
                    <a:p>
                      <a:pPr algn="ctr">
                        <a:lnSpc>
                          <a:spcPct val="107000"/>
                        </a:lnSpc>
                        <a:spcAft>
                          <a:spcPts val="800"/>
                        </a:spcAft>
                        <a:buNone/>
                      </a:pPr>
                      <a:r>
                        <a:rPr lang="sk-SK" sz="1600" b="1" kern="0" noProof="0" dirty="0">
                          <a:solidFill>
                            <a:srgbClr val="000000"/>
                          </a:solidFill>
                          <a:effectLst/>
                          <a:latin typeface="+mn-lt"/>
                          <a:ea typeface="Times New Roman" panose="02020603050405020304" pitchFamily="18" charset="0"/>
                          <a:cs typeface="Times New Roman" panose="02020603050405020304" pitchFamily="18" charset="0"/>
                        </a:rPr>
                        <a:t>KHO</a:t>
                      </a:r>
                      <a:r>
                        <a:rPr lang="sk-SK" sz="1600" kern="0" noProof="0" dirty="0">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 1,5 + 0,8 + 0,8 + 0,3 + 0,8 =</a:t>
                      </a:r>
                      <a:endParaRPr lang="sk-SK" sz="1400" kern="100" noProof="0" dirty="0">
                        <a:effectLst/>
                        <a:latin typeface="Aptos" panose="020B0004020202020204" pitchFamily="34" charset="0"/>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2CC"/>
                    </a:solidFill>
                  </a:tcPr>
                </a:tc>
                <a:tc hMerge="1">
                  <a:txBody>
                    <a:bodyPr/>
                    <a:lstStyle/>
                    <a:p>
                      <a:endParaRPr lang="sk-SK"/>
                    </a:p>
                  </a:txBody>
                  <a:tcPr/>
                </a:tc>
                <a:tc hMerge="1">
                  <a:txBody>
                    <a:bodyPr/>
                    <a:lstStyle/>
                    <a:p>
                      <a:endParaRPr lang="sk-SK"/>
                    </a:p>
                  </a:txBody>
                  <a:tcPr/>
                </a:tc>
                <a:tc>
                  <a:txBody>
                    <a:bodyPr/>
                    <a:lstStyle/>
                    <a:p>
                      <a:pPr algn="ctr">
                        <a:lnSpc>
                          <a:spcPct val="107000"/>
                        </a:lnSpc>
                        <a:spcAft>
                          <a:spcPts val="800"/>
                        </a:spcAft>
                        <a:buNone/>
                      </a:pPr>
                      <a:r>
                        <a:rPr lang="sk-SK" sz="1600" u="sng" kern="0" noProof="0" dirty="0">
                          <a:solidFill>
                            <a:srgbClr val="000000"/>
                          </a:solidFill>
                          <a:effectLst/>
                          <a:latin typeface="Calibri" panose="020F0502020204030204" pitchFamily="34" charset="0"/>
                          <a:ea typeface="Times New Roman" panose="02020603050405020304" pitchFamily="18" charset="0"/>
                          <a:cs typeface="Times New Roman" panose="02020603050405020304" pitchFamily="18" charset="0"/>
                        </a:rPr>
                        <a:t>4,2</a:t>
                      </a:r>
                      <a:endParaRPr lang="sk-SK" sz="1400" u="sng" kern="100" noProof="0" dirty="0">
                        <a:effectLst/>
                        <a:latin typeface="Aptos" panose="020B0004020202020204" pitchFamily="34" charset="0"/>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2CC"/>
                    </a:solidFill>
                  </a:tcPr>
                </a:tc>
                <a:extLst>
                  <a:ext uri="{0D108BD9-81ED-4DB2-BD59-A6C34878D82A}">
                    <a16:rowId xmlns:a16="http://schemas.microsoft.com/office/drawing/2014/main" val="3012419285"/>
                  </a:ext>
                </a:extLst>
              </a:tr>
            </a:tbl>
          </a:graphicData>
        </a:graphic>
      </p:graphicFrame>
    </p:spTree>
    <p:extLst>
      <p:ext uri="{BB962C8B-B14F-4D97-AF65-F5344CB8AC3E}">
        <p14:creationId xmlns:p14="http://schemas.microsoft.com/office/powerpoint/2010/main" val="32984477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42C96-300F-BA73-8AB6-B0DCE87C6840}"/>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41819CD8-1B33-AA6A-2216-C919A1FE775F}"/>
              </a:ext>
            </a:extLst>
          </p:cNvPr>
          <p:cNvSpPr>
            <a:spLocks noGrp="1"/>
          </p:cNvSpPr>
          <p:nvPr>
            <p:ph type="title"/>
          </p:nvPr>
        </p:nvSpPr>
        <p:spPr/>
        <p:txBody>
          <a:bodyPr>
            <a:normAutofit/>
          </a:bodyPr>
          <a:lstStyle/>
          <a:p>
            <a:r>
              <a:rPr lang="sk-SK" sz="6000" b="1" noProof="0" dirty="0">
                <a:solidFill>
                  <a:schemeClr val="tx1"/>
                </a:solidFill>
              </a:rPr>
              <a:t>SWOT analýza </a:t>
            </a:r>
            <a:r>
              <a:rPr lang="sk-SK" sz="6000" b="1" noProof="0" dirty="0" err="1">
                <a:solidFill>
                  <a:schemeClr val="tx1"/>
                </a:solidFill>
              </a:rPr>
              <a:t>eTermín</a:t>
            </a:r>
            <a:endParaRPr lang="sk-SK" sz="6000" b="1" noProof="0" dirty="0">
              <a:solidFill>
                <a:schemeClr val="tx1"/>
              </a:solidFill>
            </a:endParaRPr>
          </a:p>
        </p:txBody>
      </p:sp>
      <p:graphicFrame>
        <p:nvGraphicFramePr>
          <p:cNvPr id="7" name="Zástupný objekt pre obsah 6">
            <a:extLst>
              <a:ext uri="{FF2B5EF4-FFF2-40B4-BE49-F238E27FC236}">
                <a16:creationId xmlns:a16="http://schemas.microsoft.com/office/drawing/2014/main" id="{83F96FD7-D6DE-9D2E-F411-A9AA7604061E}"/>
              </a:ext>
            </a:extLst>
          </p:cNvPr>
          <p:cNvGraphicFramePr>
            <a:graphicFrameLocks noGrp="1"/>
          </p:cNvGraphicFramePr>
          <p:nvPr>
            <p:ph idx="1"/>
            <p:extLst>
              <p:ext uri="{D42A27DB-BD31-4B8C-83A1-F6EECF244321}">
                <p14:modId xmlns:p14="http://schemas.microsoft.com/office/powerpoint/2010/main" val="774456177"/>
              </p:ext>
            </p:extLst>
          </p:nvPr>
        </p:nvGraphicFramePr>
        <p:xfrm>
          <a:off x="1097280" y="1737359"/>
          <a:ext cx="10058399" cy="4177166"/>
        </p:xfrm>
        <a:graphic>
          <a:graphicData uri="http://schemas.openxmlformats.org/drawingml/2006/table">
            <a:tbl>
              <a:tblPr firstRow="1" firstCol="1" bandRow="1"/>
              <a:tblGrid>
                <a:gridCol w="4479505">
                  <a:extLst>
                    <a:ext uri="{9D8B030D-6E8A-4147-A177-3AD203B41FA5}">
                      <a16:colId xmlns:a16="http://schemas.microsoft.com/office/drawing/2014/main" val="4162629110"/>
                    </a:ext>
                  </a:extLst>
                </a:gridCol>
                <a:gridCol w="2133203">
                  <a:extLst>
                    <a:ext uri="{9D8B030D-6E8A-4147-A177-3AD203B41FA5}">
                      <a16:colId xmlns:a16="http://schemas.microsoft.com/office/drawing/2014/main" val="562929326"/>
                    </a:ext>
                  </a:extLst>
                </a:gridCol>
                <a:gridCol w="1463299">
                  <a:extLst>
                    <a:ext uri="{9D8B030D-6E8A-4147-A177-3AD203B41FA5}">
                      <a16:colId xmlns:a16="http://schemas.microsoft.com/office/drawing/2014/main" val="1658430942"/>
                    </a:ext>
                  </a:extLst>
                </a:gridCol>
                <a:gridCol w="1982392">
                  <a:extLst>
                    <a:ext uri="{9D8B030D-6E8A-4147-A177-3AD203B41FA5}">
                      <a16:colId xmlns:a16="http://schemas.microsoft.com/office/drawing/2014/main" val="3118631860"/>
                    </a:ext>
                  </a:extLst>
                </a:gridCol>
              </a:tblGrid>
              <a:tr h="540537">
                <a:tc>
                  <a:txBody>
                    <a:bodyPr/>
                    <a:lstStyle/>
                    <a:p>
                      <a:pPr algn="ctr">
                        <a:lnSpc>
                          <a:spcPct val="107000"/>
                        </a:lnSpc>
                        <a:spcAft>
                          <a:spcPts val="800"/>
                        </a:spcAft>
                        <a:buNone/>
                      </a:pPr>
                      <a:r>
                        <a:rPr lang="sk-SK" sz="1800" b="1" kern="0" noProof="0" dirty="0">
                          <a:solidFill>
                            <a:srgbClr val="000000"/>
                          </a:solidFill>
                          <a:effectLst/>
                          <a:latin typeface="+mn-lt"/>
                          <a:ea typeface="Times New Roman" panose="02020603050405020304" pitchFamily="18" charset="0"/>
                          <a:cs typeface="Times New Roman" panose="02020603050405020304" pitchFamily="18" charset="0"/>
                        </a:rPr>
                        <a:t>Hrozby</a:t>
                      </a:r>
                      <a:endParaRPr lang="sk-SK" sz="16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solidFill>
                      <a:srgbClr val="AEAAAA"/>
                    </a:solidFill>
                  </a:tcPr>
                </a:tc>
                <a:tc>
                  <a:txBody>
                    <a:bodyPr/>
                    <a:lstStyle/>
                    <a:p>
                      <a:pPr algn="ctr">
                        <a:lnSpc>
                          <a:spcPct val="107000"/>
                        </a:lnSpc>
                        <a:spcAft>
                          <a:spcPts val="800"/>
                        </a:spcAft>
                        <a:buNone/>
                      </a:pPr>
                      <a:r>
                        <a:rPr lang="sk-SK" sz="1800" b="1" kern="0" noProof="0" dirty="0">
                          <a:solidFill>
                            <a:srgbClr val="000000"/>
                          </a:solidFill>
                          <a:effectLst/>
                          <a:latin typeface="+mn-lt"/>
                          <a:ea typeface="Times New Roman" panose="02020603050405020304" pitchFamily="18" charset="0"/>
                          <a:cs typeface="Times New Roman" panose="02020603050405020304" pitchFamily="18" charset="0"/>
                        </a:rPr>
                        <a:t>Známka (1-5)</a:t>
                      </a:r>
                      <a:endParaRPr lang="sk-SK" sz="16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solidFill>
                      <a:srgbClr val="AEAAAA"/>
                    </a:solidFill>
                  </a:tcPr>
                </a:tc>
                <a:tc>
                  <a:txBody>
                    <a:bodyPr/>
                    <a:lstStyle/>
                    <a:p>
                      <a:pPr algn="ctr">
                        <a:lnSpc>
                          <a:spcPct val="107000"/>
                        </a:lnSpc>
                        <a:spcAft>
                          <a:spcPts val="800"/>
                        </a:spcAft>
                        <a:buNone/>
                      </a:pPr>
                      <a:r>
                        <a:rPr lang="sk-SK" sz="1800" b="1" kern="0" noProof="0" dirty="0">
                          <a:solidFill>
                            <a:srgbClr val="000000"/>
                          </a:solidFill>
                          <a:effectLst/>
                          <a:latin typeface="+mn-lt"/>
                          <a:ea typeface="Times New Roman" panose="02020603050405020304" pitchFamily="18" charset="0"/>
                          <a:cs typeface="Times New Roman" panose="02020603050405020304" pitchFamily="18" charset="0"/>
                        </a:rPr>
                        <a:t>x Váha</a:t>
                      </a:r>
                      <a:endParaRPr lang="sk-SK" sz="16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solidFill>
                      <a:srgbClr val="AEAAAA"/>
                    </a:solidFill>
                  </a:tcPr>
                </a:tc>
                <a:tc>
                  <a:txBody>
                    <a:bodyPr/>
                    <a:lstStyle/>
                    <a:p>
                      <a:pPr algn="ctr">
                        <a:lnSpc>
                          <a:spcPct val="107000"/>
                        </a:lnSpc>
                        <a:spcAft>
                          <a:spcPts val="800"/>
                        </a:spcAft>
                        <a:buNone/>
                      </a:pPr>
                      <a:r>
                        <a:rPr lang="sk-SK" sz="1800" b="1" kern="0" noProof="0" dirty="0">
                          <a:solidFill>
                            <a:srgbClr val="000000"/>
                          </a:solidFill>
                          <a:effectLst/>
                          <a:latin typeface="+mn-lt"/>
                          <a:ea typeface="Times New Roman" panose="02020603050405020304" pitchFamily="18" charset="0"/>
                          <a:cs typeface="Times New Roman" panose="02020603050405020304" pitchFamily="18" charset="0"/>
                        </a:rPr>
                        <a:t>Konečná hodnota</a:t>
                      </a:r>
                      <a:endParaRPr lang="sk-SK" sz="16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solidFill>
                      <a:srgbClr val="AEAAAA"/>
                    </a:solidFill>
                  </a:tcPr>
                </a:tc>
                <a:extLst>
                  <a:ext uri="{0D108BD9-81ED-4DB2-BD59-A6C34878D82A}">
                    <a16:rowId xmlns:a16="http://schemas.microsoft.com/office/drawing/2014/main" val="2489722972"/>
                  </a:ext>
                </a:extLst>
              </a:tr>
              <a:tr h="617704">
                <a:tc>
                  <a:txBody>
                    <a:bodyPr/>
                    <a:lstStyle/>
                    <a:p>
                      <a:pPr>
                        <a:lnSpc>
                          <a:spcPct val="107000"/>
                        </a:lnSpc>
                        <a:spcAft>
                          <a:spcPts val="800"/>
                        </a:spcAft>
                        <a:buNone/>
                      </a:pP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Kybernetické útoky na zdravotné záznamy</a:t>
                      </a:r>
                      <a:endParaRPr lang="sk-SK" sz="14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D0CECE"/>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4</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D0CECE"/>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D0CECE"/>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1,6</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D0CECE"/>
                    </a:solidFill>
                  </a:tcPr>
                </a:tc>
                <a:extLst>
                  <a:ext uri="{0D108BD9-81ED-4DB2-BD59-A6C34878D82A}">
                    <a16:rowId xmlns:a16="http://schemas.microsoft.com/office/drawing/2014/main" val="2244947667"/>
                  </a:ext>
                </a:extLst>
              </a:tr>
              <a:tr h="831059">
                <a:tc>
                  <a:txBody>
                    <a:bodyPr/>
                    <a:lstStyle/>
                    <a:p>
                      <a:pPr>
                        <a:lnSpc>
                          <a:spcPct val="107000"/>
                        </a:lnSpc>
                        <a:spcAft>
                          <a:spcPts val="800"/>
                        </a:spcAft>
                        <a:buNone/>
                      </a:pP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Odpor odborného personálu voči digitalizácii</a:t>
                      </a:r>
                      <a:endParaRPr lang="sk-SK" sz="14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D0CECE"/>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2</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D0CECE"/>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D0CECE"/>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D0CECE"/>
                    </a:solidFill>
                  </a:tcPr>
                </a:tc>
                <a:extLst>
                  <a:ext uri="{0D108BD9-81ED-4DB2-BD59-A6C34878D82A}">
                    <a16:rowId xmlns:a16="http://schemas.microsoft.com/office/drawing/2014/main" val="2938906747"/>
                  </a:ext>
                </a:extLst>
              </a:tr>
              <a:tr h="616741">
                <a:tc>
                  <a:txBody>
                    <a:bodyPr/>
                    <a:lstStyle/>
                    <a:p>
                      <a:pPr>
                        <a:lnSpc>
                          <a:spcPct val="107000"/>
                        </a:lnSpc>
                        <a:spcAft>
                          <a:spcPts val="800"/>
                        </a:spcAft>
                        <a:buNone/>
                      </a:pP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Časté zmeny legislatívy v oblasti GDPR</a:t>
                      </a:r>
                      <a:endParaRPr lang="sk-SK" sz="14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D0CECE"/>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2</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D0CECE"/>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0,1</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D0CECE"/>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D0CECE"/>
                    </a:solidFill>
                  </a:tcPr>
                </a:tc>
                <a:extLst>
                  <a:ext uri="{0D108BD9-81ED-4DB2-BD59-A6C34878D82A}">
                    <a16:rowId xmlns:a16="http://schemas.microsoft.com/office/drawing/2014/main" val="2760419003"/>
                  </a:ext>
                </a:extLst>
              </a:tr>
              <a:tr h="533400">
                <a:tc>
                  <a:txBody>
                    <a:bodyPr/>
                    <a:lstStyle/>
                    <a:p>
                      <a:pPr>
                        <a:lnSpc>
                          <a:spcPct val="107000"/>
                        </a:lnSpc>
                        <a:spcAft>
                          <a:spcPts val="800"/>
                        </a:spcAft>
                        <a:buNone/>
                      </a:pP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Vznik konkurencie v súkromnom sektore</a:t>
                      </a:r>
                      <a:endParaRPr lang="sk-SK" sz="14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D0CECE"/>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2</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D0CECE"/>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0,1</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D0CECE"/>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solidFill>
                      <a:srgbClr val="D0CECE"/>
                    </a:solidFill>
                  </a:tcPr>
                </a:tc>
                <a:extLst>
                  <a:ext uri="{0D108BD9-81ED-4DB2-BD59-A6C34878D82A}">
                    <a16:rowId xmlns:a16="http://schemas.microsoft.com/office/drawing/2014/main" val="4180238509"/>
                  </a:ext>
                </a:extLst>
              </a:tr>
              <a:tr h="353150">
                <a:tc>
                  <a:txBody>
                    <a:bodyPr/>
                    <a:lstStyle/>
                    <a:p>
                      <a:pPr>
                        <a:lnSpc>
                          <a:spcPct val="107000"/>
                        </a:lnSpc>
                        <a:spcAft>
                          <a:spcPts val="800"/>
                        </a:spcAft>
                        <a:buNone/>
                      </a:pP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Výpadky kritickej sieťovej infraštruktúry</a:t>
                      </a:r>
                      <a:endParaRPr lang="sk-SK" sz="1400" kern="100" noProof="0" dirty="0">
                        <a:effectLst/>
                        <a:latin typeface="+mn-lt"/>
                        <a:ea typeface="Aptos" panose="020B0004020202020204" pitchFamily="34" charset="0"/>
                        <a:cs typeface="Times New Roman" panose="02020603050405020304" pitchFamily="18"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D0CECE"/>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2</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D0CECE"/>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D0CECE"/>
                    </a:solidFill>
                  </a:tcPr>
                </a:tc>
                <a:tc>
                  <a:txBody>
                    <a:bodyPr/>
                    <a:lstStyle/>
                    <a:p>
                      <a:pPr algn="ctr">
                        <a:lnSpc>
                          <a:spcPct val="107000"/>
                        </a:lnSpc>
                        <a:spcAft>
                          <a:spcPts val="800"/>
                        </a:spcAft>
                        <a:buNone/>
                      </a:pP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D0CECE"/>
                    </a:solidFill>
                  </a:tcPr>
                </a:tc>
                <a:extLst>
                  <a:ext uri="{0D108BD9-81ED-4DB2-BD59-A6C34878D82A}">
                    <a16:rowId xmlns:a16="http://schemas.microsoft.com/office/drawing/2014/main" val="1553070984"/>
                  </a:ext>
                </a:extLst>
              </a:tr>
              <a:tr h="336917">
                <a:tc gridSpan="3">
                  <a:txBody>
                    <a:bodyPr/>
                    <a:lstStyle/>
                    <a:p>
                      <a:pPr algn="ctr">
                        <a:lnSpc>
                          <a:spcPct val="107000"/>
                        </a:lnSpc>
                        <a:spcAft>
                          <a:spcPts val="800"/>
                        </a:spcAft>
                        <a:buNone/>
                      </a:pPr>
                      <a:r>
                        <a:rPr lang="sk-SK" sz="1600" b="1" kern="0" noProof="0" dirty="0">
                          <a:solidFill>
                            <a:srgbClr val="000000"/>
                          </a:solidFill>
                          <a:effectLst/>
                          <a:latin typeface="+mn-lt"/>
                          <a:ea typeface="Times New Roman" panose="02020603050405020304" pitchFamily="18" charset="0"/>
                          <a:cs typeface="Times New Roman" panose="02020603050405020304" pitchFamily="18" charset="0"/>
                        </a:rPr>
                        <a:t>KHT</a:t>
                      </a:r>
                      <a:r>
                        <a:rPr lang="sk-SK" sz="1600" kern="0" noProof="0" dirty="0">
                          <a:solidFill>
                            <a:srgbClr val="000000"/>
                          </a:solidFill>
                          <a:effectLst/>
                          <a:latin typeface="+mn-lt"/>
                          <a:ea typeface="Times New Roman" panose="02020603050405020304" pitchFamily="18" charset="0"/>
                          <a:cs typeface="Times New Roman" panose="02020603050405020304" pitchFamily="18" charset="0"/>
                        </a:rPr>
                        <a:t> </a:t>
                      </a: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1,6 + 0,4 + 0,2 + 0,2 + 0,4 =</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0CECE"/>
                    </a:solidFill>
                  </a:tcPr>
                </a:tc>
                <a:tc hMerge="1">
                  <a:txBody>
                    <a:bodyPr/>
                    <a:lstStyle/>
                    <a:p>
                      <a:endParaRPr lang="sk-SK"/>
                    </a:p>
                  </a:txBody>
                  <a:tcPr/>
                </a:tc>
                <a:tc hMerge="1">
                  <a:txBody>
                    <a:bodyPr/>
                    <a:lstStyle/>
                    <a:p>
                      <a:endParaRPr lang="sk-SK"/>
                    </a:p>
                  </a:txBody>
                  <a:tcPr/>
                </a:tc>
                <a:tc>
                  <a:txBody>
                    <a:bodyPr/>
                    <a:lstStyle/>
                    <a:p>
                      <a:pPr algn="ctr">
                        <a:lnSpc>
                          <a:spcPct val="107000"/>
                        </a:lnSpc>
                        <a:spcAft>
                          <a:spcPts val="800"/>
                        </a:spcAft>
                        <a:buNone/>
                      </a:pPr>
                      <a:r>
                        <a:rPr lang="sk-SK" sz="1600" u="sng"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2,8</a:t>
                      </a:r>
                      <a:endParaRPr lang="sk-SK" sz="1400" u="sng"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0CECE"/>
                    </a:solidFill>
                  </a:tcPr>
                </a:tc>
                <a:extLst>
                  <a:ext uri="{0D108BD9-81ED-4DB2-BD59-A6C34878D82A}">
                    <a16:rowId xmlns:a16="http://schemas.microsoft.com/office/drawing/2014/main" val="552856337"/>
                  </a:ext>
                </a:extLst>
              </a:tr>
              <a:tr h="347658">
                <a:tc gridSpan="3">
                  <a:txBody>
                    <a:bodyPr/>
                    <a:lstStyle/>
                    <a:p>
                      <a:pPr algn="ctr">
                        <a:lnSpc>
                          <a:spcPct val="107000"/>
                        </a:lnSpc>
                        <a:spcAft>
                          <a:spcPts val="800"/>
                        </a:spcAft>
                        <a:buNone/>
                      </a:pPr>
                      <a:r>
                        <a:rPr lang="sk-SK" sz="1600" b="1" kern="0" noProof="0" dirty="0">
                          <a:solidFill>
                            <a:srgbClr val="000000"/>
                          </a:solidFill>
                          <a:effectLst/>
                          <a:latin typeface="+mn-lt"/>
                          <a:ea typeface="Times New Roman" panose="02020603050405020304" pitchFamily="18" charset="0"/>
                          <a:cs typeface="Times New Roman" panose="02020603050405020304" pitchFamily="18" charset="0"/>
                        </a:rPr>
                        <a:t>Hodnota externého prostredia</a:t>
                      </a:r>
                      <a:r>
                        <a:rPr lang="sk-SK" sz="1600"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4,2 - 2,8 =</a:t>
                      </a:r>
                      <a:endParaRPr lang="sk-SK" sz="1400"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4C6E7"/>
                    </a:solidFill>
                  </a:tcPr>
                </a:tc>
                <a:tc hMerge="1">
                  <a:txBody>
                    <a:bodyPr/>
                    <a:lstStyle/>
                    <a:p>
                      <a:endParaRPr lang="sk-SK"/>
                    </a:p>
                  </a:txBody>
                  <a:tcPr/>
                </a:tc>
                <a:tc hMerge="1">
                  <a:txBody>
                    <a:bodyPr/>
                    <a:lstStyle/>
                    <a:p>
                      <a:endParaRPr lang="sk-SK"/>
                    </a:p>
                  </a:txBody>
                  <a:tcPr/>
                </a:tc>
                <a:tc>
                  <a:txBody>
                    <a:bodyPr/>
                    <a:lstStyle/>
                    <a:p>
                      <a:pPr algn="ctr">
                        <a:lnSpc>
                          <a:spcPct val="107000"/>
                        </a:lnSpc>
                        <a:spcAft>
                          <a:spcPts val="800"/>
                        </a:spcAft>
                        <a:buNone/>
                      </a:pPr>
                      <a:r>
                        <a:rPr lang="sk-SK" sz="1600" u="sng" kern="0"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1,4</a:t>
                      </a:r>
                      <a:endParaRPr lang="sk-SK" sz="1400" u="sng" kern="100" noProof="0" dirty="0">
                        <a:effectLst/>
                        <a:latin typeface="Calibri" panose="020F0502020204030204" pitchFamily="34" charset="0"/>
                        <a:ea typeface="Calibri" panose="020F0502020204030204" pitchFamily="34" charset="0"/>
                        <a:cs typeface="Calibri" panose="020F0502020204030204" pitchFamily="34" charset="0"/>
                      </a:endParaRPr>
                    </a:p>
                  </a:txBody>
                  <a:tcPr marL="44450" marR="4445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4C6E7"/>
                    </a:solidFill>
                  </a:tcPr>
                </a:tc>
                <a:extLst>
                  <a:ext uri="{0D108BD9-81ED-4DB2-BD59-A6C34878D82A}">
                    <a16:rowId xmlns:a16="http://schemas.microsoft.com/office/drawing/2014/main" val="493990058"/>
                  </a:ext>
                </a:extLst>
              </a:tr>
            </a:tbl>
          </a:graphicData>
        </a:graphic>
      </p:graphicFrame>
    </p:spTree>
    <p:extLst>
      <p:ext uri="{BB962C8B-B14F-4D97-AF65-F5344CB8AC3E}">
        <p14:creationId xmlns:p14="http://schemas.microsoft.com/office/powerpoint/2010/main" val="22664352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5FFE8436-58AA-638C-9854-FF8997FA97AF}"/>
              </a:ext>
            </a:extLst>
          </p:cNvPr>
          <p:cNvSpPr txBox="1">
            <a:spLocks/>
          </p:cNvSpPr>
          <p:nvPr/>
        </p:nvSpPr>
        <p:spPr>
          <a:xfrm>
            <a:off x="2261914" y="462464"/>
            <a:ext cx="7712378" cy="786982"/>
          </a:xfrm>
          <a:prstGeom prst="rect">
            <a:avLst/>
          </a:prstGeom>
        </p:spPr>
        <p:txBody>
          <a:bodyPr>
            <a:no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r>
              <a:rPr lang="sk-SK" sz="5400" b="1" noProof="0" dirty="0">
                <a:solidFill>
                  <a:schemeClr val="tx1"/>
                </a:solidFill>
              </a:rPr>
              <a:t>Vyhodnotenie SWOT analýzy</a:t>
            </a:r>
          </a:p>
        </p:txBody>
      </p:sp>
      <p:pic>
        <p:nvPicPr>
          <p:cNvPr id="3" name="Obrázok 2">
            <a:extLst>
              <a:ext uri="{FF2B5EF4-FFF2-40B4-BE49-F238E27FC236}">
                <a16:creationId xmlns:a16="http://schemas.microsoft.com/office/drawing/2014/main" id="{6EA11D3B-55FF-02C6-AA63-2AC6C9E8B886}"/>
              </a:ext>
            </a:extLst>
          </p:cNvPr>
          <p:cNvPicPr>
            <a:picLocks noChangeAspect="1"/>
          </p:cNvPicPr>
          <p:nvPr/>
        </p:nvPicPr>
        <p:blipFill>
          <a:blip r:embed="rId2">
            <a:extLst>
              <a:ext uri="{28A0092B-C50C-407E-A947-70E740481C1C}">
                <a14:useLocalDpi xmlns:a14="http://schemas.microsoft.com/office/drawing/2010/main" val="0"/>
              </a:ext>
            </a:extLst>
          </a:blip>
          <a:srcRect l="3245" t="5897" r="3326" b="1041"/>
          <a:stretch>
            <a:fillRect/>
          </a:stretch>
        </p:blipFill>
        <p:spPr bwMode="auto">
          <a:xfrm>
            <a:off x="2743200" y="1179646"/>
            <a:ext cx="6749807" cy="5144329"/>
          </a:xfrm>
          <a:prstGeom prst="rect">
            <a:avLst/>
          </a:prstGeom>
          <a:noFill/>
          <a:ln>
            <a:noFill/>
          </a:ln>
        </p:spPr>
      </p:pic>
    </p:spTree>
    <p:extLst>
      <p:ext uri="{BB962C8B-B14F-4D97-AF65-F5344CB8AC3E}">
        <p14:creationId xmlns:p14="http://schemas.microsoft.com/office/powerpoint/2010/main" val="33882093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35E195D7-4AE8-A637-8B15-A9230D9D4555}"/>
              </a:ext>
            </a:extLst>
          </p:cNvPr>
          <p:cNvSpPr>
            <a:spLocks noGrp="1"/>
          </p:cNvSpPr>
          <p:nvPr>
            <p:ph type="ctrTitle"/>
          </p:nvPr>
        </p:nvSpPr>
        <p:spPr>
          <a:xfrm>
            <a:off x="1097280" y="758952"/>
            <a:ext cx="6790293" cy="3566160"/>
          </a:xfrm>
        </p:spPr>
        <p:txBody>
          <a:bodyPr/>
          <a:lstStyle/>
          <a:p>
            <a:r>
              <a:rPr lang="sk-SK" b="1" i="1" noProof="0" dirty="0" err="1">
                <a:solidFill>
                  <a:schemeClr val="tx1"/>
                </a:solidFill>
              </a:rPr>
              <a:t>eTermín</a:t>
            </a:r>
            <a:br>
              <a:rPr lang="sk-SK" b="1" noProof="0" dirty="0">
                <a:solidFill>
                  <a:schemeClr val="tx1"/>
                </a:solidFill>
              </a:rPr>
            </a:br>
            <a:r>
              <a:rPr lang="sk-SK" b="1" noProof="0" dirty="0">
                <a:solidFill>
                  <a:schemeClr val="tx1"/>
                </a:solidFill>
              </a:rPr>
              <a:t>Vizualizácia modelových dát</a:t>
            </a:r>
          </a:p>
        </p:txBody>
      </p:sp>
      <p:pic>
        <p:nvPicPr>
          <p:cNvPr id="6" name="Obrázok 5" descr="Obrázok, na ktorom je pestrofarebnosť, snímka obrazovky, grafika, štvorec&#10;&#10;Obsah vygenerovaný pomocou AI môže byť nesprávny.">
            <a:extLst>
              <a:ext uri="{FF2B5EF4-FFF2-40B4-BE49-F238E27FC236}">
                <a16:creationId xmlns:a16="http://schemas.microsoft.com/office/drawing/2014/main" id="{08C4D5F5-BE19-4643-005A-6F1F2D6DF6FD}"/>
              </a:ext>
            </a:extLst>
          </p:cNvPr>
          <p:cNvPicPr>
            <a:picLocks noChangeAspect="1"/>
          </p:cNvPicPr>
          <p:nvPr/>
        </p:nvPicPr>
        <p:blipFill>
          <a:blip r:embed="rId2"/>
          <a:srcRect l="25043" t="9543" r="25074" b="9333"/>
          <a:stretch>
            <a:fillRect/>
          </a:stretch>
        </p:blipFill>
        <p:spPr>
          <a:xfrm>
            <a:off x="7817770" y="1430932"/>
            <a:ext cx="4041509" cy="4006608"/>
          </a:xfrm>
          <a:prstGeom prst="rect">
            <a:avLst/>
          </a:prstGeom>
        </p:spPr>
      </p:pic>
      <p:sp>
        <p:nvSpPr>
          <p:cNvPr id="5" name="Podnadpis 4">
            <a:extLst>
              <a:ext uri="{FF2B5EF4-FFF2-40B4-BE49-F238E27FC236}">
                <a16:creationId xmlns:a16="http://schemas.microsoft.com/office/drawing/2014/main" id="{1B9CE497-E22D-C179-0660-0091055D54BC}"/>
              </a:ext>
            </a:extLst>
          </p:cNvPr>
          <p:cNvSpPr>
            <a:spLocks noGrp="1"/>
          </p:cNvSpPr>
          <p:nvPr>
            <p:ph type="subTitle" idx="1"/>
          </p:nvPr>
        </p:nvSpPr>
        <p:spPr/>
        <p:txBody>
          <a:bodyPr/>
          <a:lstStyle/>
          <a:p>
            <a:endParaRPr lang="sk-SK" noProof="0" dirty="0"/>
          </a:p>
        </p:txBody>
      </p:sp>
    </p:spTree>
    <p:extLst>
      <p:ext uri="{BB962C8B-B14F-4D97-AF65-F5344CB8AC3E}">
        <p14:creationId xmlns:p14="http://schemas.microsoft.com/office/powerpoint/2010/main" val="31164903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5EBE5-F5D1-2178-3C58-3066B7A7FF32}"/>
            </a:ext>
          </a:extLst>
        </p:cNvPr>
        <p:cNvGrpSpPr/>
        <p:nvPr/>
      </p:nvGrpSpPr>
      <p:grpSpPr>
        <a:xfrm>
          <a:off x="0" y="0"/>
          <a:ext cx="0" cy="0"/>
          <a:chOff x="0" y="0"/>
          <a:chExt cx="0" cy="0"/>
        </a:xfrm>
      </p:grpSpPr>
      <p:sp>
        <p:nvSpPr>
          <p:cNvPr id="3" name="Zástupný objekt pre obsah 6">
            <a:extLst>
              <a:ext uri="{FF2B5EF4-FFF2-40B4-BE49-F238E27FC236}">
                <a16:creationId xmlns:a16="http://schemas.microsoft.com/office/drawing/2014/main" id="{606016D7-95B7-CEF8-0A5A-B047FED36A42}"/>
              </a:ext>
            </a:extLst>
          </p:cNvPr>
          <p:cNvSpPr txBox="1">
            <a:spLocks/>
          </p:cNvSpPr>
          <p:nvPr/>
        </p:nvSpPr>
        <p:spPr>
          <a:xfrm>
            <a:off x="919286" y="1842835"/>
            <a:ext cx="9962074" cy="3567556"/>
          </a:xfrm>
          <a:prstGeom prst="rect">
            <a:avLst/>
          </a:prstGeom>
        </p:spPr>
        <p:txBody>
          <a:bodyPr vert="horz" lIns="0" tIns="45720" rIns="0" bIns="45720" rtlCol="0" anchor="ctr">
            <a:normAutofit/>
          </a:bodyPr>
          <a:lstStyle>
            <a:lvl1pPr marL="91440" indent="-91440" defTabSz="914400">
              <a:lnSpc>
                <a:spcPct val="90000"/>
              </a:lnSpc>
              <a:spcBef>
                <a:spcPts val="1200"/>
              </a:spcBef>
              <a:spcAft>
                <a:spcPts val="200"/>
              </a:spcAft>
              <a:buClr>
                <a:schemeClr val="accent1"/>
              </a:buClr>
              <a:buSzPct val="100000"/>
              <a:buFont typeface="Wingdings" panose="05000000000000000000" pitchFamily="2" charset="2"/>
              <a:buChar char="Ø"/>
              <a:defRPr sz="2800"/>
            </a:lvl1pPr>
            <a:lvl2pPr marL="384048" indent="-182880" defTabSz="914400">
              <a:lnSpc>
                <a:spcPct val="90000"/>
              </a:lnSpc>
              <a:spcBef>
                <a:spcPts val="200"/>
              </a:spcBef>
              <a:spcAft>
                <a:spcPts val="400"/>
              </a:spcAft>
              <a:buClr>
                <a:schemeClr val="accent1"/>
              </a:buClr>
              <a:buFont typeface="Calibri" pitchFamily="34" charset="0"/>
              <a:buChar char="◦"/>
              <a:defRPr>
                <a:solidFill>
                  <a:schemeClr val="tx1">
                    <a:lumMod val="75000"/>
                    <a:lumOff val="25000"/>
                  </a:schemeClr>
                </a:solidFill>
              </a:defRPr>
            </a:lvl2pPr>
            <a:lvl3pPr marL="56692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3pPr>
            <a:lvl4pPr marL="74980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4pPr>
            <a:lvl5pPr marL="93268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5pPr>
            <a:lvl6pPr marL="11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6pPr>
            <a:lvl7pPr marL="13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7pPr>
            <a:lvl8pPr marL="15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8pPr>
            <a:lvl9pPr marL="17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9pPr>
          </a:lstStyle>
          <a:p>
            <a:r>
              <a:rPr lang="sk-SK" noProof="0" dirty="0"/>
              <a:t>odborný časopis </a:t>
            </a:r>
          </a:p>
          <a:p>
            <a:r>
              <a:rPr lang="sk-SK" noProof="0" dirty="0" err="1"/>
              <a:t>Journal</a:t>
            </a:r>
            <a:r>
              <a:rPr lang="sk-SK" noProof="0" dirty="0"/>
              <a:t> of </a:t>
            </a:r>
            <a:r>
              <a:rPr lang="sk-SK" noProof="0" dirty="0" err="1"/>
              <a:t>Medical</a:t>
            </a:r>
            <a:r>
              <a:rPr lang="sk-SK" noProof="0" dirty="0"/>
              <a:t> Internet </a:t>
            </a:r>
            <a:r>
              <a:rPr lang="sk-SK" noProof="0" dirty="0" err="1"/>
              <a:t>Research</a:t>
            </a:r>
            <a:endParaRPr lang="sk-SK" noProof="0" dirty="0"/>
          </a:p>
          <a:p>
            <a:r>
              <a:rPr lang="sk-SK" noProof="0" dirty="0"/>
              <a:t>Reálne dáta</a:t>
            </a:r>
          </a:p>
          <a:p>
            <a:r>
              <a:rPr lang="sk-SK" noProof="0" dirty="0" err="1"/>
              <a:t>Impact</a:t>
            </a:r>
            <a:r>
              <a:rPr lang="sk-SK" noProof="0" dirty="0"/>
              <a:t> of Online </a:t>
            </a:r>
            <a:r>
              <a:rPr lang="sk-SK" noProof="0" dirty="0" err="1"/>
              <a:t>Appointment</a:t>
            </a:r>
            <a:r>
              <a:rPr lang="sk-SK" noProof="0" dirty="0"/>
              <a:t> </a:t>
            </a:r>
            <a:r>
              <a:rPr lang="sk-SK" noProof="0" dirty="0" err="1"/>
              <a:t>Scheduling</a:t>
            </a:r>
            <a:endParaRPr lang="sk-SK" noProof="0" dirty="0"/>
          </a:p>
          <a:p>
            <a:r>
              <a:rPr lang="sk-SK" noProof="0" dirty="0">
                <a:hlinkClick r:id="rId2"/>
              </a:rPr>
              <a:t>https://www.jmir.org/2017/4/e134/</a:t>
            </a:r>
            <a:endParaRPr lang="sk-SK" noProof="0" dirty="0"/>
          </a:p>
        </p:txBody>
      </p:sp>
      <p:pic>
        <p:nvPicPr>
          <p:cNvPr id="4" name="Obrázok 3" descr="Leveraging Real-World Data for Real-World Impact">
            <a:extLst>
              <a:ext uri="{FF2B5EF4-FFF2-40B4-BE49-F238E27FC236}">
                <a16:creationId xmlns:a16="http://schemas.microsoft.com/office/drawing/2014/main" id="{C3B61D01-832E-0D99-8641-A7023FDA82B1}"/>
              </a:ext>
            </a:extLst>
          </p:cNvPr>
          <p:cNvPicPr>
            <a:picLocks noChangeAspect="1"/>
          </p:cNvPicPr>
          <p:nvPr/>
        </p:nvPicPr>
        <p:blipFill>
          <a:blip r:embed="rId3"/>
          <a:stretch>
            <a:fillRect/>
          </a:stretch>
        </p:blipFill>
        <p:spPr>
          <a:xfrm>
            <a:off x="8164191" y="2034854"/>
            <a:ext cx="3375537" cy="3375537"/>
          </a:xfrm>
          <a:prstGeom prst="rect">
            <a:avLst/>
          </a:prstGeom>
        </p:spPr>
      </p:pic>
      <p:sp>
        <p:nvSpPr>
          <p:cNvPr id="5" name="Nadpis 1">
            <a:extLst>
              <a:ext uri="{FF2B5EF4-FFF2-40B4-BE49-F238E27FC236}">
                <a16:creationId xmlns:a16="http://schemas.microsoft.com/office/drawing/2014/main" id="{3C4E46B0-8C72-3D72-8B74-6AE46CBF7122}"/>
              </a:ext>
            </a:extLst>
          </p:cNvPr>
          <p:cNvSpPr txBox="1">
            <a:spLocks/>
          </p:cNvSpPr>
          <p:nvPr/>
        </p:nvSpPr>
        <p:spPr>
          <a:xfrm>
            <a:off x="1066800" y="788020"/>
            <a:ext cx="10058400" cy="958805"/>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r>
              <a:rPr lang="sk-SK" sz="6000" b="1" noProof="0" dirty="0">
                <a:solidFill>
                  <a:schemeClr val="tx1"/>
                </a:solidFill>
              </a:rPr>
              <a:t>Štúdia</a:t>
            </a:r>
          </a:p>
        </p:txBody>
      </p:sp>
    </p:spTree>
    <p:extLst>
      <p:ext uri="{BB962C8B-B14F-4D97-AF65-F5344CB8AC3E}">
        <p14:creationId xmlns:p14="http://schemas.microsoft.com/office/powerpoint/2010/main" val="10018431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13638-FA7C-2689-3854-73595EC41C84}"/>
            </a:ext>
          </a:extLst>
        </p:cNvPr>
        <p:cNvGrpSpPr/>
        <p:nvPr/>
      </p:nvGrpSpPr>
      <p:grpSpPr>
        <a:xfrm>
          <a:off x="0" y="0"/>
          <a:ext cx="0" cy="0"/>
          <a:chOff x="0" y="0"/>
          <a:chExt cx="0" cy="0"/>
        </a:xfrm>
      </p:grpSpPr>
      <p:sp>
        <p:nvSpPr>
          <p:cNvPr id="10" name="Zástupný objekt pre obsah 6">
            <a:extLst>
              <a:ext uri="{FF2B5EF4-FFF2-40B4-BE49-F238E27FC236}">
                <a16:creationId xmlns:a16="http://schemas.microsoft.com/office/drawing/2014/main" id="{04182CB1-83D1-702C-CF8B-9745BA0D4230}"/>
              </a:ext>
            </a:extLst>
          </p:cNvPr>
          <p:cNvSpPr>
            <a:spLocks noGrp="1"/>
          </p:cNvSpPr>
          <p:nvPr>
            <p:ph idx="1"/>
          </p:nvPr>
        </p:nvSpPr>
        <p:spPr>
          <a:xfrm>
            <a:off x="872108" y="2093594"/>
            <a:ext cx="9643491" cy="3356229"/>
          </a:xfrm>
        </p:spPr>
        <p:txBody>
          <a:bodyPr anchor="ctr">
            <a:normAutofit/>
          </a:bodyPr>
          <a:lstStyle/>
          <a:p>
            <a:pPr>
              <a:buFont typeface="Wingdings" panose="05000000000000000000" pitchFamily="2" charset="2"/>
              <a:buChar char="Ø"/>
            </a:pPr>
            <a:r>
              <a:rPr lang="sk-SK" sz="2800" noProof="0" dirty="0">
                <a:solidFill>
                  <a:schemeClr val="tx1"/>
                </a:solidFill>
              </a:rPr>
              <a:t>Preukázateľné zlepšenie efektivity ambulancií</a:t>
            </a:r>
          </a:p>
          <a:p>
            <a:pPr>
              <a:buFont typeface="Wingdings" panose="05000000000000000000" pitchFamily="2" charset="2"/>
              <a:buChar char="Ø"/>
            </a:pPr>
            <a:r>
              <a:rPr lang="sk-SK" sz="2800" noProof="0" dirty="0">
                <a:solidFill>
                  <a:schemeClr val="tx1"/>
                </a:solidFill>
              </a:rPr>
              <a:t>Menej vymeškaných termínov</a:t>
            </a:r>
          </a:p>
          <a:p>
            <a:pPr>
              <a:buFont typeface="Wingdings" panose="05000000000000000000" pitchFamily="2" charset="2"/>
              <a:buChar char="Ø"/>
            </a:pPr>
            <a:r>
              <a:rPr lang="sk-SK" sz="2800" noProof="0" dirty="0">
                <a:solidFill>
                  <a:schemeClr val="tx1"/>
                </a:solidFill>
              </a:rPr>
              <a:t>Úspora času pre pacientov aj personál</a:t>
            </a:r>
          </a:p>
          <a:p>
            <a:pPr>
              <a:buFont typeface="Wingdings" panose="05000000000000000000" pitchFamily="2" charset="2"/>
              <a:buChar char="Ø"/>
            </a:pPr>
            <a:r>
              <a:rPr lang="sk-SK" sz="2800" noProof="0" dirty="0">
                <a:solidFill>
                  <a:schemeClr val="tx1"/>
                </a:solidFill>
              </a:rPr>
              <a:t>Vyššia dostupnosť služby</a:t>
            </a:r>
          </a:p>
          <a:p>
            <a:pPr>
              <a:buFont typeface="Wingdings" panose="05000000000000000000" pitchFamily="2" charset="2"/>
              <a:buChar char="Ø"/>
            </a:pPr>
            <a:r>
              <a:rPr lang="sk-SK" sz="2800" noProof="0" dirty="0">
                <a:solidFill>
                  <a:schemeClr val="tx1"/>
                </a:solidFill>
              </a:rPr>
              <a:t>Lepšie využitie kapacít lekára</a:t>
            </a:r>
          </a:p>
        </p:txBody>
      </p:sp>
      <p:pic>
        <p:nvPicPr>
          <p:cNvPr id="2052" name="Picture 4" descr="37,000+ Bar Graph Growth Stock Illustrations, Royalty-Free Vector Graphics  &amp; Clip Art - iStock">
            <a:extLst>
              <a:ext uri="{FF2B5EF4-FFF2-40B4-BE49-F238E27FC236}">
                <a16:creationId xmlns:a16="http://schemas.microsoft.com/office/drawing/2014/main" id="{1F0992F1-7929-6A46-ECC1-7900C8D0F7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62292" y="2809875"/>
            <a:ext cx="3844976" cy="2563317"/>
          </a:xfrm>
          <a:prstGeom prst="rect">
            <a:avLst/>
          </a:prstGeom>
          <a:noFill/>
          <a:extLst>
            <a:ext uri="{909E8E84-426E-40DD-AFC4-6F175D3DCCD1}">
              <a14:hiddenFill xmlns:a14="http://schemas.microsoft.com/office/drawing/2010/main">
                <a:solidFill>
                  <a:srgbClr val="FFFFFF"/>
                </a:solidFill>
              </a14:hiddenFill>
            </a:ext>
          </a:extLst>
        </p:spPr>
      </p:pic>
      <p:sp>
        <p:nvSpPr>
          <p:cNvPr id="2" name="Nadpis 1">
            <a:extLst>
              <a:ext uri="{FF2B5EF4-FFF2-40B4-BE49-F238E27FC236}">
                <a16:creationId xmlns:a16="http://schemas.microsoft.com/office/drawing/2014/main" id="{604460BE-9E38-60C6-2210-5E924A8CF543}"/>
              </a:ext>
            </a:extLst>
          </p:cNvPr>
          <p:cNvSpPr txBox="1">
            <a:spLocks/>
          </p:cNvSpPr>
          <p:nvPr/>
        </p:nvSpPr>
        <p:spPr>
          <a:xfrm>
            <a:off x="0" y="-135690"/>
            <a:ext cx="12192000" cy="1871143"/>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pPr algn="ctr"/>
            <a:r>
              <a:rPr lang="sk-SK" sz="5400" b="1" noProof="0" dirty="0">
                <a:solidFill>
                  <a:schemeClr val="tx1"/>
                </a:solidFill>
              </a:rPr>
              <a:t>Prečo sa digitálne objednávanie oplatí?</a:t>
            </a:r>
          </a:p>
        </p:txBody>
      </p:sp>
    </p:spTree>
    <p:extLst>
      <p:ext uri="{BB962C8B-B14F-4D97-AF65-F5344CB8AC3E}">
        <p14:creationId xmlns:p14="http://schemas.microsoft.com/office/powerpoint/2010/main" val="17736626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9D0E98-8D31-61FE-259C-5C261BC20760}"/>
            </a:ext>
          </a:extLst>
        </p:cNvPr>
        <p:cNvGrpSpPr/>
        <p:nvPr/>
      </p:nvGrpSpPr>
      <p:grpSpPr>
        <a:xfrm>
          <a:off x="0" y="0"/>
          <a:ext cx="0" cy="0"/>
          <a:chOff x="0" y="0"/>
          <a:chExt cx="0" cy="0"/>
        </a:xfrm>
      </p:grpSpPr>
      <p:pic>
        <p:nvPicPr>
          <p:cNvPr id="1026" name="Picture 2">
            <a:extLst>
              <a:ext uri="{FF2B5EF4-FFF2-40B4-BE49-F238E27FC236}">
                <a16:creationId xmlns:a16="http://schemas.microsoft.com/office/drawing/2014/main" id="{F4BE039B-390C-D1BC-C1E8-7C91B544716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16" t="10172" r="479" b="10429"/>
          <a:stretch>
            <a:fillRect/>
          </a:stretch>
        </p:blipFill>
        <p:spPr bwMode="auto">
          <a:xfrm>
            <a:off x="343362" y="2571808"/>
            <a:ext cx="11505275" cy="2293356"/>
          </a:xfrm>
          <a:prstGeom prst="rect">
            <a:avLst/>
          </a:prstGeom>
          <a:noFill/>
          <a:extLst>
            <a:ext uri="{909E8E84-426E-40DD-AFC4-6F175D3DCCD1}">
              <a14:hiddenFill xmlns:a14="http://schemas.microsoft.com/office/drawing/2010/main">
                <a:solidFill>
                  <a:srgbClr val="FFFFFF"/>
                </a:solidFill>
              </a14:hiddenFill>
            </a:ext>
          </a:extLst>
        </p:spPr>
      </p:pic>
      <p:sp>
        <p:nvSpPr>
          <p:cNvPr id="7" name="Nadpis 1">
            <a:extLst>
              <a:ext uri="{FF2B5EF4-FFF2-40B4-BE49-F238E27FC236}">
                <a16:creationId xmlns:a16="http://schemas.microsoft.com/office/drawing/2014/main" id="{9B736E2C-D398-DF87-17C9-915F861928BF}"/>
              </a:ext>
            </a:extLst>
          </p:cNvPr>
          <p:cNvSpPr txBox="1">
            <a:spLocks/>
          </p:cNvSpPr>
          <p:nvPr/>
        </p:nvSpPr>
        <p:spPr>
          <a:xfrm>
            <a:off x="0" y="-118871"/>
            <a:ext cx="12192000" cy="1847088"/>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pPr algn="ctr"/>
            <a:r>
              <a:rPr lang="sk-SK" sz="5400" b="1" noProof="0" dirty="0">
                <a:solidFill>
                  <a:schemeClr val="tx1"/>
                </a:solidFill>
              </a:rPr>
              <a:t>Prečo sa digitálne objednávanie oplatí?</a:t>
            </a:r>
          </a:p>
        </p:txBody>
      </p:sp>
    </p:spTree>
    <p:extLst>
      <p:ext uri="{BB962C8B-B14F-4D97-AF65-F5344CB8AC3E}">
        <p14:creationId xmlns:p14="http://schemas.microsoft.com/office/powerpoint/2010/main" val="2289140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77DD71F5-26A0-A881-0E87-858F1108AF99}"/>
              </a:ext>
            </a:extLst>
          </p:cNvPr>
          <p:cNvSpPr>
            <a:spLocks noGrp="1"/>
          </p:cNvSpPr>
          <p:nvPr>
            <p:ph type="title"/>
          </p:nvPr>
        </p:nvSpPr>
        <p:spPr>
          <a:xfrm>
            <a:off x="1097280" y="778555"/>
            <a:ext cx="10058400" cy="958805"/>
          </a:xfrm>
        </p:spPr>
        <p:txBody>
          <a:bodyPr>
            <a:normAutofit/>
          </a:bodyPr>
          <a:lstStyle/>
          <a:p>
            <a:r>
              <a:rPr lang="sk-SK" sz="6000" b="1" noProof="0" dirty="0">
                <a:solidFill>
                  <a:schemeClr val="tx1"/>
                </a:solidFill>
              </a:rPr>
              <a:t>Miera vymeškania termínov</a:t>
            </a:r>
          </a:p>
        </p:txBody>
      </p:sp>
      <p:sp>
        <p:nvSpPr>
          <p:cNvPr id="7" name="Zástupný objekt pre obsah 6">
            <a:extLst>
              <a:ext uri="{FF2B5EF4-FFF2-40B4-BE49-F238E27FC236}">
                <a16:creationId xmlns:a16="http://schemas.microsoft.com/office/drawing/2014/main" id="{2A162A11-1F96-B2D6-147A-4A7F0B5AB194}"/>
              </a:ext>
            </a:extLst>
          </p:cNvPr>
          <p:cNvSpPr>
            <a:spLocks noGrp="1"/>
          </p:cNvSpPr>
          <p:nvPr>
            <p:ph idx="1"/>
          </p:nvPr>
        </p:nvSpPr>
        <p:spPr>
          <a:xfrm>
            <a:off x="1097280" y="2688173"/>
            <a:ext cx="7867048" cy="1968366"/>
          </a:xfrm>
        </p:spPr>
        <p:txBody>
          <a:bodyPr anchor="ctr">
            <a:normAutofit/>
          </a:bodyPr>
          <a:lstStyle/>
          <a:p>
            <a:pPr>
              <a:buFont typeface="Wingdings" panose="05000000000000000000" pitchFamily="2" charset="2"/>
              <a:buChar char="Ø"/>
            </a:pPr>
            <a:r>
              <a:rPr lang="sk-SK" sz="2800" noProof="0" dirty="0">
                <a:solidFill>
                  <a:schemeClr val="tx1"/>
                </a:solidFill>
              </a:rPr>
              <a:t>Telefón: 17,5 %</a:t>
            </a:r>
          </a:p>
          <a:p>
            <a:pPr>
              <a:buFont typeface="Wingdings" panose="05000000000000000000" pitchFamily="2" charset="2"/>
              <a:buChar char="Ø"/>
            </a:pPr>
            <a:r>
              <a:rPr lang="sk-SK" sz="2800" noProof="0" dirty="0">
                <a:solidFill>
                  <a:schemeClr val="tx1"/>
                </a:solidFill>
              </a:rPr>
              <a:t>Online: 10,1 %</a:t>
            </a:r>
          </a:p>
          <a:p>
            <a:pPr>
              <a:buFont typeface="Wingdings" panose="05000000000000000000" pitchFamily="2" charset="2"/>
              <a:buChar char="Ø"/>
            </a:pPr>
            <a:r>
              <a:rPr lang="sk-SK" sz="2800" noProof="0" dirty="0">
                <a:solidFill>
                  <a:schemeClr val="tx1"/>
                </a:solidFill>
              </a:rPr>
              <a:t>Pokles o 42 %</a:t>
            </a:r>
          </a:p>
        </p:txBody>
      </p:sp>
      <p:pic>
        <p:nvPicPr>
          <p:cNvPr id="17" name="Obrázok 16" descr="Obrázok, na ktorom je biely, dizajn&#10;&#10;Obsah vygenerovaný pomocou AI môže byť nesprávny.">
            <a:extLst>
              <a:ext uri="{FF2B5EF4-FFF2-40B4-BE49-F238E27FC236}">
                <a16:creationId xmlns:a16="http://schemas.microsoft.com/office/drawing/2014/main" id="{B3C05FC5-278F-8ED3-B650-56B3D4C141D2}"/>
              </a:ext>
            </a:extLst>
          </p:cNvPr>
          <p:cNvPicPr>
            <a:picLocks noChangeAspect="1"/>
          </p:cNvPicPr>
          <p:nvPr/>
        </p:nvPicPr>
        <p:blipFill>
          <a:blip r:embed="rId2"/>
          <a:stretch>
            <a:fillRect/>
          </a:stretch>
        </p:blipFill>
        <p:spPr>
          <a:xfrm>
            <a:off x="9597387" y="2158872"/>
            <a:ext cx="666843" cy="657317"/>
          </a:xfrm>
          <a:prstGeom prst="rect">
            <a:avLst/>
          </a:prstGeom>
        </p:spPr>
      </p:pic>
      <p:pic>
        <p:nvPicPr>
          <p:cNvPr id="4" name="Obrázok 3">
            <a:extLst>
              <a:ext uri="{FF2B5EF4-FFF2-40B4-BE49-F238E27FC236}">
                <a16:creationId xmlns:a16="http://schemas.microsoft.com/office/drawing/2014/main" id="{D58BB055-A7BA-939B-51D6-F6C20E258974}"/>
              </a:ext>
            </a:extLst>
          </p:cNvPr>
          <p:cNvPicPr>
            <a:picLocks noChangeAspect="1"/>
          </p:cNvPicPr>
          <p:nvPr/>
        </p:nvPicPr>
        <p:blipFill>
          <a:blip r:embed="rId3"/>
          <a:srcRect t="8564"/>
          <a:stretch>
            <a:fillRect/>
          </a:stretch>
        </p:blipFill>
        <p:spPr>
          <a:xfrm>
            <a:off x="6872039" y="2026250"/>
            <a:ext cx="4158000" cy="4105145"/>
          </a:xfrm>
          <a:prstGeom prst="rect">
            <a:avLst/>
          </a:prstGeom>
        </p:spPr>
      </p:pic>
    </p:spTree>
    <p:extLst>
      <p:ext uri="{BB962C8B-B14F-4D97-AF65-F5344CB8AC3E}">
        <p14:creationId xmlns:p14="http://schemas.microsoft.com/office/powerpoint/2010/main" val="39806892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6AF36-25F0-EE26-A348-92D20929F8E4}"/>
            </a:ext>
          </a:extLst>
        </p:cNvPr>
        <p:cNvGrpSpPr/>
        <p:nvPr/>
      </p:nvGrpSpPr>
      <p:grpSpPr>
        <a:xfrm>
          <a:off x="0" y="0"/>
          <a:ext cx="0" cy="0"/>
          <a:chOff x="0" y="0"/>
          <a:chExt cx="0" cy="0"/>
        </a:xfrm>
      </p:grpSpPr>
      <p:sp>
        <p:nvSpPr>
          <p:cNvPr id="3" name="Zástupný objekt pre obsah 6">
            <a:extLst>
              <a:ext uri="{FF2B5EF4-FFF2-40B4-BE49-F238E27FC236}">
                <a16:creationId xmlns:a16="http://schemas.microsoft.com/office/drawing/2014/main" id="{85FCC9EE-3F71-4961-EAA0-67D7E338BABF}"/>
              </a:ext>
            </a:extLst>
          </p:cNvPr>
          <p:cNvSpPr txBox="1">
            <a:spLocks/>
          </p:cNvSpPr>
          <p:nvPr/>
        </p:nvSpPr>
        <p:spPr>
          <a:xfrm>
            <a:off x="1097280" y="2746147"/>
            <a:ext cx="3779448" cy="2449629"/>
          </a:xfrm>
          <a:prstGeom prst="rect">
            <a:avLst/>
          </a:prstGeom>
        </p:spPr>
        <p:txBody>
          <a:bodyPr vert="horz" lIns="0" tIns="45720" rIns="0" bIns="45720" rtlCol="0" anchor="ct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buFont typeface="Wingdings" panose="05000000000000000000" pitchFamily="2" charset="2"/>
              <a:buChar char="Ø"/>
            </a:pPr>
            <a:r>
              <a:rPr lang="sk-SK" sz="2800" noProof="0" dirty="0">
                <a:solidFill>
                  <a:schemeClr val="tx1"/>
                </a:solidFill>
              </a:rPr>
              <a:t>Telefón: 480 s</a:t>
            </a:r>
          </a:p>
          <a:p>
            <a:pPr>
              <a:buFont typeface="Wingdings" panose="05000000000000000000" pitchFamily="2" charset="2"/>
              <a:buChar char="Ø"/>
            </a:pPr>
            <a:r>
              <a:rPr lang="sk-SK" sz="2800" noProof="0" dirty="0">
                <a:solidFill>
                  <a:schemeClr val="tx1"/>
                </a:solidFill>
              </a:rPr>
              <a:t>Online: 105 s</a:t>
            </a:r>
          </a:p>
          <a:p>
            <a:pPr>
              <a:buFont typeface="Wingdings" panose="05000000000000000000" pitchFamily="2" charset="2"/>
              <a:buChar char="Ø"/>
            </a:pPr>
            <a:r>
              <a:rPr lang="sk-SK" sz="2800" noProof="0" dirty="0">
                <a:solidFill>
                  <a:schemeClr val="tx1"/>
                </a:solidFill>
              </a:rPr>
              <a:t>Úspora 78 %</a:t>
            </a:r>
          </a:p>
          <a:p>
            <a:pPr>
              <a:buFont typeface="Wingdings" panose="05000000000000000000" pitchFamily="2" charset="2"/>
              <a:buChar char="Ø"/>
            </a:pPr>
            <a:endParaRPr lang="sk-SK" sz="2800" noProof="0" dirty="0">
              <a:solidFill>
                <a:schemeClr val="tx1"/>
              </a:solidFill>
            </a:endParaRPr>
          </a:p>
        </p:txBody>
      </p:sp>
      <p:sp>
        <p:nvSpPr>
          <p:cNvPr id="2" name="Nadpis 1">
            <a:extLst>
              <a:ext uri="{FF2B5EF4-FFF2-40B4-BE49-F238E27FC236}">
                <a16:creationId xmlns:a16="http://schemas.microsoft.com/office/drawing/2014/main" id="{229A5BE8-3D75-8168-C099-B5B0714D5620}"/>
              </a:ext>
            </a:extLst>
          </p:cNvPr>
          <p:cNvSpPr>
            <a:spLocks noGrp="1"/>
          </p:cNvSpPr>
          <p:nvPr>
            <p:ph type="title"/>
          </p:nvPr>
        </p:nvSpPr>
        <p:spPr/>
        <p:txBody>
          <a:bodyPr>
            <a:normAutofit/>
          </a:bodyPr>
          <a:lstStyle/>
          <a:p>
            <a:r>
              <a:rPr lang="sk-SK" sz="6000" b="1" noProof="0" dirty="0">
                <a:solidFill>
                  <a:schemeClr val="tx1"/>
                </a:solidFill>
              </a:rPr>
              <a:t>Čas rezervácie</a:t>
            </a:r>
          </a:p>
        </p:txBody>
      </p:sp>
      <p:pic>
        <p:nvPicPr>
          <p:cNvPr id="12" name="Obrázok 11" descr="Obrázok, na ktorom je biely, dizajn&#10;&#10;Obsah vygenerovaný pomocou AI môže byť nesprávny.">
            <a:extLst>
              <a:ext uri="{FF2B5EF4-FFF2-40B4-BE49-F238E27FC236}">
                <a16:creationId xmlns:a16="http://schemas.microsoft.com/office/drawing/2014/main" id="{0A18CAC3-475F-C181-AA3D-F9188809BC46}"/>
              </a:ext>
            </a:extLst>
          </p:cNvPr>
          <p:cNvPicPr>
            <a:picLocks noChangeAspect="1"/>
          </p:cNvPicPr>
          <p:nvPr/>
        </p:nvPicPr>
        <p:blipFill>
          <a:blip r:embed="rId2"/>
          <a:stretch>
            <a:fillRect/>
          </a:stretch>
        </p:blipFill>
        <p:spPr>
          <a:xfrm>
            <a:off x="10488837" y="2236855"/>
            <a:ext cx="666843" cy="657317"/>
          </a:xfrm>
          <a:prstGeom prst="rect">
            <a:avLst/>
          </a:prstGeom>
        </p:spPr>
      </p:pic>
      <p:pic>
        <p:nvPicPr>
          <p:cNvPr id="5" name="Obrázok 4">
            <a:extLst>
              <a:ext uri="{FF2B5EF4-FFF2-40B4-BE49-F238E27FC236}">
                <a16:creationId xmlns:a16="http://schemas.microsoft.com/office/drawing/2014/main" id="{12EABD1A-65A3-7233-85F6-34E42E97692F}"/>
              </a:ext>
            </a:extLst>
          </p:cNvPr>
          <p:cNvPicPr>
            <a:picLocks noChangeAspect="1"/>
          </p:cNvPicPr>
          <p:nvPr/>
        </p:nvPicPr>
        <p:blipFill>
          <a:blip r:embed="rId3"/>
          <a:srcRect t="7638"/>
          <a:stretch>
            <a:fillRect/>
          </a:stretch>
        </p:blipFill>
        <p:spPr>
          <a:xfrm>
            <a:off x="6944201" y="1941904"/>
            <a:ext cx="3798000" cy="3996070"/>
          </a:xfrm>
          <a:prstGeom prst="rect">
            <a:avLst/>
          </a:prstGeom>
        </p:spPr>
      </p:pic>
    </p:spTree>
    <p:extLst>
      <p:ext uri="{BB962C8B-B14F-4D97-AF65-F5344CB8AC3E}">
        <p14:creationId xmlns:p14="http://schemas.microsoft.com/office/powerpoint/2010/main" val="13466260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9CCC0-28A5-AC4A-B89B-04D64FE417B5}"/>
            </a:ext>
          </a:extLst>
        </p:cNvPr>
        <p:cNvGrpSpPr/>
        <p:nvPr/>
      </p:nvGrpSpPr>
      <p:grpSpPr>
        <a:xfrm>
          <a:off x="0" y="0"/>
          <a:ext cx="0" cy="0"/>
          <a:chOff x="0" y="0"/>
          <a:chExt cx="0" cy="0"/>
        </a:xfrm>
      </p:grpSpPr>
      <p:sp>
        <p:nvSpPr>
          <p:cNvPr id="3" name="Zástupný objekt pre obsah 6">
            <a:extLst>
              <a:ext uri="{FF2B5EF4-FFF2-40B4-BE49-F238E27FC236}">
                <a16:creationId xmlns:a16="http://schemas.microsoft.com/office/drawing/2014/main" id="{7A616CE2-F697-C05E-A914-BBD5431B8B4A}"/>
              </a:ext>
            </a:extLst>
          </p:cNvPr>
          <p:cNvSpPr txBox="1">
            <a:spLocks/>
          </p:cNvSpPr>
          <p:nvPr/>
        </p:nvSpPr>
        <p:spPr>
          <a:xfrm>
            <a:off x="1097280" y="2245568"/>
            <a:ext cx="11351320" cy="2898808"/>
          </a:xfrm>
          <a:prstGeom prst="rect">
            <a:avLst/>
          </a:prstGeom>
        </p:spPr>
        <p:txBody>
          <a:bodyPr vert="horz" lIns="0" tIns="45720" rIns="0" bIns="45720" rtlCol="0" anchor="ct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buFont typeface="Wingdings" panose="05000000000000000000" pitchFamily="2" charset="2"/>
              <a:buChar char="Ø"/>
            </a:pPr>
            <a:r>
              <a:rPr lang="sk-SK" sz="2800" noProof="0" dirty="0">
                <a:solidFill>
                  <a:schemeClr val="tx1"/>
                </a:solidFill>
              </a:rPr>
              <a:t>Telefón: 8–9 h denne</a:t>
            </a:r>
          </a:p>
          <a:p>
            <a:pPr>
              <a:buFont typeface="Wingdings" panose="05000000000000000000" pitchFamily="2" charset="2"/>
              <a:buChar char="Ø"/>
            </a:pPr>
            <a:r>
              <a:rPr lang="sk-SK" sz="2800" noProof="0" dirty="0">
                <a:solidFill>
                  <a:schemeClr val="tx1"/>
                </a:solidFill>
              </a:rPr>
              <a:t>Online: 24/7</a:t>
            </a:r>
          </a:p>
          <a:p>
            <a:pPr>
              <a:buFont typeface="Wingdings" panose="05000000000000000000" pitchFamily="2" charset="2"/>
              <a:buChar char="Ø"/>
            </a:pPr>
            <a:r>
              <a:rPr lang="sk-SK" sz="2800" noProof="0" dirty="0">
                <a:solidFill>
                  <a:schemeClr val="tx1"/>
                </a:solidFill>
              </a:rPr>
              <a:t>300 % vyššia dostupnosť</a:t>
            </a:r>
          </a:p>
        </p:txBody>
      </p:sp>
      <p:sp>
        <p:nvSpPr>
          <p:cNvPr id="2" name="Nadpis 1">
            <a:extLst>
              <a:ext uri="{FF2B5EF4-FFF2-40B4-BE49-F238E27FC236}">
                <a16:creationId xmlns:a16="http://schemas.microsoft.com/office/drawing/2014/main" id="{EBCD4AE6-4EF5-7150-FDE2-0EAC5C05C776}"/>
              </a:ext>
            </a:extLst>
          </p:cNvPr>
          <p:cNvSpPr>
            <a:spLocks noGrp="1"/>
          </p:cNvSpPr>
          <p:nvPr>
            <p:ph type="title"/>
          </p:nvPr>
        </p:nvSpPr>
        <p:spPr/>
        <p:txBody>
          <a:bodyPr>
            <a:normAutofit/>
          </a:bodyPr>
          <a:lstStyle/>
          <a:p>
            <a:r>
              <a:rPr lang="sk-SK" sz="6000" b="1" noProof="0" dirty="0">
                <a:solidFill>
                  <a:schemeClr val="tx1"/>
                </a:solidFill>
              </a:rPr>
              <a:t>Dostupnosť</a:t>
            </a:r>
          </a:p>
        </p:txBody>
      </p:sp>
      <p:pic>
        <p:nvPicPr>
          <p:cNvPr id="12" name="Obrázok 11" descr="Obrázok, na ktorom je biely, dizajn&#10;&#10;Obsah vygenerovaný pomocou AI môže byť nesprávny.">
            <a:extLst>
              <a:ext uri="{FF2B5EF4-FFF2-40B4-BE49-F238E27FC236}">
                <a16:creationId xmlns:a16="http://schemas.microsoft.com/office/drawing/2014/main" id="{9782A3BD-45EC-934A-78F6-DE198DE3E80F}"/>
              </a:ext>
            </a:extLst>
          </p:cNvPr>
          <p:cNvPicPr>
            <a:picLocks noChangeAspect="1"/>
          </p:cNvPicPr>
          <p:nvPr/>
        </p:nvPicPr>
        <p:blipFill>
          <a:blip r:embed="rId2"/>
          <a:stretch>
            <a:fillRect/>
          </a:stretch>
        </p:blipFill>
        <p:spPr>
          <a:xfrm>
            <a:off x="10488837" y="2236855"/>
            <a:ext cx="666843" cy="657317"/>
          </a:xfrm>
          <a:prstGeom prst="rect">
            <a:avLst/>
          </a:prstGeom>
        </p:spPr>
      </p:pic>
      <p:pic>
        <p:nvPicPr>
          <p:cNvPr id="5" name="Obrázok 4">
            <a:extLst>
              <a:ext uri="{FF2B5EF4-FFF2-40B4-BE49-F238E27FC236}">
                <a16:creationId xmlns:a16="http://schemas.microsoft.com/office/drawing/2014/main" id="{08DDEEA3-A8FE-3982-E99F-FE9B28396E57}"/>
              </a:ext>
            </a:extLst>
          </p:cNvPr>
          <p:cNvPicPr>
            <a:picLocks noChangeAspect="1"/>
          </p:cNvPicPr>
          <p:nvPr/>
        </p:nvPicPr>
        <p:blipFill>
          <a:blip r:embed="rId3"/>
          <a:srcRect t="7655"/>
          <a:stretch>
            <a:fillRect/>
          </a:stretch>
        </p:blipFill>
        <p:spPr>
          <a:xfrm>
            <a:off x="6875850" y="2001187"/>
            <a:ext cx="3798000" cy="4115189"/>
          </a:xfrm>
          <a:prstGeom prst="rect">
            <a:avLst/>
          </a:prstGeom>
        </p:spPr>
      </p:pic>
      <p:pic>
        <p:nvPicPr>
          <p:cNvPr id="7" name="Obrázok 6">
            <a:extLst>
              <a:ext uri="{FF2B5EF4-FFF2-40B4-BE49-F238E27FC236}">
                <a16:creationId xmlns:a16="http://schemas.microsoft.com/office/drawing/2014/main" id="{F9FB2103-CD5A-4841-59A1-13E7EC9BCD1F}"/>
              </a:ext>
            </a:extLst>
          </p:cNvPr>
          <p:cNvPicPr>
            <a:picLocks noChangeAspect="1"/>
          </p:cNvPicPr>
          <p:nvPr/>
        </p:nvPicPr>
        <p:blipFill>
          <a:blip r:embed="rId4"/>
          <a:stretch>
            <a:fillRect/>
          </a:stretch>
        </p:blipFill>
        <p:spPr>
          <a:xfrm>
            <a:off x="8005097" y="1822272"/>
            <a:ext cx="666843" cy="234309"/>
          </a:xfrm>
          <a:prstGeom prst="rect">
            <a:avLst/>
          </a:prstGeom>
        </p:spPr>
      </p:pic>
    </p:spTree>
    <p:extLst>
      <p:ext uri="{BB962C8B-B14F-4D97-AF65-F5344CB8AC3E}">
        <p14:creationId xmlns:p14="http://schemas.microsoft.com/office/powerpoint/2010/main" val="14759347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9DD89-4C5D-5F08-5A7F-BB69FC1CCA68}"/>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8DF8D630-0360-D0D9-6D2B-AF6B4E174B4C}"/>
              </a:ext>
            </a:extLst>
          </p:cNvPr>
          <p:cNvSpPr>
            <a:spLocks noGrp="1"/>
          </p:cNvSpPr>
          <p:nvPr>
            <p:ph type="title"/>
          </p:nvPr>
        </p:nvSpPr>
        <p:spPr/>
        <p:txBody>
          <a:bodyPr>
            <a:normAutofit/>
          </a:bodyPr>
          <a:lstStyle/>
          <a:p>
            <a:r>
              <a:rPr lang="sk-SK" sz="6000" b="1" noProof="0" dirty="0">
                <a:solidFill>
                  <a:schemeClr val="tx1"/>
                </a:solidFill>
              </a:rPr>
              <a:t>Predstih objednania</a:t>
            </a:r>
          </a:p>
        </p:txBody>
      </p:sp>
      <p:sp>
        <p:nvSpPr>
          <p:cNvPr id="6" name="Zástupný objekt pre obsah 6">
            <a:extLst>
              <a:ext uri="{FF2B5EF4-FFF2-40B4-BE49-F238E27FC236}">
                <a16:creationId xmlns:a16="http://schemas.microsoft.com/office/drawing/2014/main" id="{9390DFCC-8767-7B70-BC0D-A5A16A6C9B64}"/>
              </a:ext>
            </a:extLst>
          </p:cNvPr>
          <p:cNvSpPr txBox="1">
            <a:spLocks/>
          </p:cNvSpPr>
          <p:nvPr/>
        </p:nvSpPr>
        <p:spPr>
          <a:xfrm>
            <a:off x="1097280" y="2566841"/>
            <a:ext cx="10998394" cy="2241082"/>
          </a:xfrm>
          <a:prstGeom prst="rect">
            <a:avLst/>
          </a:prstGeom>
        </p:spPr>
        <p:txBody>
          <a:bodyPr vert="horz" lIns="0" tIns="45720" rIns="0" bIns="45720" rtlCol="0" anchor="ctr">
            <a:normAutofit/>
          </a:bodyPr>
          <a:lstStyle>
            <a:defPPr>
              <a:defRPr lang="en-US"/>
            </a:defPPr>
            <a:lvl1pPr marL="91440" indent="-91440" defTabSz="914400">
              <a:lnSpc>
                <a:spcPct val="90000"/>
              </a:lnSpc>
              <a:spcBef>
                <a:spcPts val="1200"/>
              </a:spcBef>
              <a:spcAft>
                <a:spcPts val="200"/>
              </a:spcAft>
              <a:buClr>
                <a:schemeClr val="accent1"/>
              </a:buClr>
              <a:buSzPct val="100000"/>
              <a:buFont typeface="Wingdings" panose="05000000000000000000" pitchFamily="2" charset="2"/>
              <a:buChar char="Ø"/>
              <a:defRPr sz="2800"/>
            </a:lvl1pPr>
            <a:lvl2pPr marL="384048" indent="-182880" defTabSz="914400">
              <a:lnSpc>
                <a:spcPct val="90000"/>
              </a:lnSpc>
              <a:spcBef>
                <a:spcPts val="200"/>
              </a:spcBef>
              <a:spcAft>
                <a:spcPts val="400"/>
              </a:spcAft>
              <a:buClr>
                <a:schemeClr val="accent1"/>
              </a:buClr>
              <a:buFont typeface="Calibri" pitchFamily="34" charset="0"/>
              <a:buChar char="◦"/>
              <a:defRPr>
                <a:solidFill>
                  <a:schemeClr val="tx1">
                    <a:lumMod val="75000"/>
                    <a:lumOff val="25000"/>
                  </a:schemeClr>
                </a:solidFill>
              </a:defRPr>
            </a:lvl2pPr>
            <a:lvl3pPr marL="56692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3pPr>
            <a:lvl4pPr marL="74980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4pPr>
            <a:lvl5pPr marL="93268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5pPr>
            <a:lvl6pPr marL="11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6pPr>
            <a:lvl7pPr marL="13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7pPr>
            <a:lvl8pPr marL="15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8pPr>
            <a:lvl9pPr marL="17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9pPr>
          </a:lstStyle>
          <a:p>
            <a:r>
              <a:rPr lang="sk-SK" noProof="0" dirty="0"/>
              <a:t>Telefón: 14,2 dňa</a:t>
            </a:r>
          </a:p>
          <a:p>
            <a:r>
              <a:rPr lang="sk-SK" noProof="0" dirty="0"/>
              <a:t>Online: 8,4 dňa</a:t>
            </a:r>
          </a:p>
          <a:p>
            <a:r>
              <a:rPr lang="sk-SK" noProof="0" dirty="0"/>
              <a:t>Skrátenie o 59 %</a:t>
            </a:r>
          </a:p>
        </p:txBody>
      </p:sp>
      <p:pic>
        <p:nvPicPr>
          <p:cNvPr id="4" name="Obrázok 3">
            <a:extLst>
              <a:ext uri="{FF2B5EF4-FFF2-40B4-BE49-F238E27FC236}">
                <a16:creationId xmlns:a16="http://schemas.microsoft.com/office/drawing/2014/main" id="{CAC6624B-C864-462D-B560-2B485FC78361}"/>
              </a:ext>
            </a:extLst>
          </p:cNvPr>
          <p:cNvPicPr>
            <a:picLocks noChangeAspect="1"/>
          </p:cNvPicPr>
          <p:nvPr/>
        </p:nvPicPr>
        <p:blipFill>
          <a:blip r:embed="rId2"/>
          <a:srcRect l="1155" t="8533" b="2424"/>
          <a:stretch>
            <a:fillRect/>
          </a:stretch>
        </p:blipFill>
        <p:spPr>
          <a:xfrm>
            <a:off x="6914281" y="2066125"/>
            <a:ext cx="3797203" cy="4013589"/>
          </a:xfrm>
          <a:prstGeom prst="rect">
            <a:avLst/>
          </a:prstGeom>
        </p:spPr>
      </p:pic>
    </p:spTree>
    <p:extLst>
      <p:ext uri="{BB962C8B-B14F-4D97-AF65-F5344CB8AC3E}">
        <p14:creationId xmlns:p14="http://schemas.microsoft.com/office/powerpoint/2010/main" val="18602325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35E195D7-4AE8-A637-8B15-A9230D9D4555}"/>
              </a:ext>
            </a:extLst>
          </p:cNvPr>
          <p:cNvSpPr>
            <a:spLocks noGrp="1"/>
          </p:cNvSpPr>
          <p:nvPr>
            <p:ph type="ctrTitle"/>
          </p:nvPr>
        </p:nvSpPr>
        <p:spPr>
          <a:xfrm>
            <a:off x="1097280" y="758952"/>
            <a:ext cx="9589334" cy="3566160"/>
          </a:xfrm>
        </p:spPr>
        <p:txBody>
          <a:bodyPr/>
          <a:lstStyle/>
          <a:p>
            <a:r>
              <a:rPr lang="sk-SK" b="1" i="1" noProof="0" dirty="0" err="1">
                <a:solidFill>
                  <a:schemeClr val="tx1"/>
                </a:solidFill>
              </a:rPr>
              <a:t>eTermín</a:t>
            </a:r>
            <a:r>
              <a:rPr lang="sk-SK" b="1" i="1" noProof="0" dirty="0">
                <a:solidFill>
                  <a:schemeClr val="tx1"/>
                </a:solidFill>
              </a:rPr>
              <a:t>:</a:t>
            </a:r>
            <a:br>
              <a:rPr lang="sk-SK" b="1" noProof="0" dirty="0">
                <a:solidFill>
                  <a:schemeClr val="tx1"/>
                </a:solidFill>
              </a:rPr>
            </a:br>
            <a:r>
              <a:rPr lang="sk-SK" b="1" noProof="0" dirty="0">
                <a:solidFill>
                  <a:schemeClr val="tx1"/>
                </a:solidFill>
              </a:rPr>
              <a:t>Etické aspekty projektu</a:t>
            </a:r>
          </a:p>
        </p:txBody>
      </p:sp>
      <p:pic>
        <p:nvPicPr>
          <p:cNvPr id="7" name="Obrázok 6">
            <a:extLst>
              <a:ext uri="{FF2B5EF4-FFF2-40B4-BE49-F238E27FC236}">
                <a16:creationId xmlns:a16="http://schemas.microsoft.com/office/drawing/2014/main" id="{EE8E740B-733D-5831-6AE2-D974081B353E}"/>
              </a:ext>
            </a:extLst>
          </p:cNvPr>
          <p:cNvPicPr>
            <a:picLocks noChangeAspect="1"/>
          </p:cNvPicPr>
          <p:nvPr/>
        </p:nvPicPr>
        <p:blipFill>
          <a:blip r:embed="rId2"/>
          <a:stretch>
            <a:fillRect/>
          </a:stretch>
        </p:blipFill>
        <p:spPr>
          <a:xfrm>
            <a:off x="9206821" y="552069"/>
            <a:ext cx="2985179" cy="2822821"/>
          </a:xfrm>
          <a:prstGeom prst="rect">
            <a:avLst/>
          </a:prstGeom>
        </p:spPr>
      </p:pic>
      <p:sp>
        <p:nvSpPr>
          <p:cNvPr id="5" name="Podnadpis 4">
            <a:extLst>
              <a:ext uri="{FF2B5EF4-FFF2-40B4-BE49-F238E27FC236}">
                <a16:creationId xmlns:a16="http://schemas.microsoft.com/office/drawing/2014/main" id="{E52D3CBA-6A21-E5CF-D0D1-C2BBE2AB6134}"/>
              </a:ext>
            </a:extLst>
          </p:cNvPr>
          <p:cNvSpPr>
            <a:spLocks noGrp="1"/>
          </p:cNvSpPr>
          <p:nvPr>
            <p:ph type="subTitle" idx="1"/>
          </p:nvPr>
        </p:nvSpPr>
        <p:spPr/>
        <p:txBody>
          <a:bodyPr/>
          <a:lstStyle/>
          <a:p>
            <a:endParaRPr lang="sk-SK" noProof="0" dirty="0"/>
          </a:p>
        </p:txBody>
      </p:sp>
    </p:spTree>
    <p:extLst>
      <p:ext uri="{BB962C8B-B14F-4D97-AF65-F5344CB8AC3E}">
        <p14:creationId xmlns:p14="http://schemas.microsoft.com/office/powerpoint/2010/main" val="36719950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5EBE5-F5D1-2178-3C58-3066B7A7FF32}"/>
            </a:ext>
          </a:extLst>
        </p:cNvPr>
        <p:cNvGrpSpPr/>
        <p:nvPr/>
      </p:nvGrpSpPr>
      <p:grpSpPr>
        <a:xfrm>
          <a:off x="0" y="0"/>
          <a:ext cx="0" cy="0"/>
          <a:chOff x="0" y="0"/>
          <a:chExt cx="0" cy="0"/>
        </a:xfrm>
      </p:grpSpPr>
      <p:sp>
        <p:nvSpPr>
          <p:cNvPr id="3" name="Zástupný objekt pre obsah 6">
            <a:extLst>
              <a:ext uri="{FF2B5EF4-FFF2-40B4-BE49-F238E27FC236}">
                <a16:creationId xmlns:a16="http://schemas.microsoft.com/office/drawing/2014/main" id="{606016D7-95B7-CEF8-0A5A-B047FED36A42}"/>
              </a:ext>
            </a:extLst>
          </p:cNvPr>
          <p:cNvSpPr txBox="1">
            <a:spLocks/>
          </p:cNvSpPr>
          <p:nvPr/>
        </p:nvSpPr>
        <p:spPr>
          <a:xfrm>
            <a:off x="919285" y="1889136"/>
            <a:ext cx="10450121" cy="479402"/>
          </a:xfrm>
          <a:prstGeom prst="rect">
            <a:avLst/>
          </a:prstGeom>
        </p:spPr>
        <p:txBody>
          <a:bodyPr vert="horz" lIns="0" tIns="45720" rIns="0" bIns="45720" rtlCol="0" anchor="ctr">
            <a:normAutofit/>
          </a:bodyPr>
          <a:lstStyle>
            <a:lvl1pPr marL="91440" indent="-91440" defTabSz="914400">
              <a:lnSpc>
                <a:spcPct val="90000"/>
              </a:lnSpc>
              <a:spcBef>
                <a:spcPts val="1200"/>
              </a:spcBef>
              <a:spcAft>
                <a:spcPts val="200"/>
              </a:spcAft>
              <a:buClr>
                <a:schemeClr val="accent1"/>
              </a:buClr>
              <a:buSzPct val="100000"/>
              <a:buFont typeface="Wingdings" panose="05000000000000000000" pitchFamily="2" charset="2"/>
              <a:buChar char="Ø"/>
              <a:defRPr sz="2800"/>
            </a:lvl1pPr>
            <a:lvl2pPr marL="384048" indent="-182880" defTabSz="914400">
              <a:lnSpc>
                <a:spcPct val="90000"/>
              </a:lnSpc>
              <a:spcBef>
                <a:spcPts val="200"/>
              </a:spcBef>
              <a:spcAft>
                <a:spcPts val="400"/>
              </a:spcAft>
              <a:buClr>
                <a:schemeClr val="accent1"/>
              </a:buClr>
              <a:buFont typeface="Calibri" pitchFamily="34" charset="0"/>
              <a:buChar char="◦"/>
              <a:defRPr>
                <a:solidFill>
                  <a:schemeClr val="tx1">
                    <a:lumMod val="75000"/>
                    <a:lumOff val="25000"/>
                  </a:schemeClr>
                </a:solidFill>
              </a:defRPr>
            </a:lvl2pPr>
            <a:lvl3pPr marL="56692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3pPr>
            <a:lvl4pPr marL="74980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4pPr>
            <a:lvl5pPr marL="93268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5pPr>
            <a:lvl6pPr marL="11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6pPr>
            <a:lvl7pPr marL="13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7pPr>
            <a:lvl8pPr marL="15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8pPr>
            <a:lvl9pPr marL="17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9pPr>
          </a:lstStyle>
          <a:p>
            <a:r>
              <a:rPr lang="sk-SK" noProof="0" dirty="0"/>
              <a:t>Nesmieme zvyšovať byrokratickú záťaž lekárov izolovaným systémom.</a:t>
            </a:r>
          </a:p>
        </p:txBody>
      </p:sp>
      <p:sp>
        <p:nvSpPr>
          <p:cNvPr id="5" name="Nadpis 1">
            <a:extLst>
              <a:ext uri="{FF2B5EF4-FFF2-40B4-BE49-F238E27FC236}">
                <a16:creationId xmlns:a16="http://schemas.microsoft.com/office/drawing/2014/main" id="{3C4E46B0-8C72-3D72-8B74-6AE46CBF7122}"/>
              </a:ext>
            </a:extLst>
          </p:cNvPr>
          <p:cNvSpPr txBox="1">
            <a:spLocks/>
          </p:cNvSpPr>
          <p:nvPr/>
        </p:nvSpPr>
        <p:spPr>
          <a:xfrm>
            <a:off x="1066800" y="788020"/>
            <a:ext cx="10058400" cy="958805"/>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r>
              <a:rPr lang="sk-SK" sz="5000" b="1" noProof="0" dirty="0">
                <a:solidFill>
                  <a:schemeClr val="tx1"/>
                </a:solidFill>
              </a:rPr>
              <a:t>Etika voči zdravotníkom</a:t>
            </a:r>
          </a:p>
        </p:txBody>
      </p:sp>
      <p:pic>
        <p:nvPicPr>
          <p:cNvPr id="2050" name="Picture 2" descr="In this photo, we see a medical professional, perhaps a doctor, surrounded by towering stacks of paperwork, each one potentially representing a patient's case or medical records. The doctor's expression is one of stress and fatigue, suggesting the immense pressure healthcare workers often face. The blue lighting casts a cool hue over the scene, emphasizing the clinical setting and the stark contrast between the paperwork and the technology present, hinted by the computer monitor in the background. This image vividly captures the challenges of modern medicine and the administrative load that can accompany it.">
            <a:extLst>
              <a:ext uri="{FF2B5EF4-FFF2-40B4-BE49-F238E27FC236}">
                <a16:creationId xmlns:a16="http://schemas.microsoft.com/office/drawing/2014/main" id="{753C6693-6349-E440-B3B1-89FDD3FBBEB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0205" b="12775"/>
          <a:stretch/>
        </p:blipFill>
        <p:spPr bwMode="auto">
          <a:xfrm>
            <a:off x="3581400" y="2378078"/>
            <a:ext cx="5029200" cy="38734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72281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44D67-1470-CE02-5D05-F4042452E943}"/>
            </a:ext>
          </a:extLst>
        </p:cNvPr>
        <p:cNvGrpSpPr/>
        <p:nvPr/>
      </p:nvGrpSpPr>
      <p:grpSpPr>
        <a:xfrm>
          <a:off x="0" y="0"/>
          <a:ext cx="0" cy="0"/>
          <a:chOff x="0" y="0"/>
          <a:chExt cx="0" cy="0"/>
        </a:xfrm>
      </p:grpSpPr>
      <p:sp>
        <p:nvSpPr>
          <p:cNvPr id="3" name="Zástupný objekt pre obsah 6">
            <a:extLst>
              <a:ext uri="{FF2B5EF4-FFF2-40B4-BE49-F238E27FC236}">
                <a16:creationId xmlns:a16="http://schemas.microsoft.com/office/drawing/2014/main" id="{A2608AEE-7EB7-203E-0736-7B6FAAA3A534}"/>
              </a:ext>
            </a:extLst>
          </p:cNvPr>
          <p:cNvSpPr txBox="1">
            <a:spLocks/>
          </p:cNvSpPr>
          <p:nvPr/>
        </p:nvSpPr>
        <p:spPr>
          <a:xfrm>
            <a:off x="919286" y="1842835"/>
            <a:ext cx="9962074" cy="958805"/>
          </a:xfrm>
          <a:prstGeom prst="rect">
            <a:avLst/>
          </a:prstGeom>
        </p:spPr>
        <p:txBody>
          <a:bodyPr vert="horz" lIns="0" tIns="45720" rIns="0" bIns="45720" rtlCol="0" anchor="ctr">
            <a:normAutofit/>
          </a:bodyPr>
          <a:lstStyle>
            <a:lvl1pPr marL="91440" indent="-91440" defTabSz="914400">
              <a:lnSpc>
                <a:spcPct val="90000"/>
              </a:lnSpc>
              <a:spcBef>
                <a:spcPts val="1200"/>
              </a:spcBef>
              <a:spcAft>
                <a:spcPts val="200"/>
              </a:spcAft>
              <a:buClr>
                <a:schemeClr val="accent1"/>
              </a:buClr>
              <a:buSzPct val="100000"/>
              <a:buFont typeface="Wingdings" panose="05000000000000000000" pitchFamily="2" charset="2"/>
              <a:buChar char="Ø"/>
              <a:defRPr sz="2800"/>
            </a:lvl1pPr>
            <a:lvl2pPr marL="384048" indent="-182880" defTabSz="914400">
              <a:lnSpc>
                <a:spcPct val="90000"/>
              </a:lnSpc>
              <a:spcBef>
                <a:spcPts val="200"/>
              </a:spcBef>
              <a:spcAft>
                <a:spcPts val="400"/>
              </a:spcAft>
              <a:buClr>
                <a:schemeClr val="accent1"/>
              </a:buClr>
              <a:buFont typeface="Calibri" pitchFamily="34" charset="0"/>
              <a:buChar char="◦"/>
              <a:defRPr>
                <a:solidFill>
                  <a:schemeClr val="tx1">
                    <a:lumMod val="75000"/>
                    <a:lumOff val="25000"/>
                  </a:schemeClr>
                </a:solidFill>
              </a:defRPr>
            </a:lvl2pPr>
            <a:lvl3pPr marL="56692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3pPr>
            <a:lvl4pPr marL="74980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4pPr>
            <a:lvl5pPr marL="93268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5pPr>
            <a:lvl6pPr marL="11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6pPr>
            <a:lvl7pPr marL="13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7pPr>
            <a:lvl8pPr marL="15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8pPr>
            <a:lvl9pPr marL="17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9pPr>
          </a:lstStyle>
          <a:p>
            <a:r>
              <a:rPr lang="sk-SK" noProof="0" dirty="0"/>
              <a:t>Ochrana termínov pred zneužitím ("no-</a:t>
            </a:r>
            <a:r>
              <a:rPr lang="sk-SK" noProof="0" dirty="0" err="1"/>
              <a:t>shows</a:t>
            </a:r>
            <a:r>
              <a:rPr lang="sk-SK" noProof="0" dirty="0"/>
              <a:t>"), aby špekulanti neblokovali chorých.</a:t>
            </a:r>
          </a:p>
        </p:txBody>
      </p:sp>
      <p:sp>
        <p:nvSpPr>
          <p:cNvPr id="5" name="Nadpis 1">
            <a:extLst>
              <a:ext uri="{FF2B5EF4-FFF2-40B4-BE49-F238E27FC236}">
                <a16:creationId xmlns:a16="http://schemas.microsoft.com/office/drawing/2014/main" id="{86547C87-52A3-8A0F-DBDF-A97AEA72783F}"/>
              </a:ext>
            </a:extLst>
          </p:cNvPr>
          <p:cNvSpPr txBox="1">
            <a:spLocks/>
          </p:cNvSpPr>
          <p:nvPr/>
        </p:nvSpPr>
        <p:spPr>
          <a:xfrm>
            <a:off x="1066800" y="788020"/>
            <a:ext cx="10058400" cy="958805"/>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r>
              <a:rPr lang="sk-SK" sz="5000" b="1" noProof="0" dirty="0">
                <a:solidFill>
                  <a:schemeClr val="tx1"/>
                </a:solidFill>
              </a:rPr>
              <a:t>Spravodlivá alokácia starostlivosti</a:t>
            </a:r>
          </a:p>
        </p:txBody>
      </p:sp>
      <p:pic>
        <p:nvPicPr>
          <p:cNvPr id="3074" name="Picture 2" descr="Modern Hospital Waiting Area with Empty Seats and Bright Interior Design  for Medical Facility 70576725 Stock Photo at Vecteezy">
            <a:extLst>
              <a:ext uri="{FF2B5EF4-FFF2-40B4-BE49-F238E27FC236}">
                <a16:creationId xmlns:a16="http://schemas.microsoft.com/office/drawing/2014/main" id="{E702D24E-FD0F-4791-3E4D-91101AB60FD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03839" y="2939530"/>
            <a:ext cx="5784321" cy="32408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9169224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744F9-961B-5FDA-35A7-A22B5B81E215}"/>
            </a:ext>
          </a:extLst>
        </p:cNvPr>
        <p:cNvGrpSpPr/>
        <p:nvPr/>
      </p:nvGrpSpPr>
      <p:grpSpPr>
        <a:xfrm>
          <a:off x="0" y="0"/>
          <a:ext cx="0" cy="0"/>
          <a:chOff x="0" y="0"/>
          <a:chExt cx="0" cy="0"/>
        </a:xfrm>
      </p:grpSpPr>
      <p:sp>
        <p:nvSpPr>
          <p:cNvPr id="3" name="Zástupný objekt pre obsah 6">
            <a:extLst>
              <a:ext uri="{FF2B5EF4-FFF2-40B4-BE49-F238E27FC236}">
                <a16:creationId xmlns:a16="http://schemas.microsoft.com/office/drawing/2014/main" id="{660CA51E-D103-7EBA-80E4-822327A97F88}"/>
              </a:ext>
            </a:extLst>
          </p:cNvPr>
          <p:cNvSpPr txBox="1">
            <a:spLocks/>
          </p:cNvSpPr>
          <p:nvPr/>
        </p:nvSpPr>
        <p:spPr>
          <a:xfrm>
            <a:off x="919286" y="1842835"/>
            <a:ext cx="9962074" cy="958805"/>
          </a:xfrm>
          <a:prstGeom prst="rect">
            <a:avLst/>
          </a:prstGeom>
        </p:spPr>
        <p:txBody>
          <a:bodyPr vert="horz" lIns="0" tIns="45720" rIns="0" bIns="45720" rtlCol="0" anchor="ctr">
            <a:normAutofit/>
          </a:bodyPr>
          <a:lstStyle>
            <a:lvl1pPr marL="91440" indent="-91440" defTabSz="914400">
              <a:lnSpc>
                <a:spcPct val="90000"/>
              </a:lnSpc>
              <a:spcBef>
                <a:spcPts val="1200"/>
              </a:spcBef>
              <a:spcAft>
                <a:spcPts val="200"/>
              </a:spcAft>
              <a:buClr>
                <a:schemeClr val="accent1"/>
              </a:buClr>
              <a:buSzPct val="100000"/>
              <a:buFont typeface="Wingdings" panose="05000000000000000000" pitchFamily="2" charset="2"/>
              <a:buChar char="Ø"/>
              <a:defRPr sz="2800"/>
            </a:lvl1pPr>
            <a:lvl2pPr marL="384048" indent="-182880" defTabSz="914400">
              <a:lnSpc>
                <a:spcPct val="90000"/>
              </a:lnSpc>
              <a:spcBef>
                <a:spcPts val="200"/>
              </a:spcBef>
              <a:spcAft>
                <a:spcPts val="400"/>
              </a:spcAft>
              <a:buClr>
                <a:schemeClr val="accent1"/>
              </a:buClr>
              <a:buFont typeface="Calibri" pitchFamily="34" charset="0"/>
              <a:buChar char="◦"/>
              <a:defRPr>
                <a:solidFill>
                  <a:schemeClr val="tx1">
                    <a:lumMod val="75000"/>
                    <a:lumOff val="25000"/>
                  </a:schemeClr>
                </a:solidFill>
              </a:defRPr>
            </a:lvl2pPr>
            <a:lvl3pPr marL="56692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3pPr>
            <a:lvl4pPr marL="74980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4pPr>
            <a:lvl5pPr marL="93268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5pPr>
            <a:lvl6pPr marL="11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6pPr>
            <a:lvl7pPr marL="13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7pPr>
            <a:lvl8pPr marL="15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8pPr>
            <a:lvl9pPr marL="17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9pPr>
          </a:lstStyle>
          <a:p>
            <a:r>
              <a:rPr lang="sk-SK" noProof="0" dirty="0"/>
              <a:t>Hodnotenia nesmú trestať lekárov za vedecky správne, no nepopulárne rozhodnutia.</a:t>
            </a:r>
          </a:p>
        </p:txBody>
      </p:sp>
      <p:sp>
        <p:nvSpPr>
          <p:cNvPr id="5" name="Nadpis 1">
            <a:extLst>
              <a:ext uri="{FF2B5EF4-FFF2-40B4-BE49-F238E27FC236}">
                <a16:creationId xmlns:a16="http://schemas.microsoft.com/office/drawing/2014/main" id="{D1356CDC-342B-B126-066B-02A264817E79}"/>
              </a:ext>
            </a:extLst>
          </p:cNvPr>
          <p:cNvSpPr txBox="1">
            <a:spLocks/>
          </p:cNvSpPr>
          <p:nvPr/>
        </p:nvSpPr>
        <p:spPr>
          <a:xfrm>
            <a:off x="1066800" y="788020"/>
            <a:ext cx="10058400" cy="958805"/>
          </a:xfrm>
          <a:prstGeom prst="rect">
            <a:avLst/>
          </a:prstGeom>
        </p:spPr>
        <p:txBody>
          <a:bodyPr vert="horz" lIns="91440" tIns="45720" rIns="91440" bIns="45720" rtlCol="0" anchor="b">
            <a:no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r>
              <a:rPr lang="sk-SK" sz="5000" b="1" noProof="0" dirty="0">
                <a:solidFill>
                  <a:schemeClr val="tx1"/>
                </a:solidFill>
              </a:rPr>
              <a:t>Objektivita </a:t>
            </a:r>
            <a:r>
              <a:rPr lang="sk-SK" sz="5000" b="1" noProof="0" dirty="0" err="1">
                <a:solidFill>
                  <a:schemeClr val="tx1"/>
                </a:solidFill>
              </a:rPr>
              <a:t>vs</a:t>
            </a:r>
            <a:r>
              <a:rPr lang="sk-SK" sz="5000" b="1" noProof="0" dirty="0">
                <a:solidFill>
                  <a:schemeClr val="tx1"/>
                </a:solidFill>
              </a:rPr>
              <a:t>. Medicínsky populizmus</a:t>
            </a:r>
          </a:p>
        </p:txBody>
      </p:sp>
      <p:pic>
        <p:nvPicPr>
          <p:cNvPr id="4102" name="Picture 6" descr="Diagnostic Imaging - Santiam Hospital">
            <a:extLst>
              <a:ext uri="{FF2B5EF4-FFF2-40B4-BE49-F238E27FC236}">
                <a16:creationId xmlns:a16="http://schemas.microsoft.com/office/drawing/2014/main" id="{55BA7BF5-76DD-C578-D8F8-EE2D7798AC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84232" y="2925570"/>
            <a:ext cx="5823535" cy="32757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361838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8A381-5ABB-A866-AAE3-C2000ADCA9C7}"/>
            </a:ext>
          </a:extLst>
        </p:cNvPr>
        <p:cNvGrpSpPr/>
        <p:nvPr/>
      </p:nvGrpSpPr>
      <p:grpSpPr>
        <a:xfrm>
          <a:off x="0" y="0"/>
          <a:ext cx="0" cy="0"/>
          <a:chOff x="0" y="0"/>
          <a:chExt cx="0" cy="0"/>
        </a:xfrm>
      </p:grpSpPr>
      <p:sp>
        <p:nvSpPr>
          <p:cNvPr id="3" name="Zástupný objekt pre obsah 6">
            <a:extLst>
              <a:ext uri="{FF2B5EF4-FFF2-40B4-BE49-F238E27FC236}">
                <a16:creationId xmlns:a16="http://schemas.microsoft.com/office/drawing/2014/main" id="{9CF6C093-0DC1-15BC-A8B0-F552A6B0A37E}"/>
              </a:ext>
            </a:extLst>
          </p:cNvPr>
          <p:cNvSpPr txBox="1">
            <a:spLocks/>
          </p:cNvSpPr>
          <p:nvPr/>
        </p:nvSpPr>
        <p:spPr>
          <a:xfrm>
            <a:off x="919286" y="1842835"/>
            <a:ext cx="9962074" cy="958805"/>
          </a:xfrm>
          <a:prstGeom prst="rect">
            <a:avLst/>
          </a:prstGeom>
        </p:spPr>
        <p:txBody>
          <a:bodyPr vert="horz" lIns="0" tIns="45720" rIns="0" bIns="45720" rtlCol="0" anchor="ctr">
            <a:normAutofit/>
          </a:bodyPr>
          <a:lstStyle>
            <a:lvl1pPr marL="91440" indent="-91440" defTabSz="914400">
              <a:lnSpc>
                <a:spcPct val="90000"/>
              </a:lnSpc>
              <a:spcBef>
                <a:spcPts val="1200"/>
              </a:spcBef>
              <a:spcAft>
                <a:spcPts val="200"/>
              </a:spcAft>
              <a:buClr>
                <a:schemeClr val="accent1"/>
              </a:buClr>
              <a:buSzPct val="100000"/>
              <a:buFont typeface="Wingdings" panose="05000000000000000000" pitchFamily="2" charset="2"/>
              <a:buChar char="Ø"/>
              <a:defRPr sz="2800"/>
            </a:lvl1pPr>
            <a:lvl2pPr marL="384048" indent="-182880" defTabSz="914400">
              <a:lnSpc>
                <a:spcPct val="90000"/>
              </a:lnSpc>
              <a:spcBef>
                <a:spcPts val="200"/>
              </a:spcBef>
              <a:spcAft>
                <a:spcPts val="400"/>
              </a:spcAft>
              <a:buClr>
                <a:schemeClr val="accent1"/>
              </a:buClr>
              <a:buFont typeface="Calibri" pitchFamily="34" charset="0"/>
              <a:buChar char="◦"/>
              <a:defRPr>
                <a:solidFill>
                  <a:schemeClr val="tx1">
                    <a:lumMod val="75000"/>
                    <a:lumOff val="25000"/>
                  </a:schemeClr>
                </a:solidFill>
              </a:defRPr>
            </a:lvl2pPr>
            <a:lvl3pPr marL="56692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3pPr>
            <a:lvl4pPr marL="74980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4pPr>
            <a:lvl5pPr marL="93268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5pPr>
            <a:lvl6pPr marL="11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6pPr>
            <a:lvl7pPr marL="13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7pPr>
            <a:lvl8pPr marL="15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8pPr>
            <a:lvl9pPr marL="17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9pPr>
          </a:lstStyle>
          <a:p>
            <a:r>
              <a:rPr lang="sk-SK" noProof="0" dirty="0"/>
              <a:t>Ochrana mimoriadne citlivých dát (vyhľadávanie špecifických diagnóz a špecialistov).</a:t>
            </a:r>
          </a:p>
        </p:txBody>
      </p:sp>
      <p:sp>
        <p:nvSpPr>
          <p:cNvPr id="5" name="Nadpis 1">
            <a:extLst>
              <a:ext uri="{FF2B5EF4-FFF2-40B4-BE49-F238E27FC236}">
                <a16:creationId xmlns:a16="http://schemas.microsoft.com/office/drawing/2014/main" id="{74C3070B-F8B3-1C77-30A8-37C853801F7F}"/>
              </a:ext>
            </a:extLst>
          </p:cNvPr>
          <p:cNvSpPr txBox="1">
            <a:spLocks/>
          </p:cNvSpPr>
          <p:nvPr/>
        </p:nvSpPr>
        <p:spPr>
          <a:xfrm>
            <a:off x="1066800" y="788020"/>
            <a:ext cx="10058400" cy="958805"/>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r>
              <a:rPr lang="sk-SK" sz="5000" b="1" noProof="0" dirty="0">
                <a:solidFill>
                  <a:schemeClr val="tx1"/>
                </a:solidFill>
              </a:rPr>
              <a:t>Absolútne digitálne súkromie</a:t>
            </a:r>
          </a:p>
        </p:txBody>
      </p:sp>
      <p:pic>
        <p:nvPicPr>
          <p:cNvPr id="5122" name="Picture 2">
            <a:extLst>
              <a:ext uri="{FF2B5EF4-FFF2-40B4-BE49-F238E27FC236}">
                <a16:creationId xmlns:a16="http://schemas.microsoft.com/office/drawing/2014/main" id="{34BEE0E4-B8FA-7552-63DF-AD9CFD0B8C2A}"/>
              </a:ext>
            </a:extLst>
          </p:cNvPr>
          <p:cNvPicPr>
            <a:picLocks noChangeAspect="1" noChangeArrowheads="1"/>
          </p:cNvPicPr>
          <p:nvPr/>
        </p:nvPicPr>
        <p:blipFill>
          <a:blip r:embed="rId2"/>
          <a:srcRect/>
          <a:stretch/>
        </p:blipFill>
        <p:spPr bwMode="auto">
          <a:xfrm>
            <a:off x="3509466" y="2925570"/>
            <a:ext cx="5173067" cy="32331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891193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35E195D7-4AE8-A637-8B15-A9230D9D4555}"/>
              </a:ext>
            </a:extLst>
          </p:cNvPr>
          <p:cNvSpPr>
            <a:spLocks noGrp="1"/>
          </p:cNvSpPr>
          <p:nvPr>
            <p:ph type="ctrTitle"/>
          </p:nvPr>
        </p:nvSpPr>
        <p:spPr>
          <a:xfrm>
            <a:off x="1097280" y="758952"/>
            <a:ext cx="9777798" cy="3566160"/>
          </a:xfrm>
        </p:spPr>
        <p:txBody>
          <a:bodyPr/>
          <a:lstStyle/>
          <a:p>
            <a:r>
              <a:rPr lang="sk-SK" b="1" i="1" noProof="0" dirty="0" err="1">
                <a:solidFill>
                  <a:schemeClr val="tx1"/>
                </a:solidFill>
              </a:rPr>
              <a:t>eTermín</a:t>
            </a:r>
            <a:br>
              <a:rPr lang="sk-SK" b="1" noProof="0" dirty="0">
                <a:solidFill>
                  <a:schemeClr val="tx1"/>
                </a:solidFill>
              </a:rPr>
            </a:br>
            <a:r>
              <a:rPr lang="sk-SK" b="1" noProof="0" dirty="0" err="1">
                <a:solidFill>
                  <a:schemeClr val="tx1"/>
                </a:solidFill>
              </a:rPr>
              <a:t>Entitno</a:t>
            </a:r>
            <a:r>
              <a:rPr lang="sk-SK" b="1" noProof="0" dirty="0">
                <a:solidFill>
                  <a:schemeClr val="tx1"/>
                </a:solidFill>
              </a:rPr>
              <a:t>-relačný diagram</a:t>
            </a:r>
          </a:p>
        </p:txBody>
      </p:sp>
      <p:sp>
        <p:nvSpPr>
          <p:cNvPr id="5" name="Podnadpis 4">
            <a:extLst>
              <a:ext uri="{FF2B5EF4-FFF2-40B4-BE49-F238E27FC236}">
                <a16:creationId xmlns:a16="http://schemas.microsoft.com/office/drawing/2014/main" id="{CE628846-99B9-35DC-772B-4C41041F017F}"/>
              </a:ext>
            </a:extLst>
          </p:cNvPr>
          <p:cNvSpPr>
            <a:spLocks noGrp="1"/>
          </p:cNvSpPr>
          <p:nvPr>
            <p:ph type="subTitle" idx="1"/>
          </p:nvPr>
        </p:nvSpPr>
        <p:spPr/>
        <p:txBody>
          <a:bodyPr/>
          <a:lstStyle/>
          <a:p>
            <a:endParaRPr lang="sk-SK" noProof="0" dirty="0"/>
          </a:p>
        </p:txBody>
      </p:sp>
    </p:spTree>
    <p:extLst>
      <p:ext uri="{BB962C8B-B14F-4D97-AF65-F5344CB8AC3E}">
        <p14:creationId xmlns:p14="http://schemas.microsoft.com/office/powerpoint/2010/main" val="39328643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5EBE5-F5D1-2178-3C58-3066B7A7FF32}"/>
            </a:ext>
          </a:extLst>
        </p:cNvPr>
        <p:cNvGrpSpPr/>
        <p:nvPr/>
      </p:nvGrpSpPr>
      <p:grpSpPr>
        <a:xfrm>
          <a:off x="0" y="0"/>
          <a:ext cx="0" cy="0"/>
          <a:chOff x="0" y="0"/>
          <a:chExt cx="0" cy="0"/>
        </a:xfrm>
      </p:grpSpPr>
      <p:sp>
        <p:nvSpPr>
          <p:cNvPr id="3" name="Zástupný objekt pre obsah 6">
            <a:extLst>
              <a:ext uri="{FF2B5EF4-FFF2-40B4-BE49-F238E27FC236}">
                <a16:creationId xmlns:a16="http://schemas.microsoft.com/office/drawing/2014/main" id="{606016D7-95B7-CEF8-0A5A-B047FED36A42}"/>
              </a:ext>
            </a:extLst>
          </p:cNvPr>
          <p:cNvSpPr txBox="1">
            <a:spLocks/>
          </p:cNvSpPr>
          <p:nvPr/>
        </p:nvSpPr>
        <p:spPr>
          <a:xfrm>
            <a:off x="919285" y="1889136"/>
            <a:ext cx="10450121" cy="479402"/>
          </a:xfrm>
          <a:prstGeom prst="rect">
            <a:avLst/>
          </a:prstGeom>
        </p:spPr>
        <p:txBody>
          <a:bodyPr vert="horz" lIns="0" tIns="45720" rIns="0" bIns="45720" rtlCol="0" anchor="ctr">
            <a:normAutofit/>
          </a:bodyPr>
          <a:lstStyle>
            <a:lvl1pPr marL="91440" indent="-91440" defTabSz="914400">
              <a:lnSpc>
                <a:spcPct val="90000"/>
              </a:lnSpc>
              <a:spcBef>
                <a:spcPts val="1200"/>
              </a:spcBef>
              <a:spcAft>
                <a:spcPts val="200"/>
              </a:spcAft>
              <a:buClr>
                <a:schemeClr val="accent1"/>
              </a:buClr>
              <a:buSzPct val="100000"/>
              <a:buFont typeface="Wingdings" panose="05000000000000000000" pitchFamily="2" charset="2"/>
              <a:buChar char="Ø"/>
              <a:defRPr sz="2800"/>
            </a:lvl1pPr>
            <a:lvl2pPr marL="384048" indent="-182880" defTabSz="914400">
              <a:lnSpc>
                <a:spcPct val="90000"/>
              </a:lnSpc>
              <a:spcBef>
                <a:spcPts val="200"/>
              </a:spcBef>
              <a:spcAft>
                <a:spcPts val="400"/>
              </a:spcAft>
              <a:buClr>
                <a:schemeClr val="accent1"/>
              </a:buClr>
              <a:buFont typeface="Calibri" pitchFamily="34" charset="0"/>
              <a:buChar char="◦"/>
              <a:defRPr>
                <a:solidFill>
                  <a:schemeClr val="tx1">
                    <a:lumMod val="75000"/>
                    <a:lumOff val="25000"/>
                  </a:schemeClr>
                </a:solidFill>
              </a:defRPr>
            </a:lvl2pPr>
            <a:lvl3pPr marL="56692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3pPr>
            <a:lvl4pPr marL="74980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4pPr>
            <a:lvl5pPr marL="93268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5pPr>
            <a:lvl6pPr marL="11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6pPr>
            <a:lvl7pPr marL="13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7pPr>
            <a:lvl8pPr marL="15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8pPr>
            <a:lvl9pPr marL="17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9pPr>
          </a:lstStyle>
          <a:p>
            <a:endParaRPr lang="sk-SK" noProof="0" dirty="0"/>
          </a:p>
        </p:txBody>
      </p:sp>
      <p:pic>
        <p:nvPicPr>
          <p:cNvPr id="6" name="Obrázok 5">
            <a:extLst>
              <a:ext uri="{FF2B5EF4-FFF2-40B4-BE49-F238E27FC236}">
                <a16:creationId xmlns:a16="http://schemas.microsoft.com/office/drawing/2014/main" id="{614DB339-F4D8-B929-9B0D-3A3FD810F95C}"/>
              </a:ext>
            </a:extLst>
          </p:cNvPr>
          <p:cNvPicPr>
            <a:picLocks noChangeAspect="1"/>
          </p:cNvPicPr>
          <p:nvPr/>
        </p:nvPicPr>
        <p:blipFill>
          <a:blip r:embed="rId2"/>
          <a:stretch>
            <a:fillRect/>
          </a:stretch>
        </p:blipFill>
        <p:spPr>
          <a:xfrm>
            <a:off x="2336200" y="533324"/>
            <a:ext cx="7519600" cy="5791351"/>
          </a:xfrm>
          <a:prstGeom prst="rect">
            <a:avLst/>
          </a:prstGeom>
        </p:spPr>
      </p:pic>
    </p:spTree>
    <p:extLst>
      <p:ext uri="{BB962C8B-B14F-4D97-AF65-F5344CB8AC3E}">
        <p14:creationId xmlns:p14="http://schemas.microsoft.com/office/powerpoint/2010/main" val="599550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44D67-1470-CE02-5D05-F4042452E943}"/>
            </a:ext>
          </a:extLst>
        </p:cNvPr>
        <p:cNvGrpSpPr/>
        <p:nvPr/>
      </p:nvGrpSpPr>
      <p:grpSpPr>
        <a:xfrm>
          <a:off x="0" y="0"/>
          <a:ext cx="0" cy="0"/>
          <a:chOff x="0" y="0"/>
          <a:chExt cx="0" cy="0"/>
        </a:xfrm>
      </p:grpSpPr>
      <p:sp>
        <p:nvSpPr>
          <p:cNvPr id="3" name="Zástupný objekt pre obsah 6">
            <a:extLst>
              <a:ext uri="{FF2B5EF4-FFF2-40B4-BE49-F238E27FC236}">
                <a16:creationId xmlns:a16="http://schemas.microsoft.com/office/drawing/2014/main" id="{A2608AEE-7EB7-203E-0736-7B6FAAA3A534}"/>
              </a:ext>
            </a:extLst>
          </p:cNvPr>
          <p:cNvSpPr txBox="1">
            <a:spLocks/>
          </p:cNvSpPr>
          <p:nvPr/>
        </p:nvSpPr>
        <p:spPr>
          <a:xfrm>
            <a:off x="919286" y="2736291"/>
            <a:ext cx="6528537" cy="958805"/>
          </a:xfrm>
          <a:prstGeom prst="rect">
            <a:avLst/>
          </a:prstGeom>
        </p:spPr>
        <p:txBody>
          <a:bodyPr vert="horz" lIns="0" tIns="45720" rIns="0" bIns="45720" rtlCol="0" anchor="t">
            <a:normAutofit/>
          </a:bodyPr>
          <a:lstStyle>
            <a:lvl1pPr marL="91440" indent="-91440" defTabSz="914400">
              <a:lnSpc>
                <a:spcPct val="90000"/>
              </a:lnSpc>
              <a:spcBef>
                <a:spcPts val="1200"/>
              </a:spcBef>
              <a:spcAft>
                <a:spcPts val="200"/>
              </a:spcAft>
              <a:buClr>
                <a:schemeClr val="accent1"/>
              </a:buClr>
              <a:buSzPct val="100000"/>
              <a:buFont typeface="Wingdings" panose="05000000000000000000" pitchFamily="2" charset="2"/>
              <a:buChar char="Ø"/>
              <a:defRPr sz="2800"/>
            </a:lvl1pPr>
            <a:lvl2pPr marL="384048" indent="-182880" defTabSz="914400">
              <a:lnSpc>
                <a:spcPct val="90000"/>
              </a:lnSpc>
              <a:spcBef>
                <a:spcPts val="200"/>
              </a:spcBef>
              <a:spcAft>
                <a:spcPts val="400"/>
              </a:spcAft>
              <a:buClr>
                <a:schemeClr val="accent1"/>
              </a:buClr>
              <a:buFont typeface="Calibri" pitchFamily="34" charset="0"/>
              <a:buChar char="◦"/>
              <a:defRPr>
                <a:solidFill>
                  <a:schemeClr val="tx1">
                    <a:lumMod val="75000"/>
                    <a:lumOff val="25000"/>
                  </a:schemeClr>
                </a:solidFill>
              </a:defRPr>
            </a:lvl2pPr>
            <a:lvl3pPr marL="56692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3pPr>
            <a:lvl4pPr marL="74980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4pPr>
            <a:lvl5pPr marL="93268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5pPr>
            <a:lvl6pPr marL="11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6pPr>
            <a:lvl7pPr marL="13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7pPr>
            <a:lvl8pPr marL="15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8pPr>
            <a:lvl9pPr marL="17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9pPr>
          </a:lstStyle>
          <a:p>
            <a:r>
              <a:rPr lang="sk-SK" noProof="0" dirty="0" err="1"/>
              <a:t>pacient_id</a:t>
            </a:r>
            <a:r>
              <a:rPr lang="sk-SK" noProof="0" dirty="0"/>
              <a:t> – </a:t>
            </a:r>
            <a:r>
              <a:rPr lang="sk-SK" b="1" noProof="0" dirty="0"/>
              <a:t>PK</a:t>
            </a:r>
            <a:endParaRPr lang="sk-SK" noProof="0" dirty="0"/>
          </a:p>
        </p:txBody>
      </p:sp>
      <p:sp>
        <p:nvSpPr>
          <p:cNvPr id="5" name="Nadpis 1">
            <a:extLst>
              <a:ext uri="{FF2B5EF4-FFF2-40B4-BE49-F238E27FC236}">
                <a16:creationId xmlns:a16="http://schemas.microsoft.com/office/drawing/2014/main" id="{86547C87-52A3-8A0F-DBDF-A97AEA72783F}"/>
              </a:ext>
            </a:extLst>
          </p:cNvPr>
          <p:cNvSpPr txBox="1">
            <a:spLocks/>
          </p:cNvSpPr>
          <p:nvPr/>
        </p:nvSpPr>
        <p:spPr>
          <a:xfrm>
            <a:off x="1066800" y="788020"/>
            <a:ext cx="10058400" cy="958805"/>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r>
              <a:rPr lang="sk-SK" sz="5000" b="1" noProof="0" dirty="0">
                <a:solidFill>
                  <a:schemeClr val="tx1"/>
                </a:solidFill>
              </a:rPr>
              <a:t>Pacient</a:t>
            </a:r>
          </a:p>
        </p:txBody>
      </p:sp>
      <p:pic>
        <p:nvPicPr>
          <p:cNvPr id="6" name="Obrázok 5">
            <a:extLst>
              <a:ext uri="{FF2B5EF4-FFF2-40B4-BE49-F238E27FC236}">
                <a16:creationId xmlns:a16="http://schemas.microsoft.com/office/drawing/2014/main" id="{55E15C46-9EC4-7C8F-1D20-F88F9041198F}"/>
              </a:ext>
            </a:extLst>
          </p:cNvPr>
          <p:cNvPicPr>
            <a:picLocks noChangeAspect="1"/>
          </p:cNvPicPr>
          <p:nvPr/>
        </p:nvPicPr>
        <p:blipFill>
          <a:blip r:embed="rId2"/>
          <a:srcRect l="2007" t="1723" r="68702" b="54944"/>
          <a:stretch>
            <a:fillRect/>
          </a:stretch>
        </p:blipFill>
        <p:spPr>
          <a:xfrm>
            <a:off x="7714320" y="1828800"/>
            <a:ext cx="3410879" cy="3886200"/>
          </a:xfrm>
          <a:prstGeom prst="rect">
            <a:avLst/>
          </a:prstGeom>
        </p:spPr>
      </p:pic>
    </p:spTree>
    <p:extLst>
      <p:ext uri="{BB962C8B-B14F-4D97-AF65-F5344CB8AC3E}">
        <p14:creationId xmlns:p14="http://schemas.microsoft.com/office/powerpoint/2010/main" val="35264436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B3B4C-41EE-1F85-CCF9-030B232337DD}"/>
            </a:ext>
          </a:extLst>
        </p:cNvPr>
        <p:cNvGrpSpPr/>
        <p:nvPr/>
      </p:nvGrpSpPr>
      <p:grpSpPr>
        <a:xfrm>
          <a:off x="0" y="0"/>
          <a:ext cx="0" cy="0"/>
          <a:chOff x="0" y="0"/>
          <a:chExt cx="0" cy="0"/>
        </a:xfrm>
      </p:grpSpPr>
      <p:sp>
        <p:nvSpPr>
          <p:cNvPr id="3" name="Zástupný objekt pre obsah 6">
            <a:extLst>
              <a:ext uri="{FF2B5EF4-FFF2-40B4-BE49-F238E27FC236}">
                <a16:creationId xmlns:a16="http://schemas.microsoft.com/office/drawing/2014/main" id="{4701C8B4-60DA-FF70-64DF-ECCEF4BBEE4C}"/>
              </a:ext>
            </a:extLst>
          </p:cNvPr>
          <p:cNvSpPr txBox="1">
            <a:spLocks/>
          </p:cNvSpPr>
          <p:nvPr/>
        </p:nvSpPr>
        <p:spPr>
          <a:xfrm>
            <a:off x="919287" y="2603672"/>
            <a:ext cx="6344008" cy="1221452"/>
          </a:xfrm>
          <a:prstGeom prst="rect">
            <a:avLst/>
          </a:prstGeom>
        </p:spPr>
        <p:txBody>
          <a:bodyPr vert="horz" lIns="0" tIns="45720" rIns="0" bIns="45720" rtlCol="0" anchor="ctr">
            <a:normAutofit/>
          </a:bodyPr>
          <a:lstStyle>
            <a:lvl1pPr marL="91440" indent="-91440" defTabSz="914400">
              <a:lnSpc>
                <a:spcPct val="90000"/>
              </a:lnSpc>
              <a:spcBef>
                <a:spcPts val="1200"/>
              </a:spcBef>
              <a:spcAft>
                <a:spcPts val="200"/>
              </a:spcAft>
              <a:buClr>
                <a:schemeClr val="accent1"/>
              </a:buClr>
              <a:buSzPct val="100000"/>
              <a:buFont typeface="Wingdings" panose="05000000000000000000" pitchFamily="2" charset="2"/>
              <a:buChar char="Ø"/>
              <a:defRPr sz="2800"/>
            </a:lvl1pPr>
            <a:lvl2pPr marL="384048" indent="-182880" defTabSz="914400">
              <a:lnSpc>
                <a:spcPct val="90000"/>
              </a:lnSpc>
              <a:spcBef>
                <a:spcPts val="200"/>
              </a:spcBef>
              <a:spcAft>
                <a:spcPts val="400"/>
              </a:spcAft>
              <a:buClr>
                <a:schemeClr val="accent1"/>
              </a:buClr>
              <a:buFont typeface="Calibri" pitchFamily="34" charset="0"/>
              <a:buChar char="◦"/>
              <a:defRPr>
                <a:solidFill>
                  <a:schemeClr val="tx1">
                    <a:lumMod val="75000"/>
                    <a:lumOff val="25000"/>
                  </a:schemeClr>
                </a:solidFill>
              </a:defRPr>
            </a:lvl2pPr>
            <a:lvl3pPr marL="56692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3pPr>
            <a:lvl4pPr marL="74980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4pPr>
            <a:lvl5pPr marL="93268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5pPr>
            <a:lvl6pPr marL="11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6pPr>
            <a:lvl7pPr marL="13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7pPr>
            <a:lvl8pPr marL="15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8pPr>
            <a:lvl9pPr marL="17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9pPr>
          </a:lstStyle>
          <a:p>
            <a:r>
              <a:rPr lang="sk-SK" noProof="0" dirty="0" err="1"/>
              <a:t>doktor_id</a:t>
            </a:r>
            <a:r>
              <a:rPr lang="sk-SK" noProof="0" dirty="0"/>
              <a:t> – </a:t>
            </a:r>
            <a:r>
              <a:rPr lang="sk-SK" b="1" noProof="0" dirty="0"/>
              <a:t>PK</a:t>
            </a:r>
          </a:p>
          <a:p>
            <a:r>
              <a:rPr lang="sk-SK" noProof="0" dirty="0" err="1"/>
              <a:t>klinika_id</a:t>
            </a:r>
            <a:r>
              <a:rPr lang="sk-SK" noProof="0" dirty="0"/>
              <a:t> – </a:t>
            </a:r>
            <a:r>
              <a:rPr lang="sk-SK" b="1" noProof="0" dirty="0"/>
              <a:t>FK</a:t>
            </a:r>
            <a:r>
              <a:rPr lang="sk-SK" noProof="0" dirty="0"/>
              <a:t> → Klinika</a:t>
            </a:r>
          </a:p>
        </p:txBody>
      </p:sp>
      <p:sp>
        <p:nvSpPr>
          <p:cNvPr id="5" name="Nadpis 1">
            <a:extLst>
              <a:ext uri="{FF2B5EF4-FFF2-40B4-BE49-F238E27FC236}">
                <a16:creationId xmlns:a16="http://schemas.microsoft.com/office/drawing/2014/main" id="{2BB4B134-2EC2-C2DF-B933-B0D7A87687AF}"/>
              </a:ext>
            </a:extLst>
          </p:cNvPr>
          <p:cNvSpPr txBox="1">
            <a:spLocks/>
          </p:cNvSpPr>
          <p:nvPr/>
        </p:nvSpPr>
        <p:spPr>
          <a:xfrm>
            <a:off x="1066800" y="788020"/>
            <a:ext cx="10058400" cy="958805"/>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r>
              <a:rPr lang="sk-SK" sz="5000" b="1" noProof="0" dirty="0">
                <a:solidFill>
                  <a:schemeClr val="tx1"/>
                </a:solidFill>
              </a:rPr>
              <a:t>Doktor</a:t>
            </a:r>
          </a:p>
        </p:txBody>
      </p:sp>
      <p:pic>
        <p:nvPicPr>
          <p:cNvPr id="4" name="Obrázok 3">
            <a:extLst>
              <a:ext uri="{FF2B5EF4-FFF2-40B4-BE49-F238E27FC236}">
                <a16:creationId xmlns:a16="http://schemas.microsoft.com/office/drawing/2014/main" id="{41D91E6A-515E-21DD-6C10-15E8FAB1C6A6}"/>
              </a:ext>
            </a:extLst>
          </p:cNvPr>
          <p:cNvPicPr>
            <a:picLocks noChangeAspect="1"/>
          </p:cNvPicPr>
          <p:nvPr/>
        </p:nvPicPr>
        <p:blipFill>
          <a:blip r:embed="rId2"/>
          <a:srcRect l="1294" t="47760" r="65829" b="1120"/>
          <a:stretch>
            <a:fillRect/>
          </a:stretch>
        </p:blipFill>
        <p:spPr>
          <a:xfrm>
            <a:off x="7683500" y="1865953"/>
            <a:ext cx="3441700" cy="4121542"/>
          </a:xfrm>
          <a:prstGeom prst="rect">
            <a:avLst/>
          </a:prstGeom>
        </p:spPr>
      </p:pic>
    </p:spTree>
    <p:extLst>
      <p:ext uri="{BB962C8B-B14F-4D97-AF65-F5344CB8AC3E}">
        <p14:creationId xmlns:p14="http://schemas.microsoft.com/office/powerpoint/2010/main" val="278942362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F3A9E-345B-28EE-77CB-642EDC357D23}"/>
            </a:ext>
          </a:extLst>
        </p:cNvPr>
        <p:cNvGrpSpPr/>
        <p:nvPr/>
      </p:nvGrpSpPr>
      <p:grpSpPr>
        <a:xfrm>
          <a:off x="0" y="0"/>
          <a:ext cx="0" cy="0"/>
          <a:chOff x="0" y="0"/>
          <a:chExt cx="0" cy="0"/>
        </a:xfrm>
      </p:grpSpPr>
      <p:sp>
        <p:nvSpPr>
          <p:cNvPr id="3" name="Zástupný objekt pre obsah 6">
            <a:extLst>
              <a:ext uri="{FF2B5EF4-FFF2-40B4-BE49-F238E27FC236}">
                <a16:creationId xmlns:a16="http://schemas.microsoft.com/office/drawing/2014/main" id="{06BFBB16-EAE0-3239-8D86-7A5EEEC01CB2}"/>
              </a:ext>
            </a:extLst>
          </p:cNvPr>
          <p:cNvSpPr txBox="1">
            <a:spLocks/>
          </p:cNvSpPr>
          <p:nvPr/>
        </p:nvSpPr>
        <p:spPr>
          <a:xfrm>
            <a:off x="919287" y="2708373"/>
            <a:ext cx="6344008" cy="1221452"/>
          </a:xfrm>
          <a:prstGeom prst="rect">
            <a:avLst/>
          </a:prstGeom>
        </p:spPr>
        <p:txBody>
          <a:bodyPr vert="horz" lIns="0" tIns="45720" rIns="0" bIns="45720" rtlCol="0" anchor="ctr">
            <a:normAutofit/>
          </a:bodyPr>
          <a:lstStyle>
            <a:lvl1pPr marL="91440" indent="-91440" defTabSz="914400">
              <a:lnSpc>
                <a:spcPct val="90000"/>
              </a:lnSpc>
              <a:spcBef>
                <a:spcPts val="1200"/>
              </a:spcBef>
              <a:spcAft>
                <a:spcPts val="200"/>
              </a:spcAft>
              <a:buClr>
                <a:schemeClr val="accent1"/>
              </a:buClr>
              <a:buSzPct val="100000"/>
              <a:buFont typeface="Wingdings" panose="05000000000000000000" pitchFamily="2" charset="2"/>
              <a:buChar char="Ø"/>
              <a:defRPr sz="2800"/>
            </a:lvl1pPr>
            <a:lvl2pPr marL="384048" indent="-182880" defTabSz="914400">
              <a:lnSpc>
                <a:spcPct val="90000"/>
              </a:lnSpc>
              <a:spcBef>
                <a:spcPts val="200"/>
              </a:spcBef>
              <a:spcAft>
                <a:spcPts val="400"/>
              </a:spcAft>
              <a:buClr>
                <a:schemeClr val="accent1"/>
              </a:buClr>
              <a:buFont typeface="Calibri" pitchFamily="34" charset="0"/>
              <a:buChar char="◦"/>
              <a:defRPr>
                <a:solidFill>
                  <a:schemeClr val="tx1">
                    <a:lumMod val="75000"/>
                    <a:lumOff val="25000"/>
                  </a:schemeClr>
                </a:solidFill>
              </a:defRPr>
            </a:lvl2pPr>
            <a:lvl3pPr marL="56692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3pPr>
            <a:lvl4pPr marL="74980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4pPr>
            <a:lvl5pPr marL="93268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5pPr>
            <a:lvl6pPr marL="11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6pPr>
            <a:lvl7pPr marL="13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7pPr>
            <a:lvl8pPr marL="15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8pPr>
            <a:lvl9pPr marL="17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9pPr>
          </a:lstStyle>
          <a:p>
            <a:r>
              <a:rPr lang="sk-SK" noProof="0" dirty="0" err="1"/>
              <a:t>klinika_id</a:t>
            </a:r>
            <a:r>
              <a:rPr lang="sk-SK" noProof="0" dirty="0"/>
              <a:t> – </a:t>
            </a:r>
            <a:r>
              <a:rPr lang="sk-SK" b="1" noProof="0" dirty="0"/>
              <a:t>PK</a:t>
            </a:r>
            <a:endParaRPr lang="sk-SK" noProof="0" dirty="0"/>
          </a:p>
        </p:txBody>
      </p:sp>
      <p:sp>
        <p:nvSpPr>
          <p:cNvPr id="5" name="Nadpis 1">
            <a:extLst>
              <a:ext uri="{FF2B5EF4-FFF2-40B4-BE49-F238E27FC236}">
                <a16:creationId xmlns:a16="http://schemas.microsoft.com/office/drawing/2014/main" id="{E115021B-84C6-6A9C-E120-1872C565FFFA}"/>
              </a:ext>
            </a:extLst>
          </p:cNvPr>
          <p:cNvSpPr txBox="1">
            <a:spLocks/>
          </p:cNvSpPr>
          <p:nvPr/>
        </p:nvSpPr>
        <p:spPr>
          <a:xfrm>
            <a:off x="1066800" y="788020"/>
            <a:ext cx="10058400" cy="958805"/>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r>
              <a:rPr lang="sk-SK" sz="5000" b="1" noProof="0" dirty="0">
                <a:solidFill>
                  <a:schemeClr val="tx1"/>
                </a:solidFill>
              </a:rPr>
              <a:t>Klinika</a:t>
            </a:r>
          </a:p>
        </p:txBody>
      </p:sp>
      <p:pic>
        <p:nvPicPr>
          <p:cNvPr id="6" name="Obrázok 5">
            <a:extLst>
              <a:ext uri="{FF2B5EF4-FFF2-40B4-BE49-F238E27FC236}">
                <a16:creationId xmlns:a16="http://schemas.microsoft.com/office/drawing/2014/main" id="{9C40BD83-DC8A-7644-23AE-D2566AF71AF5}"/>
              </a:ext>
            </a:extLst>
          </p:cNvPr>
          <p:cNvPicPr>
            <a:picLocks noChangeAspect="1"/>
          </p:cNvPicPr>
          <p:nvPr/>
        </p:nvPicPr>
        <p:blipFill>
          <a:blip r:embed="rId2"/>
          <a:srcRect l="69724" t="68923" r="1081" b="5634"/>
          <a:stretch>
            <a:fillRect/>
          </a:stretch>
        </p:blipFill>
        <p:spPr>
          <a:xfrm>
            <a:off x="7118350" y="2585122"/>
            <a:ext cx="4006850" cy="2689405"/>
          </a:xfrm>
          <a:prstGeom prst="rect">
            <a:avLst/>
          </a:prstGeom>
        </p:spPr>
      </p:pic>
    </p:spTree>
    <p:extLst>
      <p:ext uri="{BB962C8B-B14F-4D97-AF65-F5344CB8AC3E}">
        <p14:creationId xmlns:p14="http://schemas.microsoft.com/office/powerpoint/2010/main" val="11772520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998E1C-A3E0-EBBD-8D9B-4A572E3F013C}"/>
            </a:ext>
          </a:extLst>
        </p:cNvPr>
        <p:cNvGrpSpPr/>
        <p:nvPr/>
      </p:nvGrpSpPr>
      <p:grpSpPr>
        <a:xfrm>
          <a:off x="0" y="0"/>
          <a:ext cx="0" cy="0"/>
          <a:chOff x="0" y="0"/>
          <a:chExt cx="0" cy="0"/>
        </a:xfrm>
      </p:grpSpPr>
      <p:sp>
        <p:nvSpPr>
          <p:cNvPr id="3" name="Zástupný objekt pre obsah 6">
            <a:extLst>
              <a:ext uri="{FF2B5EF4-FFF2-40B4-BE49-F238E27FC236}">
                <a16:creationId xmlns:a16="http://schemas.microsoft.com/office/drawing/2014/main" id="{D15866B9-11A5-4C59-9C03-41FDFD6D2808}"/>
              </a:ext>
            </a:extLst>
          </p:cNvPr>
          <p:cNvSpPr txBox="1">
            <a:spLocks/>
          </p:cNvSpPr>
          <p:nvPr/>
        </p:nvSpPr>
        <p:spPr>
          <a:xfrm>
            <a:off x="919287" y="1821897"/>
            <a:ext cx="6344008" cy="3476041"/>
          </a:xfrm>
          <a:prstGeom prst="rect">
            <a:avLst/>
          </a:prstGeom>
        </p:spPr>
        <p:txBody>
          <a:bodyPr vert="horz" lIns="0" tIns="45720" rIns="0" bIns="45720" rtlCol="0" anchor="ctr">
            <a:normAutofit/>
          </a:bodyPr>
          <a:lstStyle>
            <a:lvl1pPr marL="91440" indent="-91440" defTabSz="914400">
              <a:lnSpc>
                <a:spcPct val="90000"/>
              </a:lnSpc>
              <a:spcBef>
                <a:spcPts val="1200"/>
              </a:spcBef>
              <a:spcAft>
                <a:spcPts val="200"/>
              </a:spcAft>
              <a:buClr>
                <a:schemeClr val="accent1"/>
              </a:buClr>
              <a:buSzPct val="100000"/>
              <a:buFont typeface="Wingdings" panose="05000000000000000000" pitchFamily="2" charset="2"/>
              <a:buChar char="Ø"/>
              <a:defRPr sz="2800"/>
            </a:lvl1pPr>
            <a:lvl2pPr marL="384048" indent="-182880" defTabSz="914400">
              <a:lnSpc>
                <a:spcPct val="90000"/>
              </a:lnSpc>
              <a:spcBef>
                <a:spcPts val="200"/>
              </a:spcBef>
              <a:spcAft>
                <a:spcPts val="400"/>
              </a:spcAft>
              <a:buClr>
                <a:schemeClr val="accent1"/>
              </a:buClr>
              <a:buFont typeface="Calibri" pitchFamily="34" charset="0"/>
              <a:buChar char="◦"/>
              <a:defRPr>
                <a:solidFill>
                  <a:schemeClr val="tx1">
                    <a:lumMod val="75000"/>
                    <a:lumOff val="25000"/>
                  </a:schemeClr>
                </a:solidFill>
              </a:defRPr>
            </a:lvl2pPr>
            <a:lvl3pPr marL="56692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3pPr>
            <a:lvl4pPr marL="74980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4pPr>
            <a:lvl5pPr marL="93268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5pPr>
            <a:lvl6pPr marL="11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6pPr>
            <a:lvl7pPr marL="13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7pPr>
            <a:lvl8pPr marL="15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8pPr>
            <a:lvl9pPr marL="17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9pPr>
          </a:lstStyle>
          <a:p>
            <a:r>
              <a:rPr lang="sk-SK" noProof="0" dirty="0" err="1"/>
              <a:t>termin_id</a:t>
            </a:r>
            <a:r>
              <a:rPr lang="sk-SK" noProof="0" dirty="0"/>
              <a:t> – </a:t>
            </a:r>
            <a:r>
              <a:rPr lang="sk-SK" b="1" noProof="0" dirty="0"/>
              <a:t>PK</a:t>
            </a:r>
          </a:p>
          <a:p>
            <a:r>
              <a:rPr lang="sk-SK" noProof="0" dirty="0" err="1"/>
              <a:t>pacient_id</a:t>
            </a:r>
            <a:r>
              <a:rPr lang="sk-SK" noProof="0" dirty="0"/>
              <a:t> – </a:t>
            </a:r>
            <a:r>
              <a:rPr lang="sk-SK" b="1" noProof="0" dirty="0"/>
              <a:t>FK</a:t>
            </a:r>
            <a:r>
              <a:rPr lang="sk-SK" noProof="0" dirty="0"/>
              <a:t> → Pacient</a:t>
            </a:r>
          </a:p>
          <a:p>
            <a:r>
              <a:rPr lang="sk-SK" noProof="0" dirty="0" err="1"/>
              <a:t>doktor_id</a:t>
            </a:r>
            <a:r>
              <a:rPr lang="sk-SK" noProof="0" dirty="0"/>
              <a:t> – </a:t>
            </a:r>
            <a:r>
              <a:rPr lang="sk-SK" b="1" noProof="0" dirty="0"/>
              <a:t>FK</a:t>
            </a:r>
            <a:r>
              <a:rPr lang="sk-SK" noProof="0" dirty="0"/>
              <a:t> → Doktor</a:t>
            </a:r>
          </a:p>
        </p:txBody>
      </p:sp>
      <p:sp>
        <p:nvSpPr>
          <p:cNvPr id="5" name="Nadpis 1">
            <a:extLst>
              <a:ext uri="{FF2B5EF4-FFF2-40B4-BE49-F238E27FC236}">
                <a16:creationId xmlns:a16="http://schemas.microsoft.com/office/drawing/2014/main" id="{3E12D995-8BCD-5C93-AC22-49EBB493E016}"/>
              </a:ext>
            </a:extLst>
          </p:cNvPr>
          <p:cNvSpPr txBox="1">
            <a:spLocks/>
          </p:cNvSpPr>
          <p:nvPr/>
        </p:nvSpPr>
        <p:spPr>
          <a:xfrm>
            <a:off x="1066800" y="788020"/>
            <a:ext cx="10058400" cy="958805"/>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r>
              <a:rPr lang="sk-SK" sz="5000" b="1" noProof="0" dirty="0">
                <a:solidFill>
                  <a:schemeClr val="tx1"/>
                </a:solidFill>
              </a:rPr>
              <a:t>Termín</a:t>
            </a:r>
          </a:p>
        </p:txBody>
      </p:sp>
      <p:pic>
        <p:nvPicPr>
          <p:cNvPr id="6" name="Obrázok 5">
            <a:extLst>
              <a:ext uri="{FF2B5EF4-FFF2-40B4-BE49-F238E27FC236}">
                <a16:creationId xmlns:a16="http://schemas.microsoft.com/office/drawing/2014/main" id="{58FDA6B5-87A0-6822-A4D9-87C5CA0FF586}"/>
              </a:ext>
            </a:extLst>
          </p:cNvPr>
          <p:cNvPicPr>
            <a:picLocks noChangeAspect="1"/>
          </p:cNvPicPr>
          <p:nvPr/>
        </p:nvPicPr>
        <p:blipFill>
          <a:blip r:embed="rId2"/>
          <a:srcRect l="59031" t="19301" r="6367" b="46971"/>
          <a:stretch>
            <a:fillRect/>
          </a:stretch>
        </p:blipFill>
        <p:spPr>
          <a:xfrm>
            <a:off x="7263294" y="2286257"/>
            <a:ext cx="3861905" cy="2899260"/>
          </a:xfrm>
          <a:prstGeom prst="rect">
            <a:avLst/>
          </a:prstGeom>
        </p:spPr>
      </p:pic>
    </p:spTree>
    <p:extLst>
      <p:ext uri="{BB962C8B-B14F-4D97-AF65-F5344CB8AC3E}">
        <p14:creationId xmlns:p14="http://schemas.microsoft.com/office/powerpoint/2010/main" val="21113631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35E195D7-4AE8-A637-8B15-A9230D9D4555}"/>
              </a:ext>
            </a:extLst>
          </p:cNvPr>
          <p:cNvSpPr>
            <a:spLocks noGrp="1"/>
          </p:cNvSpPr>
          <p:nvPr>
            <p:ph type="ctrTitle"/>
          </p:nvPr>
        </p:nvSpPr>
        <p:spPr>
          <a:xfrm>
            <a:off x="1082766" y="454152"/>
            <a:ext cx="8660973" cy="3566160"/>
          </a:xfrm>
        </p:spPr>
        <p:txBody>
          <a:bodyPr/>
          <a:lstStyle/>
          <a:p>
            <a:r>
              <a:rPr lang="sk-SK" b="1" i="1" noProof="0" dirty="0" err="1">
                <a:solidFill>
                  <a:schemeClr val="tx1"/>
                </a:solidFill>
              </a:rPr>
              <a:t>eTermín</a:t>
            </a:r>
            <a:br>
              <a:rPr lang="sk-SK" b="1" noProof="0" dirty="0">
                <a:solidFill>
                  <a:schemeClr val="tx1"/>
                </a:solidFill>
              </a:rPr>
            </a:br>
            <a:r>
              <a:rPr lang="sk-SK" b="1" noProof="0" dirty="0" err="1">
                <a:solidFill>
                  <a:schemeClr val="tx1"/>
                </a:solidFill>
              </a:rPr>
              <a:t>Social</a:t>
            </a:r>
            <a:r>
              <a:rPr lang="sk-SK" b="1" noProof="0" dirty="0">
                <a:solidFill>
                  <a:schemeClr val="tx1"/>
                </a:solidFill>
              </a:rPr>
              <a:t> </a:t>
            </a:r>
            <a:r>
              <a:rPr lang="sk-SK" b="1" noProof="0" dirty="0" err="1">
                <a:solidFill>
                  <a:schemeClr val="tx1"/>
                </a:solidFill>
              </a:rPr>
              <a:t>computing</a:t>
            </a:r>
            <a:endParaRPr lang="sk-SK" b="1" noProof="0" dirty="0">
              <a:solidFill>
                <a:schemeClr val="tx1"/>
              </a:solidFill>
            </a:endParaRPr>
          </a:p>
        </p:txBody>
      </p:sp>
      <p:sp>
        <p:nvSpPr>
          <p:cNvPr id="5" name="Podnadpis 4">
            <a:extLst>
              <a:ext uri="{FF2B5EF4-FFF2-40B4-BE49-F238E27FC236}">
                <a16:creationId xmlns:a16="http://schemas.microsoft.com/office/drawing/2014/main" id="{AAF69368-38CB-4C99-E412-7AD628FDA6E0}"/>
              </a:ext>
            </a:extLst>
          </p:cNvPr>
          <p:cNvSpPr>
            <a:spLocks noGrp="1"/>
          </p:cNvSpPr>
          <p:nvPr>
            <p:ph type="subTitle" idx="1"/>
          </p:nvPr>
        </p:nvSpPr>
        <p:spPr/>
        <p:txBody>
          <a:bodyPr/>
          <a:lstStyle/>
          <a:p>
            <a:endParaRPr lang="sk-SK" noProof="0" dirty="0"/>
          </a:p>
        </p:txBody>
      </p:sp>
    </p:spTree>
    <p:extLst>
      <p:ext uri="{BB962C8B-B14F-4D97-AF65-F5344CB8AC3E}">
        <p14:creationId xmlns:p14="http://schemas.microsoft.com/office/powerpoint/2010/main" val="37366539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44D67-1470-CE02-5D05-F4042452E943}"/>
            </a:ext>
          </a:extLst>
        </p:cNvPr>
        <p:cNvGrpSpPr/>
        <p:nvPr/>
      </p:nvGrpSpPr>
      <p:grpSpPr>
        <a:xfrm>
          <a:off x="0" y="0"/>
          <a:ext cx="0" cy="0"/>
          <a:chOff x="0" y="0"/>
          <a:chExt cx="0" cy="0"/>
        </a:xfrm>
      </p:grpSpPr>
      <p:sp>
        <p:nvSpPr>
          <p:cNvPr id="3" name="Zástupný objekt pre obsah 6">
            <a:extLst>
              <a:ext uri="{FF2B5EF4-FFF2-40B4-BE49-F238E27FC236}">
                <a16:creationId xmlns:a16="http://schemas.microsoft.com/office/drawing/2014/main" id="{A2608AEE-7EB7-203E-0736-7B6FAAA3A534}"/>
              </a:ext>
            </a:extLst>
          </p:cNvPr>
          <p:cNvSpPr txBox="1">
            <a:spLocks/>
          </p:cNvSpPr>
          <p:nvPr/>
        </p:nvSpPr>
        <p:spPr>
          <a:xfrm>
            <a:off x="718964" y="2241558"/>
            <a:ext cx="6889400" cy="3449236"/>
          </a:xfrm>
          <a:prstGeom prst="rect">
            <a:avLst/>
          </a:prstGeom>
        </p:spPr>
        <p:txBody>
          <a:bodyPr vert="horz" lIns="0" tIns="45720" rIns="0" bIns="45720" rtlCol="0" anchor="t">
            <a:normAutofit/>
          </a:bodyPr>
          <a:lstStyle>
            <a:lvl1pPr marL="91440" indent="-91440" defTabSz="914400">
              <a:lnSpc>
                <a:spcPct val="90000"/>
              </a:lnSpc>
              <a:spcBef>
                <a:spcPts val="1200"/>
              </a:spcBef>
              <a:spcAft>
                <a:spcPts val="200"/>
              </a:spcAft>
              <a:buClr>
                <a:schemeClr val="accent1"/>
              </a:buClr>
              <a:buSzPct val="100000"/>
              <a:buFont typeface="Wingdings" panose="05000000000000000000" pitchFamily="2" charset="2"/>
              <a:buChar char="Ø"/>
              <a:defRPr sz="2800"/>
            </a:lvl1pPr>
            <a:lvl2pPr marL="384048" indent="-182880" defTabSz="914400">
              <a:lnSpc>
                <a:spcPct val="90000"/>
              </a:lnSpc>
              <a:spcBef>
                <a:spcPts val="200"/>
              </a:spcBef>
              <a:spcAft>
                <a:spcPts val="400"/>
              </a:spcAft>
              <a:buClr>
                <a:schemeClr val="accent1"/>
              </a:buClr>
              <a:buFont typeface="Calibri" pitchFamily="34" charset="0"/>
              <a:buChar char="◦"/>
              <a:defRPr>
                <a:solidFill>
                  <a:schemeClr val="tx1">
                    <a:lumMod val="75000"/>
                    <a:lumOff val="25000"/>
                  </a:schemeClr>
                </a:solidFill>
              </a:defRPr>
            </a:lvl2pPr>
            <a:lvl3pPr marL="56692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3pPr>
            <a:lvl4pPr marL="74980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4pPr>
            <a:lvl5pPr marL="93268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5pPr>
            <a:lvl6pPr marL="11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6pPr>
            <a:lvl7pPr marL="13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7pPr>
            <a:lvl8pPr marL="15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8pPr>
            <a:lvl9pPr marL="17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9pPr>
          </a:lstStyle>
          <a:p>
            <a:r>
              <a:rPr lang="sk-SK" noProof="0" dirty="0"/>
              <a:t>Nutnosť modernizácie komunikácie ambulancia-pacient</a:t>
            </a:r>
          </a:p>
          <a:p>
            <a:r>
              <a:rPr lang="sk-SK" noProof="0" dirty="0"/>
              <a:t>Preťažené sestry, nedostupnosť pre pacientov</a:t>
            </a:r>
          </a:p>
          <a:p>
            <a:r>
              <a:rPr lang="sk-SK" noProof="0" dirty="0"/>
              <a:t>Konkurencia: rezervačné portály a interné systémy</a:t>
            </a:r>
          </a:p>
          <a:p>
            <a:r>
              <a:rPr lang="sk-SK" noProof="0" dirty="0"/>
              <a:t>Konkurenčná výhoda: overené dáta, priamočiarosť, zameranie na rezerváciu</a:t>
            </a:r>
          </a:p>
        </p:txBody>
      </p:sp>
      <p:sp>
        <p:nvSpPr>
          <p:cNvPr id="5" name="Nadpis 1">
            <a:extLst>
              <a:ext uri="{FF2B5EF4-FFF2-40B4-BE49-F238E27FC236}">
                <a16:creationId xmlns:a16="http://schemas.microsoft.com/office/drawing/2014/main" id="{86547C87-52A3-8A0F-DBDF-A97AEA72783F}"/>
              </a:ext>
            </a:extLst>
          </p:cNvPr>
          <p:cNvSpPr txBox="1">
            <a:spLocks/>
          </p:cNvSpPr>
          <p:nvPr/>
        </p:nvSpPr>
        <p:spPr>
          <a:xfrm>
            <a:off x="1066800" y="788020"/>
            <a:ext cx="10058400" cy="958805"/>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r>
              <a:rPr lang="sk-SK" sz="5000" b="1" noProof="0" dirty="0">
                <a:solidFill>
                  <a:schemeClr val="tx1"/>
                </a:solidFill>
              </a:rPr>
              <a:t>Úvod</a:t>
            </a:r>
          </a:p>
        </p:txBody>
      </p:sp>
      <p:pic>
        <p:nvPicPr>
          <p:cNvPr id="1026" name="Picture 2" descr="Nurses On Phone Images – Browse 67,410 Stock Photos, Vectors, and Video |  Adobe Stock">
            <a:extLst>
              <a:ext uri="{FF2B5EF4-FFF2-40B4-BE49-F238E27FC236}">
                <a16:creationId xmlns:a16="http://schemas.microsoft.com/office/drawing/2014/main" id="{539114DD-DB05-76B2-CE1F-C0970B5F9C1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38851"/>
          <a:stretch>
            <a:fillRect/>
          </a:stretch>
        </p:blipFill>
        <p:spPr bwMode="auto">
          <a:xfrm>
            <a:off x="8155094" y="1951106"/>
            <a:ext cx="3508148" cy="38246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02351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B3B4C-41EE-1F85-CCF9-030B232337DD}"/>
            </a:ext>
          </a:extLst>
        </p:cNvPr>
        <p:cNvGrpSpPr/>
        <p:nvPr/>
      </p:nvGrpSpPr>
      <p:grpSpPr>
        <a:xfrm>
          <a:off x="0" y="0"/>
          <a:ext cx="0" cy="0"/>
          <a:chOff x="0" y="0"/>
          <a:chExt cx="0" cy="0"/>
        </a:xfrm>
      </p:grpSpPr>
      <p:sp>
        <p:nvSpPr>
          <p:cNvPr id="3" name="Zástupný objekt pre obsah 6">
            <a:extLst>
              <a:ext uri="{FF2B5EF4-FFF2-40B4-BE49-F238E27FC236}">
                <a16:creationId xmlns:a16="http://schemas.microsoft.com/office/drawing/2014/main" id="{4701C8B4-60DA-FF70-64DF-ECCEF4BBEE4C}"/>
              </a:ext>
            </a:extLst>
          </p:cNvPr>
          <p:cNvSpPr txBox="1">
            <a:spLocks/>
          </p:cNvSpPr>
          <p:nvPr/>
        </p:nvSpPr>
        <p:spPr>
          <a:xfrm>
            <a:off x="919286" y="2124133"/>
            <a:ext cx="6344008" cy="3466308"/>
          </a:xfrm>
          <a:prstGeom prst="rect">
            <a:avLst/>
          </a:prstGeom>
        </p:spPr>
        <p:txBody>
          <a:bodyPr vert="horz" lIns="0" tIns="45720" rIns="0" bIns="45720" rtlCol="0" anchor="ctr">
            <a:normAutofit/>
          </a:bodyPr>
          <a:lstStyle>
            <a:lvl1pPr marL="91440" indent="-91440" defTabSz="914400">
              <a:lnSpc>
                <a:spcPct val="90000"/>
              </a:lnSpc>
              <a:spcBef>
                <a:spcPts val="1200"/>
              </a:spcBef>
              <a:spcAft>
                <a:spcPts val="200"/>
              </a:spcAft>
              <a:buClr>
                <a:schemeClr val="accent1"/>
              </a:buClr>
              <a:buSzPct val="100000"/>
              <a:buFont typeface="Wingdings" panose="05000000000000000000" pitchFamily="2" charset="2"/>
              <a:buChar char="Ø"/>
              <a:defRPr sz="2800"/>
            </a:lvl1pPr>
            <a:lvl2pPr marL="384048" indent="-182880" defTabSz="914400">
              <a:lnSpc>
                <a:spcPct val="90000"/>
              </a:lnSpc>
              <a:spcBef>
                <a:spcPts val="200"/>
              </a:spcBef>
              <a:spcAft>
                <a:spcPts val="400"/>
              </a:spcAft>
              <a:buClr>
                <a:schemeClr val="accent1"/>
              </a:buClr>
              <a:buFont typeface="Calibri" pitchFamily="34" charset="0"/>
              <a:buChar char="◦"/>
              <a:defRPr>
                <a:solidFill>
                  <a:schemeClr val="tx1">
                    <a:lumMod val="75000"/>
                    <a:lumOff val="25000"/>
                  </a:schemeClr>
                </a:solidFill>
              </a:defRPr>
            </a:lvl2pPr>
            <a:lvl3pPr marL="56692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3pPr>
            <a:lvl4pPr marL="74980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4pPr>
            <a:lvl5pPr marL="93268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5pPr>
            <a:lvl6pPr marL="11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6pPr>
            <a:lvl7pPr marL="13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7pPr>
            <a:lvl8pPr marL="15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8pPr>
            <a:lvl9pPr marL="17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9pPr>
          </a:lstStyle>
          <a:p>
            <a:pPr lvl="0"/>
            <a:r>
              <a:rPr lang="sk-SK" noProof="0" dirty="0"/>
              <a:t>Sociálny dôkaz ako hlavný motivátor k rezervácii</a:t>
            </a:r>
          </a:p>
          <a:p>
            <a:pPr lvl="0"/>
            <a:r>
              <a:rPr lang="sk-SK" noProof="0" dirty="0"/>
              <a:t>Systém overených hodnotení od reálnych pacientov</a:t>
            </a:r>
          </a:p>
          <a:p>
            <a:pPr lvl="0"/>
            <a:r>
              <a:rPr lang="sk-SK" noProof="0" dirty="0"/>
              <a:t>Transparentné recenzie = konverzia návštevníka na pacienta</a:t>
            </a:r>
          </a:p>
        </p:txBody>
      </p:sp>
      <p:sp>
        <p:nvSpPr>
          <p:cNvPr id="5" name="Nadpis 1">
            <a:extLst>
              <a:ext uri="{FF2B5EF4-FFF2-40B4-BE49-F238E27FC236}">
                <a16:creationId xmlns:a16="http://schemas.microsoft.com/office/drawing/2014/main" id="{2BB4B134-2EC2-C2DF-B933-B0D7A87687AF}"/>
              </a:ext>
            </a:extLst>
          </p:cNvPr>
          <p:cNvSpPr txBox="1">
            <a:spLocks/>
          </p:cNvSpPr>
          <p:nvPr/>
        </p:nvSpPr>
        <p:spPr>
          <a:xfrm>
            <a:off x="1066800" y="788020"/>
            <a:ext cx="10058400" cy="958805"/>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r>
              <a:rPr lang="sk-SK" sz="5000" b="1" noProof="0" dirty="0" err="1">
                <a:solidFill>
                  <a:schemeClr val="tx1"/>
                </a:solidFill>
              </a:rPr>
              <a:t>Social</a:t>
            </a:r>
            <a:r>
              <a:rPr lang="sk-SK" sz="5000" b="1" noProof="0" dirty="0">
                <a:solidFill>
                  <a:schemeClr val="tx1"/>
                </a:solidFill>
              </a:rPr>
              <a:t> </a:t>
            </a:r>
            <a:r>
              <a:rPr lang="sk-SK" sz="5000" b="1" noProof="0" dirty="0" err="1">
                <a:solidFill>
                  <a:schemeClr val="tx1"/>
                </a:solidFill>
              </a:rPr>
              <a:t>Commerce</a:t>
            </a:r>
            <a:endParaRPr lang="sk-SK" sz="5000" b="1" noProof="0" dirty="0">
              <a:solidFill>
                <a:schemeClr val="tx1"/>
              </a:solidFill>
            </a:endParaRPr>
          </a:p>
        </p:txBody>
      </p:sp>
      <p:pic>
        <p:nvPicPr>
          <p:cNvPr id="2050" name="Picture 2" descr="VerifiedReviews Customer Reviews Platform">
            <a:extLst>
              <a:ext uri="{FF2B5EF4-FFF2-40B4-BE49-F238E27FC236}">
                <a16:creationId xmlns:a16="http://schemas.microsoft.com/office/drawing/2014/main" id="{B507F686-CCB0-C6D1-9CDF-9477410F5C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48598" y="2003897"/>
            <a:ext cx="4124263" cy="37324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718796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F3A9E-345B-28EE-77CB-642EDC357D23}"/>
            </a:ext>
          </a:extLst>
        </p:cNvPr>
        <p:cNvGrpSpPr/>
        <p:nvPr/>
      </p:nvGrpSpPr>
      <p:grpSpPr>
        <a:xfrm>
          <a:off x="0" y="0"/>
          <a:ext cx="0" cy="0"/>
          <a:chOff x="0" y="0"/>
          <a:chExt cx="0" cy="0"/>
        </a:xfrm>
      </p:grpSpPr>
      <p:sp>
        <p:nvSpPr>
          <p:cNvPr id="3" name="Zástupný objekt pre obsah 6">
            <a:extLst>
              <a:ext uri="{FF2B5EF4-FFF2-40B4-BE49-F238E27FC236}">
                <a16:creationId xmlns:a16="http://schemas.microsoft.com/office/drawing/2014/main" id="{06BFBB16-EAE0-3239-8D86-7A5EEEC01CB2}"/>
              </a:ext>
            </a:extLst>
          </p:cNvPr>
          <p:cNvSpPr txBox="1">
            <a:spLocks/>
          </p:cNvSpPr>
          <p:nvPr/>
        </p:nvSpPr>
        <p:spPr>
          <a:xfrm>
            <a:off x="1066800" y="1668122"/>
            <a:ext cx="11608340" cy="1863019"/>
          </a:xfrm>
          <a:prstGeom prst="rect">
            <a:avLst/>
          </a:prstGeom>
        </p:spPr>
        <p:txBody>
          <a:bodyPr vert="horz" lIns="0" tIns="45720" rIns="0" bIns="45720" rtlCol="0" anchor="ctr">
            <a:normAutofit/>
          </a:bodyPr>
          <a:lstStyle>
            <a:lvl1pPr marL="91440" indent="-91440" defTabSz="914400">
              <a:lnSpc>
                <a:spcPct val="90000"/>
              </a:lnSpc>
              <a:spcBef>
                <a:spcPts val="1200"/>
              </a:spcBef>
              <a:spcAft>
                <a:spcPts val="200"/>
              </a:spcAft>
              <a:buClr>
                <a:schemeClr val="accent1"/>
              </a:buClr>
              <a:buSzPct val="100000"/>
              <a:buFont typeface="Wingdings" panose="05000000000000000000" pitchFamily="2" charset="2"/>
              <a:buChar char="Ø"/>
              <a:defRPr sz="2800"/>
            </a:lvl1pPr>
            <a:lvl2pPr marL="384048" indent="-182880" defTabSz="914400">
              <a:lnSpc>
                <a:spcPct val="90000"/>
              </a:lnSpc>
              <a:spcBef>
                <a:spcPts val="200"/>
              </a:spcBef>
              <a:spcAft>
                <a:spcPts val="400"/>
              </a:spcAft>
              <a:buClr>
                <a:schemeClr val="accent1"/>
              </a:buClr>
              <a:buFont typeface="Calibri" pitchFamily="34" charset="0"/>
              <a:buChar char="◦"/>
              <a:defRPr>
                <a:solidFill>
                  <a:schemeClr val="tx1">
                    <a:lumMod val="75000"/>
                    <a:lumOff val="25000"/>
                  </a:schemeClr>
                </a:solidFill>
              </a:defRPr>
            </a:lvl2pPr>
            <a:lvl3pPr marL="56692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3pPr>
            <a:lvl4pPr marL="74980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4pPr>
            <a:lvl5pPr marL="93268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5pPr>
            <a:lvl6pPr marL="11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6pPr>
            <a:lvl7pPr marL="13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7pPr>
            <a:lvl8pPr marL="15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8pPr>
            <a:lvl9pPr marL="17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9pPr>
          </a:lstStyle>
          <a:p>
            <a:r>
              <a:rPr lang="sk-SK" noProof="0" dirty="0"/>
              <a:t>Primárny kanál: vyhľadávanie (meno lekára, špecializácia + lokalita)</a:t>
            </a:r>
          </a:p>
          <a:p>
            <a:r>
              <a:rPr lang="sk-SK" noProof="0" dirty="0"/>
              <a:t>Sekundárny kanál: prelinkovania z webov ambulancií</a:t>
            </a:r>
          </a:p>
          <a:p>
            <a:r>
              <a:rPr lang="sk-SK" noProof="0" dirty="0" err="1"/>
              <a:t>eTermín</a:t>
            </a:r>
            <a:r>
              <a:rPr lang="sk-SK" noProof="0" dirty="0"/>
              <a:t> ako hlavný objednávkový modul pre ambulancie</a:t>
            </a:r>
          </a:p>
        </p:txBody>
      </p:sp>
      <p:sp>
        <p:nvSpPr>
          <p:cNvPr id="5" name="Nadpis 1">
            <a:extLst>
              <a:ext uri="{FF2B5EF4-FFF2-40B4-BE49-F238E27FC236}">
                <a16:creationId xmlns:a16="http://schemas.microsoft.com/office/drawing/2014/main" id="{E115021B-84C6-6A9C-E120-1872C565FFFA}"/>
              </a:ext>
            </a:extLst>
          </p:cNvPr>
          <p:cNvSpPr txBox="1">
            <a:spLocks/>
          </p:cNvSpPr>
          <p:nvPr/>
        </p:nvSpPr>
        <p:spPr>
          <a:xfrm>
            <a:off x="1066800" y="788020"/>
            <a:ext cx="10058400" cy="958805"/>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r>
              <a:rPr lang="sk-SK" sz="5000" b="1" noProof="0" dirty="0">
                <a:solidFill>
                  <a:schemeClr val="tx1"/>
                </a:solidFill>
              </a:rPr>
              <a:t>Cesta zákazníka</a:t>
            </a:r>
          </a:p>
        </p:txBody>
      </p:sp>
      <p:pic>
        <p:nvPicPr>
          <p:cNvPr id="10" name="Obrázok 9">
            <a:extLst>
              <a:ext uri="{FF2B5EF4-FFF2-40B4-BE49-F238E27FC236}">
                <a16:creationId xmlns:a16="http://schemas.microsoft.com/office/drawing/2014/main" id="{EA526DE1-F1FD-32BE-713B-6C49B5BE3D27}"/>
              </a:ext>
            </a:extLst>
          </p:cNvPr>
          <p:cNvPicPr>
            <a:picLocks noChangeAspect="1"/>
          </p:cNvPicPr>
          <p:nvPr/>
        </p:nvPicPr>
        <p:blipFill>
          <a:blip r:embed="rId2"/>
          <a:stretch>
            <a:fillRect/>
          </a:stretch>
        </p:blipFill>
        <p:spPr>
          <a:xfrm>
            <a:off x="1994170" y="3531141"/>
            <a:ext cx="7859949" cy="2725212"/>
          </a:xfrm>
          <a:prstGeom prst="rect">
            <a:avLst/>
          </a:prstGeom>
        </p:spPr>
      </p:pic>
    </p:spTree>
    <p:extLst>
      <p:ext uri="{BB962C8B-B14F-4D97-AF65-F5344CB8AC3E}">
        <p14:creationId xmlns:p14="http://schemas.microsoft.com/office/powerpoint/2010/main" val="3094703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998E1C-A3E0-EBBD-8D9B-4A572E3F013C}"/>
            </a:ext>
          </a:extLst>
        </p:cNvPr>
        <p:cNvGrpSpPr/>
        <p:nvPr/>
      </p:nvGrpSpPr>
      <p:grpSpPr>
        <a:xfrm>
          <a:off x="0" y="0"/>
          <a:ext cx="0" cy="0"/>
          <a:chOff x="0" y="0"/>
          <a:chExt cx="0" cy="0"/>
        </a:xfrm>
      </p:grpSpPr>
      <p:sp>
        <p:nvSpPr>
          <p:cNvPr id="3" name="Zástupný objekt pre obsah 6">
            <a:extLst>
              <a:ext uri="{FF2B5EF4-FFF2-40B4-BE49-F238E27FC236}">
                <a16:creationId xmlns:a16="http://schemas.microsoft.com/office/drawing/2014/main" id="{D15866B9-11A5-4C59-9C03-41FDFD6D2808}"/>
              </a:ext>
            </a:extLst>
          </p:cNvPr>
          <p:cNvSpPr txBox="1">
            <a:spLocks/>
          </p:cNvSpPr>
          <p:nvPr/>
        </p:nvSpPr>
        <p:spPr>
          <a:xfrm>
            <a:off x="919286" y="1821897"/>
            <a:ext cx="6468485" cy="4248083"/>
          </a:xfrm>
          <a:prstGeom prst="rect">
            <a:avLst/>
          </a:prstGeom>
        </p:spPr>
        <p:txBody>
          <a:bodyPr vert="horz" lIns="0" tIns="45720" rIns="0" bIns="45720" rtlCol="0" anchor="ctr">
            <a:normAutofit fontScale="92500" lnSpcReduction="10000"/>
          </a:bodyPr>
          <a:lstStyle>
            <a:lvl1pPr marL="91440" indent="-91440" defTabSz="914400">
              <a:lnSpc>
                <a:spcPct val="90000"/>
              </a:lnSpc>
              <a:spcBef>
                <a:spcPts val="1200"/>
              </a:spcBef>
              <a:spcAft>
                <a:spcPts val="200"/>
              </a:spcAft>
              <a:buClr>
                <a:schemeClr val="accent1"/>
              </a:buClr>
              <a:buSzPct val="100000"/>
              <a:buFont typeface="Wingdings" panose="05000000000000000000" pitchFamily="2" charset="2"/>
              <a:buChar char="Ø"/>
              <a:defRPr sz="2800"/>
            </a:lvl1pPr>
            <a:lvl2pPr marL="384048" indent="-182880" defTabSz="914400">
              <a:lnSpc>
                <a:spcPct val="90000"/>
              </a:lnSpc>
              <a:spcBef>
                <a:spcPts val="200"/>
              </a:spcBef>
              <a:spcAft>
                <a:spcPts val="400"/>
              </a:spcAft>
              <a:buClr>
                <a:schemeClr val="accent1"/>
              </a:buClr>
              <a:buFont typeface="Calibri" pitchFamily="34" charset="0"/>
              <a:buChar char="◦"/>
              <a:defRPr>
                <a:solidFill>
                  <a:schemeClr val="tx1">
                    <a:lumMod val="75000"/>
                    <a:lumOff val="25000"/>
                  </a:schemeClr>
                </a:solidFill>
              </a:defRPr>
            </a:lvl2pPr>
            <a:lvl3pPr marL="56692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3pPr>
            <a:lvl4pPr marL="74980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4pPr>
            <a:lvl5pPr marL="932688" indent="-18288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5pPr>
            <a:lvl6pPr marL="11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6pPr>
            <a:lvl7pPr marL="13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7pPr>
            <a:lvl8pPr marL="15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8pPr>
            <a:lvl9pPr marL="1700000" indent="-228600" defTabSz="914400">
              <a:lnSpc>
                <a:spcPct val="90000"/>
              </a:lnSpc>
              <a:spcBef>
                <a:spcPts val="200"/>
              </a:spcBef>
              <a:spcAft>
                <a:spcPts val="400"/>
              </a:spcAft>
              <a:buClr>
                <a:schemeClr val="accent1"/>
              </a:buClr>
              <a:buFont typeface="Calibri" pitchFamily="34" charset="0"/>
              <a:buChar char="◦"/>
              <a:defRPr sz="1400">
                <a:solidFill>
                  <a:schemeClr val="tx1">
                    <a:lumMod val="75000"/>
                    <a:lumOff val="25000"/>
                  </a:schemeClr>
                </a:solidFill>
              </a:defRPr>
            </a:lvl9pPr>
          </a:lstStyle>
          <a:p>
            <a:r>
              <a:rPr lang="sk-SK" b="1" noProof="0" dirty="0"/>
              <a:t>B2B</a:t>
            </a:r>
            <a:r>
              <a:rPr lang="sk-SK" noProof="0" dirty="0"/>
              <a:t> (lekári, kliniky)</a:t>
            </a:r>
          </a:p>
          <a:p>
            <a:pPr marL="0" indent="0">
              <a:buNone/>
            </a:pPr>
            <a:r>
              <a:rPr lang="sk-SK" noProof="0" dirty="0"/>
              <a:t>	Úspora času a zníženie administratívnej 	záťaže</a:t>
            </a:r>
          </a:p>
          <a:p>
            <a:pPr marL="0" indent="0">
              <a:buNone/>
            </a:pPr>
            <a:r>
              <a:rPr lang="sk-SK" noProof="0" dirty="0"/>
              <a:t>	Kanály: priamy predaj, odborné 	podujatia</a:t>
            </a:r>
          </a:p>
          <a:p>
            <a:r>
              <a:rPr lang="sk-SK" b="1" noProof="0" dirty="0"/>
              <a:t>B2C</a:t>
            </a:r>
            <a:r>
              <a:rPr lang="sk-SK" noProof="0" dirty="0"/>
              <a:t> (pacienti)</a:t>
            </a:r>
          </a:p>
          <a:p>
            <a:pPr marL="0" indent="0">
              <a:buNone/>
            </a:pPr>
            <a:r>
              <a:rPr lang="sk-SK" noProof="0" dirty="0"/>
              <a:t>	Budovanie značky ako spoľahlivého 	partnera</a:t>
            </a:r>
          </a:p>
          <a:p>
            <a:pPr marL="0" indent="0">
              <a:buNone/>
            </a:pPr>
            <a:r>
              <a:rPr lang="sk-SK" noProof="0" dirty="0"/>
              <a:t>	Posolstvo: rezervácia jednoduchá, rýchla, 	bez prekážok</a:t>
            </a:r>
          </a:p>
        </p:txBody>
      </p:sp>
      <p:sp>
        <p:nvSpPr>
          <p:cNvPr id="5" name="Nadpis 1">
            <a:extLst>
              <a:ext uri="{FF2B5EF4-FFF2-40B4-BE49-F238E27FC236}">
                <a16:creationId xmlns:a16="http://schemas.microsoft.com/office/drawing/2014/main" id="{3E12D995-8BCD-5C93-AC22-49EBB493E016}"/>
              </a:ext>
            </a:extLst>
          </p:cNvPr>
          <p:cNvSpPr txBox="1">
            <a:spLocks/>
          </p:cNvSpPr>
          <p:nvPr/>
        </p:nvSpPr>
        <p:spPr>
          <a:xfrm>
            <a:off x="1066800" y="788020"/>
            <a:ext cx="10058400" cy="958805"/>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r>
              <a:rPr lang="sk-SK" sz="5000" b="1" noProof="0" dirty="0">
                <a:solidFill>
                  <a:schemeClr val="tx1"/>
                </a:solidFill>
              </a:rPr>
              <a:t>Akvizičná stratégia</a:t>
            </a:r>
          </a:p>
        </p:txBody>
      </p:sp>
      <p:pic>
        <p:nvPicPr>
          <p:cNvPr id="4098" name="Picture 2" descr="Are You Ready for the Age of Patient Empowerment?">
            <a:extLst>
              <a:ext uri="{FF2B5EF4-FFF2-40B4-BE49-F238E27FC236}">
                <a16:creationId xmlns:a16="http://schemas.microsoft.com/office/drawing/2014/main" id="{F514808A-5BAE-6AE8-C3FE-F825B1DE23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17084" y="2402037"/>
            <a:ext cx="4360388" cy="29060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063673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A949E90-F384-5437-F77E-9A11A62AFF36}"/>
              </a:ext>
            </a:extLst>
          </p:cNvPr>
          <p:cNvSpPr>
            <a:spLocks noGrp="1"/>
          </p:cNvSpPr>
          <p:nvPr>
            <p:ph type="ctrTitle"/>
          </p:nvPr>
        </p:nvSpPr>
        <p:spPr>
          <a:xfrm>
            <a:off x="1286233" y="1947672"/>
            <a:ext cx="4568952" cy="2788282"/>
          </a:xfrm>
        </p:spPr>
        <p:txBody>
          <a:bodyPr anchor="ctr">
            <a:noAutofit/>
          </a:bodyPr>
          <a:lstStyle/>
          <a:p>
            <a:r>
              <a:rPr lang="sk-SK" sz="6000" b="1" noProof="0" dirty="0">
                <a:solidFill>
                  <a:schemeClr val="tx1"/>
                </a:solidFill>
              </a:rPr>
              <a:t>Ďakujem za pozornosť</a:t>
            </a:r>
          </a:p>
        </p:txBody>
      </p:sp>
      <p:pic>
        <p:nvPicPr>
          <p:cNvPr id="5122" name="Picture 2" descr="Social Computing - Gabriel Calegari">
            <a:extLst>
              <a:ext uri="{FF2B5EF4-FFF2-40B4-BE49-F238E27FC236}">
                <a16:creationId xmlns:a16="http://schemas.microsoft.com/office/drawing/2014/main" id="{F151187F-02E6-8EA1-7A0B-29F076CC5D4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55185" y="1497408"/>
            <a:ext cx="6323674" cy="36888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978229"/>
      </p:ext>
    </p:extLst>
  </p:cSld>
  <p:clrMapOvr>
    <a:masterClrMapping/>
  </p:clrMapOvr>
</p:sld>
</file>

<file path=ppt/theme/theme1.xml><?xml version="1.0" encoding="utf-8"?>
<a:theme xmlns:a="http://schemas.openxmlformats.org/drawingml/2006/main" name="Retrospektíva">
  <a:themeElements>
    <a:clrScheme name="Vlastné 16">
      <a:dk1>
        <a:sysClr val="windowText" lastClr="000000"/>
      </a:dk1>
      <a:lt1>
        <a:sysClr val="window" lastClr="FFFFFF"/>
      </a:lt1>
      <a:dk2>
        <a:srgbClr val="455F51"/>
      </a:dk2>
      <a:lt2>
        <a:srgbClr val="E2DFCC"/>
      </a:lt2>
      <a:accent1>
        <a:srgbClr val="303D8B"/>
      </a:accent1>
      <a:accent2>
        <a:srgbClr val="303D8B"/>
      </a:accent2>
      <a:accent3>
        <a:srgbClr val="303D8B"/>
      </a:accent3>
      <a:accent4>
        <a:srgbClr val="303D8B"/>
      </a:accent4>
      <a:accent5>
        <a:srgbClr val="303D8B"/>
      </a:accent5>
      <a:accent6>
        <a:srgbClr val="303D8B"/>
      </a:accent6>
      <a:hlink>
        <a:srgbClr val="303D8B"/>
      </a:hlink>
      <a:folHlink>
        <a:srgbClr val="303D8B"/>
      </a:folHlink>
    </a:clrScheme>
    <a:fontScheme name="Retrospektíva">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ktíva">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D26EA377-59BD-4C9C-9D94-EE8416EE4C79}"/>
    </a:ext>
  </a:extLst>
</a:theme>
</file>

<file path=ppt/theme/theme2.xml><?xml version="1.0" encoding="utf-8"?>
<a:theme xmlns:a="http://schemas.openxmlformats.org/drawingml/2006/main" name="Motív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Retrospect</Template>
  <TotalTime>213</TotalTime>
  <Words>922</Words>
  <Application>Microsoft Office PowerPoint</Application>
  <PresentationFormat>Širokouhlá</PresentationFormat>
  <Paragraphs>262</Paragraphs>
  <Slides>45</Slides>
  <Notes>1</Notes>
  <HiddenSlides>0</HiddenSlides>
  <MMClips>0</MMClips>
  <ScaleCrop>false</ScaleCrop>
  <HeadingPairs>
    <vt:vector size="6" baseType="variant">
      <vt:variant>
        <vt:lpstr>Použité písma</vt:lpstr>
      </vt:variant>
      <vt:variant>
        <vt:i4>6</vt:i4>
      </vt:variant>
      <vt:variant>
        <vt:lpstr>Motív</vt:lpstr>
      </vt:variant>
      <vt:variant>
        <vt:i4>1</vt:i4>
      </vt:variant>
      <vt:variant>
        <vt:lpstr>Nadpisy snímok</vt:lpstr>
      </vt:variant>
      <vt:variant>
        <vt:i4>45</vt:i4>
      </vt:variant>
    </vt:vector>
  </HeadingPairs>
  <TitlesOfParts>
    <vt:vector size="52" baseType="lpstr">
      <vt:lpstr>Aptos</vt:lpstr>
      <vt:lpstr>Arial</vt:lpstr>
      <vt:lpstr>Calibri</vt:lpstr>
      <vt:lpstr>Calibri Light</vt:lpstr>
      <vt:lpstr>Helvetica Neue</vt:lpstr>
      <vt:lpstr>Wingdings</vt:lpstr>
      <vt:lpstr>Retrospektíva</vt:lpstr>
      <vt:lpstr>eTermín  Digitálne zdravotníctvo</vt:lpstr>
      <vt:lpstr>Aktuálna situácia v zdravotníctve</vt:lpstr>
      <vt:lpstr>Čo je eTermín?</vt:lpstr>
      <vt:lpstr>Architektúra systému</vt:lpstr>
      <vt:lpstr>Výsledok projektu</vt:lpstr>
      <vt:lpstr>eTermín  Užívateľské požiadavky</vt:lpstr>
      <vt:lpstr>Požiadavky pacienta</vt:lpstr>
      <vt:lpstr>Požiadavky lekára</vt:lpstr>
      <vt:lpstr>Požiadavky administrátora</vt:lpstr>
      <vt:lpstr>Nefunkčné požiadavky</vt:lpstr>
      <vt:lpstr>eTermín SWOT analýza</vt:lpstr>
      <vt:lpstr>Silné stránky</vt:lpstr>
      <vt:lpstr>Slabé stránky</vt:lpstr>
      <vt:lpstr>Príležitosti</vt:lpstr>
      <vt:lpstr>Hrozby</vt:lpstr>
      <vt:lpstr>SWOT analýza eTermín</vt:lpstr>
      <vt:lpstr>SWOT analýza eTermín</vt:lpstr>
      <vt:lpstr>SWOT analýza eTermín</vt:lpstr>
      <vt:lpstr>SWOT analýza eTermín</vt:lpstr>
      <vt:lpstr>Prezentácia programu PowerPoint</vt:lpstr>
      <vt:lpstr>eTermín Vizualizácia modelových dát</vt:lpstr>
      <vt:lpstr>Prezentácia programu PowerPoint</vt:lpstr>
      <vt:lpstr>Prezentácia programu PowerPoint</vt:lpstr>
      <vt:lpstr>Prezentácia programu PowerPoint</vt:lpstr>
      <vt:lpstr>Miera vymeškania termínov</vt:lpstr>
      <vt:lpstr>Čas rezervácie</vt:lpstr>
      <vt:lpstr>Dostupnosť</vt:lpstr>
      <vt:lpstr>Predstih objednania</vt:lpstr>
      <vt:lpstr>eTermín: Etické aspekty projektu</vt:lpstr>
      <vt:lpstr>Prezentácia programu PowerPoint</vt:lpstr>
      <vt:lpstr>Prezentácia programu PowerPoint</vt:lpstr>
      <vt:lpstr>Prezentácia programu PowerPoint</vt:lpstr>
      <vt:lpstr>Prezentácia programu PowerPoint</vt:lpstr>
      <vt:lpstr>eTermín Entitno-relačný diagram</vt:lpstr>
      <vt:lpstr>Prezentácia programu PowerPoint</vt:lpstr>
      <vt:lpstr>Prezentácia programu PowerPoint</vt:lpstr>
      <vt:lpstr>Prezentácia programu PowerPoint</vt:lpstr>
      <vt:lpstr>Prezentácia programu PowerPoint</vt:lpstr>
      <vt:lpstr>Prezentácia programu PowerPoint</vt:lpstr>
      <vt:lpstr>eTermín Social computing</vt:lpstr>
      <vt:lpstr>Prezentácia programu PowerPoint</vt:lpstr>
      <vt:lpstr>Prezentácia programu PowerPoint</vt:lpstr>
      <vt:lpstr>Prezentácia programu PowerPoint</vt:lpstr>
      <vt:lpstr>Prezentácia programu PowerPoint</vt:lpstr>
      <vt:lpstr>Ďakujem za pozornosť</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Samuel Budinský</dc:creator>
  <cp:lastModifiedBy>Samuel Budinský</cp:lastModifiedBy>
  <cp:revision>50</cp:revision>
  <dcterms:created xsi:type="dcterms:W3CDTF">2026-02-24T18:24:02Z</dcterms:created>
  <dcterms:modified xsi:type="dcterms:W3CDTF">2026-04-22T18:00:44Z</dcterms:modified>
</cp:coreProperties>
</file>