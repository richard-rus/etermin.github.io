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2" r:id="rId1"/>
  </p:sldMasterIdLst>
  <p:notesMasterIdLst>
    <p:notesMasterId r:id="rId47"/>
  </p:notesMasterIdLst>
  <p:sldIdLst>
    <p:sldId id="274" r:id="rId2"/>
    <p:sldId id="273" r:id="rId3"/>
    <p:sldId id="275" r:id="rId4"/>
    <p:sldId id="279" r:id="rId5"/>
    <p:sldId id="276" r:id="rId6"/>
    <p:sldId id="280" r:id="rId7"/>
    <p:sldId id="277" r:id="rId8"/>
    <p:sldId id="278" r:id="rId9"/>
    <p:sldId id="281" r:id="rId10"/>
    <p:sldId id="282" r:id="rId11"/>
    <p:sldId id="256" r:id="rId12"/>
    <p:sldId id="257" r:id="rId13"/>
    <p:sldId id="263" r:id="rId14"/>
    <p:sldId id="264" r:id="rId15"/>
    <p:sldId id="265" r:id="rId16"/>
    <p:sldId id="262" r:id="rId17"/>
    <p:sldId id="261" r:id="rId18"/>
    <p:sldId id="268" r:id="rId19"/>
    <p:sldId id="269" r:id="rId20"/>
    <p:sldId id="271" r:id="rId21"/>
    <p:sldId id="285" r:id="rId22"/>
    <p:sldId id="286" r:id="rId23"/>
    <p:sldId id="287" r:id="rId24"/>
    <p:sldId id="288" r:id="rId25"/>
    <p:sldId id="289" r:id="rId26"/>
    <p:sldId id="290" r:id="rId27"/>
    <p:sldId id="291" r:id="rId28"/>
    <p:sldId id="292" r:id="rId29"/>
    <p:sldId id="294" r:id="rId30"/>
    <p:sldId id="295" r:id="rId31"/>
    <p:sldId id="296" r:id="rId32"/>
    <p:sldId id="297" r:id="rId33"/>
    <p:sldId id="298" r:id="rId34"/>
    <p:sldId id="299" r:id="rId35"/>
    <p:sldId id="300" r:id="rId36"/>
    <p:sldId id="301" r:id="rId37"/>
    <p:sldId id="302" r:id="rId38"/>
    <p:sldId id="303" r:id="rId39"/>
    <p:sldId id="304" r:id="rId40"/>
    <p:sldId id="305" r:id="rId41"/>
    <p:sldId id="306" r:id="rId42"/>
    <p:sldId id="307" r:id="rId43"/>
    <p:sldId id="308" r:id="rId44"/>
    <p:sldId id="309" r:id="rId45"/>
    <p:sldId id="272"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redný štýl 2 - zvýrazneni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p:scale>
          <a:sx n="100" d="100"/>
          <a:sy n="100" d="100"/>
        </p:scale>
        <p:origin x="452"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00AB91-10D8-4454-A6BD-377124548151}"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81634059-C1EB-41CF-A700-D607DBF430D4}">
      <dgm:prSet phldrT="[Text]"/>
      <dgm:spPr/>
      <dgm:t>
        <a:bodyPr/>
        <a:lstStyle/>
        <a:p>
          <a:r>
            <a:rPr lang="sk-SK" dirty="0"/>
            <a:t>Nejednotné</a:t>
          </a:r>
          <a:endParaRPr lang="en-US" dirty="0"/>
        </a:p>
      </dgm:t>
    </dgm:pt>
    <dgm:pt modelId="{71BC5590-2C7D-4E03-A8B3-8C6C9F997507}" type="parTrans" cxnId="{D9234BFB-7CC8-4126-90F6-1E2983954C43}">
      <dgm:prSet/>
      <dgm:spPr/>
      <dgm:t>
        <a:bodyPr/>
        <a:lstStyle/>
        <a:p>
          <a:endParaRPr lang="en-US"/>
        </a:p>
      </dgm:t>
    </dgm:pt>
    <dgm:pt modelId="{6CA7F246-39A5-45EA-9704-88E54F8A0907}" type="sibTrans" cxnId="{D9234BFB-7CC8-4126-90F6-1E2983954C43}">
      <dgm:prSet/>
      <dgm:spPr/>
      <dgm:t>
        <a:bodyPr/>
        <a:lstStyle/>
        <a:p>
          <a:endParaRPr lang="en-US"/>
        </a:p>
      </dgm:t>
    </dgm:pt>
    <dgm:pt modelId="{0A525FCA-B8E5-47C0-8102-ACED12DF484C}">
      <dgm:prSet/>
      <dgm:spPr/>
      <dgm:t>
        <a:bodyPr/>
        <a:lstStyle/>
        <a:p>
          <a:r>
            <a:rPr lang="en-US" dirty="0" err="1"/>
            <a:t>Časovo</a:t>
          </a:r>
          <a:r>
            <a:rPr lang="en-US" dirty="0"/>
            <a:t> </a:t>
          </a:r>
          <a:r>
            <a:rPr lang="en-US" dirty="0" err="1"/>
            <a:t>náročné</a:t>
          </a:r>
          <a:endParaRPr lang="sk-SK" dirty="0"/>
        </a:p>
      </dgm:t>
    </dgm:pt>
    <dgm:pt modelId="{43963086-FA55-4978-AC06-D3C902C2549A}" type="parTrans" cxnId="{72133868-73EA-4970-97A7-9F77B7C98C44}">
      <dgm:prSet/>
      <dgm:spPr/>
      <dgm:t>
        <a:bodyPr/>
        <a:lstStyle/>
        <a:p>
          <a:endParaRPr lang="en-US"/>
        </a:p>
      </dgm:t>
    </dgm:pt>
    <dgm:pt modelId="{02B78BE4-35DD-4084-89A5-80A41524F195}" type="sibTrans" cxnId="{72133868-73EA-4970-97A7-9F77B7C98C44}">
      <dgm:prSet/>
      <dgm:spPr/>
      <dgm:t>
        <a:bodyPr/>
        <a:lstStyle/>
        <a:p>
          <a:endParaRPr lang="en-US"/>
        </a:p>
      </dgm:t>
    </dgm:pt>
    <dgm:pt modelId="{CFFC682C-AF24-4986-A847-1B5BB62ED7E4}">
      <dgm:prSet/>
      <dgm:spPr/>
      <dgm:t>
        <a:bodyPr/>
        <a:lstStyle/>
        <a:p>
          <a:r>
            <a:rPr lang="sk-SK" dirty="0"/>
            <a:t>Z</a:t>
          </a:r>
          <a:r>
            <a:rPr lang="en-US" dirty="0" err="1"/>
            <a:t>astaral</a:t>
          </a:r>
          <a:r>
            <a:rPr lang="sk-SK" dirty="0"/>
            <a:t>é</a:t>
          </a:r>
        </a:p>
      </dgm:t>
    </dgm:pt>
    <dgm:pt modelId="{94EB797B-DAE6-443B-BA14-17526755CC53}" type="parTrans" cxnId="{1A5DE397-1A65-48E8-B4E5-95CA95421465}">
      <dgm:prSet/>
      <dgm:spPr/>
      <dgm:t>
        <a:bodyPr/>
        <a:lstStyle/>
        <a:p>
          <a:endParaRPr lang="en-US"/>
        </a:p>
      </dgm:t>
    </dgm:pt>
    <dgm:pt modelId="{B6D59875-1D46-4C86-ABCE-7E21A042CAFC}" type="sibTrans" cxnId="{1A5DE397-1A65-48E8-B4E5-95CA95421465}">
      <dgm:prSet/>
      <dgm:spPr/>
      <dgm:t>
        <a:bodyPr/>
        <a:lstStyle/>
        <a:p>
          <a:endParaRPr lang="en-US"/>
        </a:p>
      </dgm:t>
    </dgm:pt>
    <dgm:pt modelId="{99DC684E-56C3-4BEA-B2CF-51233E36D3C1}">
      <dgm:prSet/>
      <dgm:spPr/>
      <dgm:t>
        <a:bodyPr/>
        <a:lstStyle/>
        <a:p>
          <a:r>
            <a:rPr lang="sk-SK" dirty="0"/>
            <a:t>Preťažené</a:t>
          </a:r>
        </a:p>
      </dgm:t>
    </dgm:pt>
    <dgm:pt modelId="{1048ECC1-E560-46CF-850B-CE79BBB35DFF}" type="parTrans" cxnId="{71CE03EA-CF52-4AF5-A1B5-726483DB5F21}">
      <dgm:prSet/>
      <dgm:spPr/>
      <dgm:t>
        <a:bodyPr/>
        <a:lstStyle/>
        <a:p>
          <a:endParaRPr lang="en-US"/>
        </a:p>
      </dgm:t>
    </dgm:pt>
    <dgm:pt modelId="{7BBF1FA9-500E-4188-B69D-463CA41B6EB2}" type="sibTrans" cxnId="{71CE03EA-CF52-4AF5-A1B5-726483DB5F21}">
      <dgm:prSet/>
      <dgm:spPr/>
      <dgm:t>
        <a:bodyPr/>
        <a:lstStyle/>
        <a:p>
          <a:endParaRPr lang="en-US"/>
        </a:p>
      </dgm:t>
    </dgm:pt>
    <dgm:pt modelId="{71BC0892-BE74-4989-BCA6-E50FF2EFE60F}" type="pres">
      <dgm:prSet presAssocID="{A900AB91-10D8-4454-A6BD-377124548151}" presName="Name0" presStyleCnt="0">
        <dgm:presLayoutVars>
          <dgm:chMax val="7"/>
          <dgm:chPref val="7"/>
          <dgm:dir/>
        </dgm:presLayoutVars>
      </dgm:prSet>
      <dgm:spPr/>
    </dgm:pt>
    <dgm:pt modelId="{5FF495B6-E699-41AF-A077-EB9CC4C9C356}" type="pres">
      <dgm:prSet presAssocID="{A900AB91-10D8-4454-A6BD-377124548151}" presName="Name1" presStyleCnt="0"/>
      <dgm:spPr/>
    </dgm:pt>
    <dgm:pt modelId="{3CD07122-D379-4A74-8D52-45546EB94868}" type="pres">
      <dgm:prSet presAssocID="{A900AB91-10D8-4454-A6BD-377124548151}" presName="cycle" presStyleCnt="0"/>
      <dgm:spPr/>
    </dgm:pt>
    <dgm:pt modelId="{C59C6A79-1906-4263-B7BA-92442993A494}" type="pres">
      <dgm:prSet presAssocID="{A900AB91-10D8-4454-A6BD-377124548151}" presName="srcNode" presStyleLbl="node1" presStyleIdx="0" presStyleCnt="4"/>
      <dgm:spPr/>
    </dgm:pt>
    <dgm:pt modelId="{1BEC2BAD-F314-4BFB-9F0A-57793AEE8A24}" type="pres">
      <dgm:prSet presAssocID="{A900AB91-10D8-4454-A6BD-377124548151}" presName="conn" presStyleLbl="parChTrans1D2" presStyleIdx="0" presStyleCnt="1"/>
      <dgm:spPr/>
    </dgm:pt>
    <dgm:pt modelId="{B8128CD7-4A9A-4239-9700-190603C7709D}" type="pres">
      <dgm:prSet presAssocID="{A900AB91-10D8-4454-A6BD-377124548151}" presName="extraNode" presStyleLbl="node1" presStyleIdx="0" presStyleCnt="4"/>
      <dgm:spPr/>
    </dgm:pt>
    <dgm:pt modelId="{2FD24836-46F0-4A28-A227-8A51C2690879}" type="pres">
      <dgm:prSet presAssocID="{A900AB91-10D8-4454-A6BD-377124548151}" presName="dstNode" presStyleLbl="node1" presStyleIdx="0" presStyleCnt="4"/>
      <dgm:spPr/>
    </dgm:pt>
    <dgm:pt modelId="{CCEE391F-4F23-47F6-BA6A-F88217927C69}" type="pres">
      <dgm:prSet presAssocID="{81634059-C1EB-41CF-A700-D607DBF430D4}" presName="text_1" presStyleLbl="node1" presStyleIdx="0" presStyleCnt="4">
        <dgm:presLayoutVars>
          <dgm:bulletEnabled val="1"/>
        </dgm:presLayoutVars>
      </dgm:prSet>
      <dgm:spPr/>
    </dgm:pt>
    <dgm:pt modelId="{FF3DE31D-CD3C-42C7-BC19-BBC4B61806E8}" type="pres">
      <dgm:prSet presAssocID="{81634059-C1EB-41CF-A700-D607DBF430D4}" presName="accent_1" presStyleCnt="0"/>
      <dgm:spPr/>
    </dgm:pt>
    <dgm:pt modelId="{FE9AF81E-3936-400D-9CED-A7B4EAA400F6}" type="pres">
      <dgm:prSet presAssocID="{81634059-C1EB-41CF-A700-D607DBF430D4}" presName="accentRepeatNode" presStyleLbl="solidFgAcc1" presStyleIdx="0" presStyleCnt="4"/>
      <dgm:spPr/>
    </dgm:pt>
    <dgm:pt modelId="{54A2B297-6439-48B0-BC3A-63C5E02D67C2}" type="pres">
      <dgm:prSet presAssocID="{0A525FCA-B8E5-47C0-8102-ACED12DF484C}" presName="text_2" presStyleLbl="node1" presStyleIdx="1" presStyleCnt="4">
        <dgm:presLayoutVars>
          <dgm:bulletEnabled val="1"/>
        </dgm:presLayoutVars>
      </dgm:prSet>
      <dgm:spPr/>
    </dgm:pt>
    <dgm:pt modelId="{45F3CC1A-CCEF-4F95-9557-2D900BC4CC9E}" type="pres">
      <dgm:prSet presAssocID="{0A525FCA-B8E5-47C0-8102-ACED12DF484C}" presName="accent_2" presStyleCnt="0"/>
      <dgm:spPr/>
    </dgm:pt>
    <dgm:pt modelId="{41BEAA9C-E9DF-47D4-A2D6-B076583ECD2E}" type="pres">
      <dgm:prSet presAssocID="{0A525FCA-B8E5-47C0-8102-ACED12DF484C}" presName="accentRepeatNode" presStyleLbl="solidFgAcc1" presStyleIdx="1" presStyleCnt="4"/>
      <dgm:spPr/>
    </dgm:pt>
    <dgm:pt modelId="{F8EA9444-B246-428D-BA84-5818D5EF0752}" type="pres">
      <dgm:prSet presAssocID="{CFFC682C-AF24-4986-A847-1B5BB62ED7E4}" presName="text_3" presStyleLbl="node1" presStyleIdx="2" presStyleCnt="4">
        <dgm:presLayoutVars>
          <dgm:bulletEnabled val="1"/>
        </dgm:presLayoutVars>
      </dgm:prSet>
      <dgm:spPr/>
    </dgm:pt>
    <dgm:pt modelId="{66AD8576-5D30-4E04-A6D4-B1F7FFC40DBA}" type="pres">
      <dgm:prSet presAssocID="{CFFC682C-AF24-4986-A847-1B5BB62ED7E4}" presName="accent_3" presStyleCnt="0"/>
      <dgm:spPr/>
    </dgm:pt>
    <dgm:pt modelId="{0DD0CC33-66B1-449A-9D9D-67716D755274}" type="pres">
      <dgm:prSet presAssocID="{CFFC682C-AF24-4986-A847-1B5BB62ED7E4}" presName="accentRepeatNode" presStyleLbl="solidFgAcc1" presStyleIdx="2" presStyleCnt="4"/>
      <dgm:spPr/>
    </dgm:pt>
    <dgm:pt modelId="{990400F0-1C96-4180-B927-F198FF0F5E49}" type="pres">
      <dgm:prSet presAssocID="{99DC684E-56C3-4BEA-B2CF-51233E36D3C1}" presName="text_4" presStyleLbl="node1" presStyleIdx="3" presStyleCnt="4">
        <dgm:presLayoutVars>
          <dgm:bulletEnabled val="1"/>
        </dgm:presLayoutVars>
      </dgm:prSet>
      <dgm:spPr/>
    </dgm:pt>
    <dgm:pt modelId="{B34050DF-5DB3-4660-AA59-44E7AA4E9E73}" type="pres">
      <dgm:prSet presAssocID="{99DC684E-56C3-4BEA-B2CF-51233E36D3C1}" presName="accent_4" presStyleCnt="0"/>
      <dgm:spPr/>
    </dgm:pt>
    <dgm:pt modelId="{C0876D6E-10A0-438D-97E6-CDB471216116}" type="pres">
      <dgm:prSet presAssocID="{99DC684E-56C3-4BEA-B2CF-51233E36D3C1}" presName="accentRepeatNode" presStyleLbl="solidFgAcc1" presStyleIdx="3" presStyleCnt="4"/>
      <dgm:spPr/>
    </dgm:pt>
  </dgm:ptLst>
  <dgm:cxnLst>
    <dgm:cxn modelId="{E0FD2410-EC8A-4F30-91C3-5EA509F9CCFE}" type="presOf" srcId="{99DC684E-56C3-4BEA-B2CF-51233E36D3C1}" destId="{990400F0-1C96-4180-B927-F198FF0F5E49}" srcOrd="0" destOrd="0" presId="urn:microsoft.com/office/officeart/2008/layout/VerticalCurvedList"/>
    <dgm:cxn modelId="{DACB3410-45B9-4FDA-A556-2D1E14111F0F}" type="presOf" srcId="{A900AB91-10D8-4454-A6BD-377124548151}" destId="{71BC0892-BE74-4989-BCA6-E50FF2EFE60F}" srcOrd="0" destOrd="0" presId="urn:microsoft.com/office/officeart/2008/layout/VerticalCurvedList"/>
    <dgm:cxn modelId="{BEE5F517-30B3-4F40-A79A-F44F45EC2303}" type="presOf" srcId="{CFFC682C-AF24-4986-A847-1B5BB62ED7E4}" destId="{F8EA9444-B246-428D-BA84-5818D5EF0752}" srcOrd="0" destOrd="0" presId="urn:microsoft.com/office/officeart/2008/layout/VerticalCurvedList"/>
    <dgm:cxn modelId="{3903E75C-666A-461C-84C6-ACBC281F5314}" type="presOf" srcId="{0A525FCA-B8E5-47C0-8102-ACED12DF484C}" destId="{54A2B297-6439-48B0-BC3A-63C5E02D67C2}" srcOrd="0" destOrd="0" presId="urn:microsoft.com/office/officeart/2008/layout/VerticalCurvedList"/>
    <dgm:cxn modelId="{72133868-73EA-4970-97A7-9F77B7C98C44}" srcId="{A900AB91-10D8-4454-A6BD-377124548151}" destId="{0A525FCA-B8E5-47C0-8102-ACED12DF484C}" srcOrd="1" destOrd="0" parTransId="{43963086-FA55-4978-AC06-D3C902C2549A}" sibTransId="{02B78BE4-35DD-4084-89A5-80A41524F195}"/>
    <dgm:cxn modelId="{1A5DE397-1A65-48E8-B4E5-95CA95421465}" srcId="{A900AB91-10D8-4454-A6BD-377124548151}" destId="{CFFC682C-AF24-4986-A847-1B5BB62ED7E4}" srcOrd="2" destOrd="0" parTransId="{94EB797B-DAE6-443B-BA14-17526755CC53}" sibTransId="{B6D59875-1D46-4C86-ABCE-7E21A042CAFC}"/>
    <dgm:cxn modelId="{F4DAF1BD-E457-4981-A924-DBBFE86D5A23}" type="presOf" srcId="{6CA7F246-39A5-45EA-9704-88E54F8A0907}" destId="{1BEC2BAD-F314-4BFB-9F0A-57793AEE8A24}" srcOrd="0" destOrd="0" presId="urn:microsoft.com/office/officeart/2008/layout/VerticalCurvedList"/>
    <dgm:cxn modelId="{F85F43C9-BA8C-4E35-9BC0-11FBCE9D4983}" type="presOf" srcId="{81634059-C1EB-41CF-A700-D607DBF430D4}" destId="{CCEE391F-4F23-47F6-BA6A-F88217927C69}" srcOrd="0" destOrd="0" presId="urn:microsoft.com/office/officeart/2008/layout/VerticalCurvedList"/>
    <dgm:cxn modelId="{71CE03EA-CF52-4AF5-A1B5-726483DB5F21}" srcId="{A900AB91-10D8-4454-A6BD-377124548151}" destId="{99DC684E-56C3-4BEA-B2CF-51233E36D3C1}" srcOrd="3" destOrd="0" parTransId="{1048ECC1-E560-46CF-850B-CE79BBB35DFF}" sibTransId="{7BBF1FA9-500E-4188-B69D-463CA41B6EB2}"/>
    <dgm:cxn modelId="{D9234BFB-7CC8-4126-90F6-1E2983954C43}" srcId="{A900AB91-10D8-4454-A6BD-377124548151}" destId="{81634059-C1EB-41CF-A700-D607DBF430D4}" srcOrd="0" destOrd="0" parTransId="{71BC5590-2C7D-4E03-A8B3-8C6C9F997507}" sibTransId="{6CA7F246-39A5-45EA-9704-88E54F8A0907}"/>
    <dgm:cxn modelId="{3C58342A-6CAE-44FB-AD8A-A881ACEEAC4F}" type="presParOf" srcId="{71BC0892-BE74-4989-BCA6-E50FF2EFE60F}" destId="{5FF495B6-E699-41AF-A077-EB9CC4C9C356}" srcOrd="0" destOrd="0" presId="urn:microsoft.com/office/officeart/2008/layout/VerticalCurvedList"/>
    <dgm:cxn modelId="{0A2AEAD1-42EA-4AB6-971F-ECA724EFD9DF}" type="presParOf" srcId="{5FF495B6-E699-41AF-A077-EB9CC4C9C356}" destId="{3CD07122-D379-4A74-8D52-45546EB94868}" srcOrd="0" destOrd="0" presId="urn:microsoft.com/office/officeart/2008/layout/VerticalCurvedList"/>
    <dgm:cxn modelId="{84B70FFB-27CF-40ED-9333-E5F2BEC78A5F}" type="presParOf" srcId="{3CD07122-D379-4A74-8D52-45546EB94868}" destId="{C59C6A79-1906-4263-B7BA-92442993A494}" srcOrd="0" destOrd="0" presId="urn:microsoft.com/office/officeart/2008/layout/VerticalCurvedList"/>
    <dgm:cxn modelId="{02CB8D83-7649-48F3-A3BA-94DD694A45F7}" type="presParOf" srcId="{3CD07122-D379-4A74-8D52-45546EB94868}" destId="{1BEC2BAD-F314-4BFB-9F0A-57793AEE8A24}" srcOrd="1" destOrd="0" presId="urn:microsoft.com/office/officeart/2008/layout/VerticalCurvedList"/>
    <dgm:cxn modelId="{B18A9F6B-475D-4524-B2F8-3113BF5BD286}" type="presParOf" srcId="{3CD07122-D379-4A74-8D52-45546EB94868}" destId="{B8128CD7-4A9A-4239-9700-190603C7709D}" srcOrd="2" destOrd="0" presId="urn:microsoft.com/office/officeart/2008/layout/VerticalCurvedList"/>
    <dgm:cxn modelId="{F647FCA3-7433-411E-BFF0-40B851649D71}" type="presParOf" srcId="{3CD07122-D379-4A74-8D52-45546EB94868}" destId="{2FD24836-46F0-4A28-A227-8A51C2690879}" srcOrd="3" destOrd="0" presId="urn:microsoft.com/office/officeart/2008/layout/VerticalCurvedList"/>
    <dgm:cxn modelId="{FB5B3CF5-3436-4657-9B61-F6E673D15772}" type="presParOf" srcId="{5FF495B6-E699-41AF-A077-EB9CC4C9C356}" destId="{CCEE391F-4F23-47F6-BA6A-F88217927C69}" srcOrd="1" destOrd="0" presId="urn:microsoft.com/office/officeart/2008/layout/VerticalCurvedList"/>
    <dgm:cxn modelId="{79CF57EB-3983-4BF2-A13D-6D5981652518}" type="presParOf" srcId="{5FF495B6-E699-41AF-A077-EB9CC4C9C356}" destId="{FF3DE31D-CD3C-42C7-BC19-BBC4B61806E8}" srcOrd="2" destOrd="0" presId="urn:microsoft.com/office/officeart/2008/layout/VerticalCurvedList"/>
    <dgm:cxn modelId="{49F56013-3F2B-4995-B394-BEB0BF2AA144}" type="presParOf" srcId="{FF3DE31D-CD3C-42C7-BC19-BBC4B61806E8}" destId="{FE9AF81E-3936-400D-9CED-A7B4EAA400F6}" srcOrd="0" destOrd="0" presId="urn:microsoft.com/office/officeart/2008/layout/VerticalCurvedList"/>
    <dgm:cxn modelId="{68809EEC-0377-4301-AFEF-801BC3ACE815}" type="presParOf" srcId="{5FF495B6-E699-41AF-A077-EB9CC4C9C356}" destId="{54A2B297-6439-48B0-BC3A-63C5E02D67C2}" srcOrd="3" destOrd="0" presId="urn:microsoft.com/office/officeart/2008/layout/VerticalCurvedList"/>
    <dgm:cxn modelId="{DF577A1C-4DE4-4225-ADBD-C0AFAA803B74}" type="presParOf" srcId="{5FF495B6-E699-41AF-A077-EB9CC4C9C356}" destId="{45F3CC1A-CCEF-4F95-9557-2D900BC4CC9E}" srcOrd="4" destOrd="0" presId="urn:microsoft.com/office/officeart/2008/layout/VerticalCurvedList"/>
    <dgm:cxn modelId="{DDC7AE78-09F6-4D7A-A8B4-7233C10E52FE}" type="presParOf" srcId="{45F3CC1A-CCEF-4F95-9557-2D900BC4CC9E}" destId="{41BEAA9C-E9DF-47D4-A2D6-B076583ECD2E}" srcOrd="0" destOrd="0" presId="urn:microsoft.com/office/officeart/2008/layout/VerticalCurvedList"/>
    <dgm:cxn modelId="{DFD9B8F9-210F-4A5E-A304-63B4BB620BE1}" type="presParOf" srcId="{5FF495B6-E699-41AF-A077-EB9CC4C9C356}" destId="{F8EA9444-B246-428D-BA84-5818D5EF0752}" srcOrd="5" destOrd="0" presId="urn:microsoft.com/office/officeart/2008/layout/VerticalCurvedList"/>
    <dgm:cxn modelId="{E2B14347-B30A-4069-B7EA-6DD24AFCB0EC}" type="presParOf" srcId="{5FF495B6-E699-41AF-A077-EB9CC4C9C356}" destId="{66AD8576-5D30-4E04-A6D4-B1F7FFC40DBA}" srcOrd="6" destOrd="0" presId="urn:microsoft.com/office/officeart/2008/layout/VerticalCurvedList"/>
    <dgm:cxn modelId="{B46CB91A-F75D-476D-B7B9-EC70C0D1B766}" type="presParOf" srcId="{66AD8576-5D30-4E04-A6D4-B1F7FFC40DBA}" destId="{0DD0CC33-66B1-449A-9D9D-67716D755274}" srcOrd="0" destOrd="0" presId="urn:microsoft.com/office/officeart/2008/layout/VerticalCurvedList"/>
    <dgm:cxn modelId="{EC52FD44-93FF-4D55-88F2-14ABD0AC90F9}" type="presParOf" srcId="{5FF495B6-E699-41AF-A077-EB9CC4C9C356}" destId="{990400F0-1C96-4180-B927-F198FF0F5E49}" srcOrd="7" destOrd="0" presId="urn:microsoft.com/office/officeart/2008/layout/VerticalCurvedList"/>
    <dgm:cxn modelId="{2A5DCFDF-3B02-4104-9C26-EEFD843F9C25}" type="presParOf" srcId="{5FF495B6-E699-41AF-A077-EB9CC4C9C356}" destId="{B34050DF-5DB3-4660-AA59-44E7AA4E9E73}" srcOrd="8" destOrd="0" presId="urn:microsoft.com/office/officeart/2008/layout/VerticalCurvedList"/>
    <dgm:cxn modelId="{A02BADD1-6FB6-46F0-B0E4-6114ABA1B042}" type="presParOf" srcId="{B34050DF-5DB3-4660-AA59-44E7AA4E9E73}" destId="{C0876D6E-10A0-438D-97E6-CDB471216116}" srcOrd="0" destOrd="0" presId="urn:microsoft.com/office/officeart/2008/layout/VerticalCurved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2ED37C-E2D6-4530-91E2-B4C2C67AB948}" type="doc">
      <dgm:prSet loTypeId="urn:microsoft.com/office/officeart/2005/8/layout/vList2" loCatId="list" qsTypeId="urn:microsoft.com/office/officeart/2005/8/quickstyle/simple2" qsCatId="simple" csTypeId="urn:microsoft.com/office/officeart/2005/8/colors/colorful5" csCatId="colorful" phldr="1"/>
      <dgm:spPr/>
      <dgm:t>
        <a:bodyPr/>
        <a:lstStyle/>
        <a:p>
          <a:endParaRPr lang="en-US"/>
        </a:p>
      </dgm:t>
    </dgm:pt>
    <dgm:pt modelId="{6EDC7234-AE42-407A-9B75-9B3A89F86912}">
      <dgm:prSet/>
      <dgm:spPr>
        <a:solidFill>
          <a:srgbClr val="FFC000"/>
        </a:solidFill>
      </dgm:spPr>
      <dgm:t>
        <a:bodyPr/>
        <a:lstStyle/>
        <a:p>
          <a:r>
            <a:rPr lang="sk-SK" dirty="0"/>
            <a:t>Webová a mobilná aplikácia</a:t>
          </a:r>
          <a:endParaRPr lang="en-US" dirty="0"/>
        </a:p>
      </dgm:t>
    </dgm:pt>
    <dgm:pt modelId="{23A74143-652E-4462-A752-85E4DE5EF8A0}" type="parTrans" cxnId="{3104D857-ED76-4147-8873-F2AB0F796976}">
      <dgm:prSet/>
      <dgm:spPr/>
      <dgm:t>
        <a:bodyPr/>
        <a:lstStyle/>
        <a:p>
          <a:endParaRPr lang="en-US"/>
        </a:p>
      </dgm:t>
    </dgm:pt>
    <dgm:pt modelId="{B4E5ADC3-3877-46FC-9678-4ED5C092ACA0}" type="sibTrans" cxnId="{3104D857-ED76-4147-8873-F2AB0F796976}">
      <dgm:prSet/>
      <dgm:spPr/>
      <dgm:t>
        <a:bodyPr/>
        <a:lstStyle/>
        <a:p>
          <a:endParaRPr lang="en-US"/>
        </a:p>
      </dgm:t>
    </dgm:pt>
    <dgm:pt modelId="{7CF1ED87-F956-4E1E-9DFC-917C0BA63917}">
      <dgm:prSet/>
      <dgm:spPr>
        <a:solidFill>
          <a:srgbClr val="92D050"/>
        </a:solidFill>
      </dgm:spPr>
      <dgm:t>
        <a:bodyPr/>
        <a:lstStyle/>
        <a:p>
          <a:r>
            <a:rPr lang="sk-SK"/>
            <a:t>Digitalizuje proces</a:t>
          </a:r>
          <a:endParaRPr lang="en-US"/>
        </a:p>
      </dgm:t>
    </dgm:pt>
    <dgm:pt modelId="{ABEC9136-3174-4A51-9052-38004D40B720}" type="parTrans" cxnId="{8DD8AA03-B5B2-4271-9967-B3683B458C91}">
      <dgm:prSet/>
      <dgm:spPr/>
      <dgm:t>
        <a:bodyPr/>
        <a:lstStyle/>
        <a:p>
          <a:endParaRPr lang="en-US"/>
        </a:p>
      </dgm:t>
    </dgm:pt>
    <dgm:pt modelId="{C79557EC-412C-4953-8474-6E36A1B923E1}" type="sibTrans" cxnId="{8DD8AA03-B5B2-4271-9967-B3683B458C91}">
      <dgm:prSet/>
      <dgm:spPr/>
      <dgm:t>
        <a:bodyPr/>
        <a:lstStyle/>
        <a:p>
          <a:endParaRPr lang="en-US"/>
        </a:p>
      </dgm:t>
    </dgm:pt>
    <dgm:pt modelId="{848DE54F-B651-44A8-83E2-84B710DB9A5B}">
      <dgm:prSet/>
      <dgm:spPr>
        <a:solidFill>
          <a:schemeClr val="accent5">
            <a:lumMod val="40000"/>
            <a:lumOff val="60000"/>
          </a:schemeClr>
        </a:solidFill>
      </dgm:spPr>
      <dgm:t>
        <a:bodyPr/>
        <a:lstStyle/>
        <a:p>
          <a:r>
            <a:rPr lang="sk-SK" dirty="0"/>
            <a:t>Prepája </a:t>
          </a:r>
        </a:p>
        <a:p>
          <a:r>
            <a:rPr lang="sk-SK" dirty="0"/>
            <a:t>pacientov a lekárov </a:t>
          </a:r>
          <a:endParaRPr lang="en-US" dirty="0"/>
        </a:p>
      </dgm:t>
    </dgm:pt>
    <dgm:pt modelId="{53AFF5DB-EC9E-48F2-BE67-4A2C0ED5724D}" type="parTrans" cxnId="{2A8171BF-2F1B-4FDC-8591-FAFB3C52D2FF}">
      <dgm:prSet/>
      <dgm:spPr/>
      <dgm:t>
        <a:bodyPr/>
        <a:lstStyle/>
        <a:p>
          <a:endParaRPr lang="en-US"/>
        </a:p>
      </dgm:t>
    </dgm:pt>
    <dgm:pt modelId="{52203790-E8D5-4762-9C6F-41E86950FB94}" type="sibTrans" cxnId="{2A8171BF-2F1B-4FDC-8591-FAFB3C52D2FF}">
      <dgm:prSet/>
      <dgm:spPr/>
      <dgm:t>
        <a:bodyPr/>
        <a:lstStyle/>
        <a:p>
          <a:endParaRPr lang="en-US"/>
        </a:p>
      </dgm:t>
    </dgm:pt>
    <dgm:pt modelId="{83000306-CD43-4046-97F9-D7C530142E5C}" type="pres">
      <dgm:prSet presAssocID="{232ED37C-E2D6-4530-91E2-B4C2C67AB948}" presName="linear" presStyleCnt="0">
        <dgm:presLayoutVars>
          <dgm:animLvl val="lvl"/>
          <dgm:resizeHandles val="exact"/>
        </dgm:presLayoutVars>
      </dgm:prSet>
      <dgm:spPr/>
    </dgm:pt>
    <dgm:pt modelId="{4948DC1A-EC91-407A-92F0-EF740B9BFEB0}" type="pres">
      <dgm:prSet presAssocID="{6EDC7234-AE42-407A-9B75-9B3A89F86912}" presName="parentText" presStyleLbl="node1" presStyleIdx="0" presStyleCnt="3">
        <dgm:presLayoutVars>
          <dgm:chMax val="0"/>
          <dgm:bulletEnabled val="1"/>
        </dgm:presLayoutVars>
      </dgm:prSet>
      <dgm:spPr/>
    </dgm:pt>
    <dgm:pt modelId="{B24AC55D-31D7-4A02-9034-82CD998D1512}" type="pres">
      <dgm:prSet presAssocID="{B4E5ADC3-3877-46FC-9678-4ED5C092ACA0}" presName="spacer" presStyleCnt="0"/>
      <dgm:spPr/>
    </dgm:pt>
    <dgm:pt modelId="{9D99035B-939A-4C66-BF76-B555469F6CBD}" type="pres">
      <dgm:prSet presAssocID="{7CF1ED87-F956-4E1E-9DFC-917C0BA63917}" presName="parentText" presStyleLbl="node1" presStyleIdx="1" presStyleCnt="3">
        <dgm:presLayoutVars>
          <dgm:chMax val="0"/>
          <dgm:bulletEnabled val="1"/>
        </dgm:presLayoutVars>
      </dgm:prSet>
      <dgm:spPr/>
    </dgm:pt>
    <dgm:pt modelId="{95F78185-9A98-4457-9D32-9E6E38BB66BD}" type="pres">
      <dgm:prSet presAssocID="{C79557EC-412C-4953-8474-6E36A1B923E1}" presName="spacer" presStyleCnt="0"/>
      <dgm:spPr/>
    </dgm:pt>
    <dgm:pt modelId="{BCE70906-6FC9-40C2-9AB0-59A28A1B3564}" type="pres">
      <dgm:prSet presAssocID="{848DE54F-B651-44A8-83E2-84B710DB9A5B}" presName="parentText" presStyleLbl="node1" presStyleIdx="2" presStyleCnt="3">
        <dgm:presLayoutVars>
          <dgm:chMax val="0"/>
          <dgm:bulletEnabled val="1"/>
        </dgm:presLayoutVars>
      </dgm:prSet>
      <dgm:spPr/>
    </dgm:pt>
  </dgm:ptLst>
  <dgm:cxnLst>
    <dgm:cxn modelId="{8DD8AA03-B5B2-4271-9967-B3683B458C91}" srcId="{232ED37C-E2D6-4530-91E2-B4C2C67AB948}" destId="{7CF1ED87-F956-4E1E-9DFC-917C0BA63917}" srcOrd="1" destOrd="0" parTransId="{ABEC9136-3174-4A51-9052-38004D40B720}" sibTransId="{C79557EC-412C-4953-8474-6E36A1B923E1}"/>
    <dgm:cxn modelId="{AC50545D-2A91-4E4C-B509-A3122C94E388}" type="presOf" srcId="{7CF1ED87-F956-4E1E-9DFC-917C0BA63917}" destId="{9D99035B-939A-4C66-BF76-B555469F6CBD}" srcOrd="0" destOrd="0" presId="urn:microsoft.com/office/officeart/2005/8/layout/vList2"/>
    <dgm:cxn modelId="{3104D857-ED76-4147-8873-F2AB0F796976}" srcId="{232ED37C-E2D6-4530-91E2-B4C2C67AB948}" destId="{6EDC7234-AE42-407A-9B75-9B3A89F86912}" srcOrd="0" destOrd="0" parTransId="{23A74143-652E-4462-A752-85E4DE5EF8A0}" sibTransId="{B4E5ADC3-3877-46FC-9678-4ED5C092ACA0}"/>
    <dgm:cxn modelId="{07AE83BD-6006-4A62-910F-2950EBDFF400}" type="presOf" srcId="{6EDC7234-AE42-407A-9B75-9B3A89F86912}" destId="{4948DC1A-EC91-407A-92F0-EF740B9BFEB0}" srcOrd="0" destOrd="0" presId="urn:microsoft.com/office/officeart/2005/8/layout/vList2"/>
    <dgm:cxn modelId="{2A8171BF-2F1B-4FDC-8591-FAFB3C52D2FF}" srcId="{232ED37C-E2D6-4530-91E2-B4C2C67AB948}" destId="{848DE54F-B651-44A8-83E2-84B710DB9A5B}" srcOrd="2" destOrd="0" parTransId="{53AFF5DB-EC9E-48F2-BE67-4A2C0ED5724D}" sibTransId="{52203790-E8D5-4762-9C6F-41E86950FB94}"/>
    <dgm:cxn modelId="{D54CC2C6-6413-4989-AEC4-A574FFCD2A59}" type="presOf" srcId="{848DE54F-B651-44A8-83E2-84B710DB9A5B}" destId="{BCE70906-6FC9-40C2-9AB0-59A28A1B3564}" srcOrd="0" destOrd="0" presId="urn:microsoft.com/office/officeart/2005/8/layout/vList2"/>
    <dgm:cxn modelId="{3BEC19CE-C3C3-46F4-92BA-3E306CC0EB4B}" type="presOf" srcId="{232ED37C-E2D6-4530-91E2-B4C2C67AB948}" destId="{83000306-CD43-4046-97F9-D7C530142E5C}" srcOrd="0" destOrd="0" presId="urn:microsoft.com/office/officeart/2005/8/layout/vList2"/>
    <dgm:cxn modelId="{795C69E9-408E-4918-A863-D8B43C02E2B8}" type="presParOf" srcId="{83000306-CD43-4046-97F9-D7C530142E5C}" destId="{4948DC1A-EC91-407A-92F0-EF740B9BFEB0}" srcOrd="0" destOrd="0" presId="urn:microsoft.com/office/officeart/2005/8/layout/vList2"/>
    <dgm:cxn modelId="{21FB3C53-C920-4BC9-8CC1-44FEE07652FF}" type="presParOf" srcId="{83000306-CD43-4046-97F9-D7C530142E5C}" destId="{B24AC55D-31D7-4A02-9034-82CD998D1512}" srcOrd="1" destOrd="0" presId="urn:microsoft.com/office/officeart/2005/8/layout/vList2"/>
    <dgm:cxn modelId="{5F424CE6-F550-4F60-986F-68A2162DA638}" type="presParOf" srcId="{83000306-CD43-4046-97F9-D7C530142E5C}" destId="{9D99035B-939A-4C66-BF76-B555469F6CBD}" srcOrd="2" destOrd="0" presId="urn:microsoft.com/office/officeart/2005/8/layout/vList2"/>
    <dgm:cxn modelId="{45BC1DDF-E69C-4DF2-9739-D403DE4AA882}" type="presParOf" srcId="{83000306-CD43-4046-97F9-D7C530142E5C}" destId="{95F78185-9A98-4457-9D32-9E6E38BB66BD}" srcOrd="3" destOrd="0" presId="urn:microsoft.com/office/officeart/2005/8/layout/vList2"/>
    <dgm:cxn modelId="{A3D0C135-711A-4016-A829-4A51CCFB021D}" type="presParOf" srcId="{83000306-CD43-4046-97F9-D7C530142E5C}" destId="{BCE70906-6FC9-40C2-9AB0-59A28A1B356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B801307-CE49-48A6-B875-1DF97EAA6D01}" type="doc">
      <dgm:prSet loTypeId="urn:microsoft.com/office/officeart/2005/8/layout/hierarchy1" loCatId="hierarchy" qsTypeId="urn:microsoft.com/office/officeart/2005/8/quickstyle/simple2" qsCatId="simple" csTypeId="urn:microsoft.com/office/officeart/2005/8/colors/colorful1" csCatId="colorful" phldr="1"/>
      <dgm:spPr/>
      <dgm:t>
        <a:bodyPr/>
        <a:lstStyle/>
        <a:p>
          <a:endParaRPr lang="en-US"/>
        </a:p>
      </dgm:t>
    </dgm:pt>
    <dgm:pt modelId="{E0A5259E-41F6-4659-81BA-B4AF446A31C3}">
      <dgm:prSet/>
      <dgm:spPr>
        <a:xfrm>
          <a:off x="4654903" y="1357012"/>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A1D68B">
              <a:hueOff val="0"/>
              <a:satOff val="0"/>
              <a:lumOff val="0"/>
              <a:alphaOff val="0"/>
            </a:srgbClr>
          </a:solidFill>
          <a:prstDash val="solid"/>
        </a:ln>
        <a:effectLst/>
      </dgm:spPr>
      <dgm:t>
        <a:bodyPr/>
        <a:lstStyle/>
        <a:p>
          <a:pPr>
            <a:buNone/>
          </a:pPr>
          <a:r>
            <a:rPr lang="sk-SK" dirty="0">
              <a:solidFill>
                <a:sysClr val="windowText" lastClr="000000">
                  <a:hueOff val="0"/>
                  <a:satOff val="0"/>
                  <a:lumOff val="0"/>
                  <a:alphaOff val="0"/>
                </a:sysClr>
              </a:solidFill>
              <a:latin typeface="Arial" panose="020B0604020202020204"/>
              <a:ea typeface="+mn-ea"/>
              <a:cs typeface="+mn-cs"/>
            </a:rPr>
            <a:t>eTermín</a:t>
          </a:r>
          <a:endParaRPr lang="en-US" dirty="0">
            <a:solidFill>
              <a:sysClr val="windowText" lastClr="000000">
                <a:hueOff val="0"/>
                <a:satOff val="0"/>
                <a:lumOff val="0"/>
                <a:alphaOff val="0"/>
              </a:sysClr>
            </a:solidFill>
            <a:latin typeface="Arial" panose="020B0604020202020204"/>
            <a:ea typeface="+mn-ea"/>
            <a:cs typeface="+mn-cs"/>
          </a:endParaRPr>
        </a:p>
      </dgm:t>
    </dgm:pt>
    <dgm:pt modelId="{D6B24DC1-0B0A-43F6-AADF-BBFD521F8433}" type="parTrans" cxnId="{025ABC63-4F27-4DA6-86FC-F53BBA104558}">
      <dgm:prSet/>
      <dgm:spPr/>
      <dgm:t>
        <a:bodyPr/>
        <a:lstStyle/>
        <a:p>
          <a:endParaRPr lang="en-US"/>
        </a:p>
      </dgm:t>
    </dgm:pt>
    <dgm:pt modelId="{A6EA178E-8B38-4A4C-A885-8A59635952D0}" type="sibTrans" cxnId="{025ABC63-4F27-4DA6-86FC-F53BBA104558}">
      <dgm:prSet/>
      <dgm:spPr/>
      <dgm:t>
        <a:bodyPr/>
        <a:lstStyle/>
        <a:p>
          <a:endParaRPr lang="en-US"/>
        </a:p>
      </dgm:t>
    </dgm:pt>
    <dgm:pt modelId="{86C50E28-1961-4B26-98C4-969F8B1B764F}">
      <dgm:prSet custT="1"/>
      <dgm:spPr>
        <a:xfrm>
          <a:off x="183979" y="4367434"/>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5EC795">
              <a:hueOff val="0"/>
              <a:satOff val="0"/>
              <a:lumOff val="0"/>
              <a:alphaOff val="0"/>
            </a:srgbClr>
          </a:solidFill>
          <a:prstDash val="solid"/>
        </a:ln>
        <a:effectLst/>
      </dgm:spPr>
      <dgm:t>
        <a:bodyPr spcFirstLastPara="0" vert="horz" wrap="square" lIns="64770" tIns="64770" rIns="64770" bIns="64770" numCol="1" spcCol="1270" anchor="ctr" anchorCtr="0"/>
        <a:lstStyle/>
        <a:p>
          <a:pPr marL="0" lvl="0" indent="0" algn="ctr" defTabSz="755650">
            <a:lnSpc>
              <a:spcPct val="90000"/>
            </a:lnSpc>
            <a:spcBef>
              <a:spcPct val="0"/>
            </a:spcBef>
            <a:spcAft>
              <a:spcPct val="35000"/>
            </a:spcAft>
            <a:buNone/>
          </a:pPr>
          <a:r>
            <a:rPr lang="sk-SK" sz="1700" kern="1200" dirty="0">
              <a:solidFill>
                <a:prstClr val="black">
                  <a:hueOff val="0"/>
                  <a:satOff val="0"/>
                  <a:lumOff val="0"/>
                  <a:alphaOff val="0"/>
                </a:prstClr>
              </a:solidFill>
              <a:latin typeface="Arial" panose="020B0604020202020204"/>
              <a:ea typeface="+mn-ea"/>
              <a:cs typeface="+mn-cs"/>
            </a:rPr>
            <a:t>Vyhľadávanie lekára</a:t>
          </a:r>
          <a:endParaRPr lang="en-US" sz="1700" kern="1200" dirty="0">
            <a:solidFill>
              <a:prstClr val="black">
                <a:hueOff val="0"/>
                <a:satOff val="0"/>
                <a:lumOff val="0"/>
                <a:alphaOff val="0"/>
              </a:prstClr>
            </a:solidFill>
            <a:latin typeface="Arial" panose="020B0604020202020204"/>
            <a:ea typeface="+mn-ea"/>
            <a:cs typeface="+mn-cs"/>
          </a:endParaRPr>
        </a:p>
      </dgm:t>
    </dgm:pt>
    <dgm:pt modelId="{9F4BF4A3-F1F7-4756-959B-B241AA9CE4D6}" type="parTrans" cxnId="{310A1D0E-FFF3-40A2-BFFD-DB6A8CE82597}">
      <dgm:prSet/>
      <dgm:spPr>
        <a:xfrm>
          <a:off x="816231" y="3722989"/>
          <a:ext cx="1987077" cy="472834"/>
        </a:xfrm>
        <a:custGeom>
          <a:avLst/>
          <a:gdLst/>
          <a:ahLst/>
          <a:cxnLst/>
          <a:rect l="0" t="0" r="0" b="0"/>
          <a:pathLst>
            <a:path>
              <a:moveTo>
                <a:pt x="1882151" y="0"/>
              </a:moveTo>
              <a:lnTo>
                <a:pt x="1882151" y="305207"/>
              </a:lnTo>
              <a:lnTo>
                <a:pt x="0" y="305207"/>
              </a:lnTo>
              <a:lnTo>
                <a:pt x="0" y="447866"/>
              </a:lnTo>
            </a:path>
          </a:pathLst>
        </a:custGeom>
        <a:noFill/>
        <a:ln w="15875" cap="flat" cmpd="sng" algn="ctr">
          <a:solidFill>
            <a:srgbClr val="5EC795">
              <a:hueOff val="0"/>
              <a:satOff val="0"/>
              <a:lumOff val="0"/>
              <a:alphaOff val="0"/>
            </a:srgbClr>
          </a:solidFill>
          <a:prstDash val="solid"/>
        </a:ln>
        <a:effectLst/>
      </dgm:spPr>
      <dgm:t>
        <a:bodyPr/>
        <a:lstStyle/>
        <a:p>
          <a:endParaRPr lang="en-US"/>
        </a:p>
      </dgm:t>
    </dgm:pt>
    <dgm:pt modelId="{9B825252-6981-4AF7-B110-BE8BF88BDE51}" type="sibTrans" cxnId="{310A1D0E-FFF3-40A2-BFFD-DB6A8CE82597}">
      <dgm:prSet/>
      <dgm:spPr/>
      <dgm:t>
        <a:bodyPr/>
        <a:lstStyle/>
        <a:p>
          <a:endParaRPr lang="en-US"/>
        </a:p>
      </dgm:t>
    </dgm:pt>
    <dgm:pt modelId="{B3DBFC18-7D6C-459F-B98E-6B4C25C25F24}">
      <dgm:prSet custT="1"/>
      <dgm:spPr>
        <a:xfrm>
          <a:off x="2171056" y="4367434"/>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5EC795">
              <a:hueOff val="0"/>
              <a:satOff val="0"/>
              <a:lumOff val="0"/>
              <a:alphaOff val="0"/>
            </a:srgbClr>
          </a:solidFill>
          <a:prstDash val="solid"/>
        </a:ln>
        <a:effectLst/>
      </dgm:spPr>
      <dgm:t>
        <a:bodyPr spcFirstLastPara="0" vert="horz" wrap="square" lIns="64770" tIns="64770" rIns="64770" bIns="64770" numCol="1" spcCol="1270" anchor="ctr" anchorCtr="0"/>
        <a:lstStyle/>
        <a:p>
          <a:pPr marL="0" lvl="0" indent="0" algn="ctr" defTabSz="755650">
            <a:lnSpc>
              <a:spcPct val="90000"/>
            </a:lnSpc>
            <a:spcBef>
              <a:spcPct val="0"/>
            </a:spcBef>
            <a:spcAft>
              <a:spcPct val="35000"/>
            </a:spcAft>
            <a:buNone/>
          </a:pPr>
          <a:r>
            <a:rPr lang="sk-SK" sz="1700" kern="1200" dirty="0">
              <a:solidFill>
                <a:prstClr val="black">
                  <a:hueOff val="0"/>
                  <a:satOff val="0"/>
                  <a:lumOff val="0"/>
                  <a:alphaOff val="0"/>
                </a:prstClr>
              </a:solidFill>
              <a:latin typeface="Arial" panose="020B0604020202020204"/>
              <a:ea typeface="+mn-ea"/>
              <a:cs typeface="+mn-cs"/>
            </a:rPr>
            <a:t>Prehľad termínov</a:t>
          </a:r>
          <a:endParaRPr lang="en-US" sz="1700" kern="1200" dirty="0">
            <a:solidFill>
              <a:prstClr val="black">
                <a:hueOff val="0"/>
                <a:satOff val="0"/>
                <a:lumOff val="0"/>
                <a:alphaOff val="0"/>
              </a:prstClr>
            </a:solidFill>
            <a:latin typeface="Arial" panose="020B0604020202020204"/>
            <a:ea typeface="+mn-ea"/>
            <a:cs typeface="+mn-cs"/>
          </a:endParaRPr>
        </a:p>
      </dgm:t>
    </dgm:pt>
    <dgm:pt modelId="{CEB0761D-4A76-48D0-AA9C-8C37FA078788}" type="parTrans" cxnId="{EE88F583-7162-4B39-A754-D46362183B80}">
      <dgm:prSet/>
      <dgm:spPr>
        <a:xfrm>
          <a:off x="2757588" y="3722989"/>
          <a:ext cx="91440" cy="472834"/>
        </a:xfrm>
        <a:custGeom>
          <a:avLst/>
          <a:gdLst/>
          <a:ahLst/>
          <a:cxnLst/>
          <a:rect l="0" t="0" r="0" b="0"/>
          <a:pathLst>
            <a:path>
              <a:moveTo>
                <a:pt x="45720" y="0"/>
              </a:moveTo>
              <a:lnTo>
                <a:pt x="45720" y="447866"/>
              </a:lnTo>
            </a:path>
          </a:pathLst>
        </a:custGeom>
        <a:noFill/>
        <a:ln w="15875" cap="flat" cmpd="sng" algn="ctr">
          <a:solidFill>
            <a:srgbClr val="5EC795">
              <a:hueOff val="0"/>
              <a:satOff val="0"/>
              <a:lumOff val="0"/>
              <a:alphaOff val="0"/>
            </a:srgbClr>
          </a:solidFill>
          <a:prstDash val="solid"/>
        </a:ln>
        <a:effectLst/>
      </dgm:spPr>
      <dgm:t>
        <a:bodyPr/>
        <a:lstStyle/>
        <a:p>
          <a:endParaRPr lang="en-US"/>
        </a:p>
      </dgm:t>
    </dgm:pt>
    <dgm:pt modelId="{941FDC00-B83B-4D7A-A231-57792E9DDA66}" type="sibTrans" cxnId="{EE88F583-7162-4B39-A754-D46362183B80}">
      <dgm:prSet/>
      <dgm:spPr/>
      <dgm:t>
        <a:bodyPr/>
        <a:lstStyle/>
        <a:p>
          <a:endParaRPr lang="en-US"/>
        </a:p>
      </dgm:t>
    </dgm:pt>
    <dgm:pt modelId="{01D30B48-5796-4727-8AB4-8728E5D3522B}">
      <dgm:prSet custT="1"/>
      <dgm:spPr>
        <a:xfrm>
          <a:off x="4158134" y="4367434"/>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5EC795">
              <a:hueOff val="0"/>
              <a:satOff val="0"/>
              <a:lumOff val="0"/>
              <a:alphaOff val="0"/>
            </a:srgbClr>
          </a:solidFill>
          <a:prstDash val="solid"/>
        </a:ln>
        <a:effectLst/>
      </dgm:spPr>
      <dgm:t>
        <a:bodyPr spcFirstLastPara="0" vert="horz" wrap="square" lIns="64770" tIns="64770" rIns="64770" bIns="64770" numCol="1" spcCol="1270" anchor="ctr" anchorCtr="0"/>
        <a:lstStyle/>
        <a:p>
          <a:pPr marL="0" lvl="0" indent="0" algn="ctr" defTabSz="755650">
            <a:lnSpc>
              <a:spcPct val="90000"/>
            </a:lnSpc>
            <a:spcBef>
              <a:spcPct val="0"/>
            </a:spcBef>
            <a:spcAft>
              <a:spcPct val="35000"/>
            </a:spcAft>
            <a:buNone/>
          </a:pPr>
          <a:r>
            <a:rPr lang="sk-SK" sz="1700" kern="1200" dirty="0">
              <a:solidFill>
                <a:prstClr val="black">
                  <a:hueOff val="0"/>
                  <a:satOff val="0"/>
                  <a:lumOff val="0"/>
                  <a:alphaOff val="0"/>
                </a:prstClr>
              </a:solidFill>
              <a:latin typeface="Arial" panose="020B0604020202020204"/>
              <a:ea typeface="+mn-ea"/>
              <a:cs typeface="+mn-cs"/>
            </a:rPr>
            <a:t>Rezervácia</a:t>
          </a:r>
          <a:r>
            <a:rPr lang="sk-SK" sz="2100" kern="1200" dirty="0">
              <a:solidFill>
                <a:prstClr val="black">
                  <a:hueOff val="0"/>
                  <a:satOff val="0"/>
                  <a:lumOff val="0"/>
                  <a:alphaOff val="0"/>
                </a:prstClr>
              </a:solidFill>
              <a:latin typeface="Arial" panose="020B0604020202020204"/>
              <a:ea typeface="+mn-ea"/>
              <a:cs typeface="+mn-cs"/>
            </a:rPr>
            <a:t> </a:t>
          </a:r>
          <a:r>
            <a:rPr lang="sk-SK" sz="1700" kern="1200" dirty="0">
              <a:solidFill>
                <a:prstClr val="black">
                  <a:hueOff val="0"/>
                  <a:satOff val="0"/>
                  <a:lumOff val="0"/>
                  <a:alphaOff val="0"/>
                </a:prstClr>
              </a:solidFill>
              <a:latin typeface="Arial" panose="020B0604020202020204"/>
              <a:ea typeface="+mn-ea"/>
              <a:cs typeface="+mn-cs"/>
            </a:rPr>
            <a:t>návštevy</a:t>
          </a:r>
          <a:endParaRPr lang="en-US" sz="1700" kern="1200" dirty="0">
            <a:solidFill>
              <a:prstClr val="black">
                <a:hueOff val="0"/>
                <a:satOff val="0"/>
                <a:lumOff val="0"/>
                <a:alphaOff val="0"/>
              </a:prstClr>
            </a:solidFill>
            <a:latin typeface="Arial" panose="020B0604020202020204"/>
            <a:ea typeface="+mn-ea"/>
            <a:cs typeface="+mn-cs"/>
          </a:endParaRPr>
        </a:p>
      </dgm:t>
    </dgm:pt>
    <dgm:pt modelId="{179767CE-1AB3-49A8-BD0B-0C64FB322CDB}" type="parTrans" cxnId="{FDCE28A2-445C-464A-A854-09AAF578CAF2}">
      <dgm:prSet/>
      <dgm:spPr>
        <a:xfrm>
          <a:off x="2803308" y="3722989"/>
          <a:ext cx="1987077" cy="472834"/>
        </a:xfrm>
        <a:custGeom>
          <a:avLst/>
          <a:gdLst/>
          <a:ahLst/>
          <a:cxnLst/>
          <a:rect l="0" t="0" r="0" b="0"/>
          <a:pathLst>
            <a:path>
              <a:moveTo>
                <a:pt x="0" y="0"/>
              </a:moveTo>
              <a:lnTo>
                <a:pt x="0" y="305207"/>
              </a:lnTo>
              <a:lnTo>
                <a:pt x="1882151" y="305207"/>
              </a:lnTo>
              <a:lnTo>
                <a:pt x="1882151" y="447866"/>
              </a:lnTo>
            </a:path>
          </a:pathLst>
        </a:custGeom>
        <a:noFill/>
        <a:ln w="15875" cap="flat" cmpd="sng" algn="ctr">
          <a:solidFill>
            <a:srgbClr val="5EC795">
              <a:hueOff val="0"/>
              <a:satOff val="0"/>
              <a:lumOff val="0"/>
              <a:alphaOff val="0"/>
            </a:srgbClr>
          </a:solidFill>
          <a:prstDash val="solid"/>
        </a:ln>
        <a:effectLst/>
      </dgm:spPr>
      <dgm:t>
        <a:bodyPr/>
        <a:lstStyle/>
        <a:p>
          <a:endParaRPr lang="en-US"/>
        </a:p>
      </dgm:t>
    </dgm:pt>
    <dgm:pt modelId="{724DE7FC-C924-4898-AA5C-3D42F076F3D0}" type="sibTrans" cxnId="{FDCE28A2-445C-464A-A854-09AAF578CAF2}">
      <dgm:prSet/>
      <dgm:spPr/>
      <dgm:t>
        <a:bodyPr/>
        <a:lstStyle/>
        <a:p>
          <a:endParaRPr lang="en-US"/>
        </a:p>
      </dgm:t>
    </dgm:pt>
    <dgm:pt modelId="{5A25BD11-CAE5-4D08-8D79-F4D231CEC518}">
      <dgm:prSet custT="1"/>
      <dgm:spPr>
        <a:xfrm>
          <a:off x="7138749" y="2862223"/>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4DADCF">
              <a:hueOff val="0"/>
              <a:satOff val="0"/>
              <a:lumOff val="0"/>
              <a:alphaOff val="0"/>
            </a:srgbClr>
          </a:solidFill>
          <a:prstDash val="solid"/>
        </a:ln>
        <a:effectLst/>
      </dgm:spPr>
      <dgm:t>
        <a:bodyPr spcFirstLastPara="0" vert="horz" wrap="square" lIns="57150" tIns="57150" rIns="57150" bIns="57150" numCol="1" spcCol="1270" anchor="ctr" anchorCtr="0"/>
        <a:lstStyle/>
        <a:p>
          <a:pPr marL="0" lvl="0" indent="0" algn="ctr" defTabSz="666750">
            <a:lnSpc>
              <a:spcPct val="90000"/>
            </a:lnSpc>
            <a:spcBef>
              <a:spcPct val="0"/>
            </a:spcBef>
            <a:spcAft>
              <a:spcPct val="35000"/>
            </a:spcAft>
            <a:buNone/>
          </a:pPr>
          <a:r>
            <a:rPr lang="sk-SK" sz="1500" kern="1200" dirty="0">
              <a:solidFill>
                <a:prstClr val="black">
                  <a:hueOff val="0"/>
                  <a:satOff val="0"/>
                  <a:lumOff val="0"/>
                  <a:alphaOff val="0"/>
                </a:prstClr>
              </a:solidFill>
              <a:latin typeface="Arial" panose="020B0604020202020204"/>
              <a:ea typeface="+mn-ea"/>
              <a:cs typeface="+mn-cs"/>
            </a:rPr>
            <a:t>Administratívny portál</a:t>
          </a:r>
          <a:endParaRPr lang="en-US" sz="1500" kern="1200" dirty="0">
            <a:solidFill>
              <a:prstClr val="black">
                <a:hueOff val="0"/>
                <a:satOff val="0"/>
                <a:lumOff val="0"/>
                <a:alphaOff val="0"/>
              </a:prstClr>
            </a:solidFill>
            <a:latin typeface="Arial" panose="020B0604020202020204"/>
            <a:ea typeface="+mn-ea"/>
            <a:cs typeface="+mn-cs"/>
          </a:endParaRPr>
        </a:p>
      </dgm:t>
    </dgm:pt>
    <dgm:pt modelId="{23B2C1B2-833D-4F04-BAB7-2C51366308F1}" type="parTrans" cxnId="{B546EDC4-CFD5-4291-8EB3-9358FAAF3263}">
      <dgm:prSet/>
      <dgm:spPr>
        <a:xfrm>
          <a:off x="5287155" y="2217778"/>
          <a:ext cx="2483846" cy="472834"/>
        </a:xfrm>
        <a:custGeom>
          <a:avLst/>
          <a:gdLst/>
          <a:ahLst/>
          <a:cxnLst/>
          <a:rect l="0" t="0" r="0" b="0"/>
          <a:pathLst>
            <a:path>
              <a:moveTo>
                <a:pt x="0" y="0"/>
              </a:moveTo>
              <a:lnTo>
                <a:pt x="0" y="305207"/>
              </a:lnTo>
              <a:lnTo>
                <a:pt x="2352689" y="305207"/>
              </a:lnTo>
              <a:lnTo>
                <a:pt x="2352689" y="447866"/>
              </a:lnTo>
            </a:path>
          </a:pathLst>
        </a:custGeom>
        <a:noFill/>
        <a:ln w="15875" cap="flat" cmpd="sng" algn="ctr">
          <a:solidFill>
            <a:srgbClr val="92D050"/>
          </a:solidFill>
          <a:prstDash val="solid"/>
        </a:ln>
        <a:effectLst/>
      </dgm:spPr>
      <dgm:t>
        <a:bodyPr/>
        <a:lstStyle/>
        <a:p>
          <a:endParaRPr lang="en-US"/>
        </a:p>
      </dgm:t>
    </dgm:pt>
    <dgm:pt modelId="{FF759857-E560-4A93-9A71-1A5DADFFF999}" type="sibTrans" cxnId="{B546EDC4-CFD5-4291-8EB3-9358FAAF3263}">
      <dgm:prSet/>
      <dgm:spPr/>
      <dgm:t>
        <a:bodyPr/>
        <a:lstStyle/>
        <a:p>
          <a:endParaRPr lang="en-US"/>
        </a:p>
      </dgm:t>
    </dgm:pt>
    <dgm:pt modelId="{4B5A1655-227B-46D1-852C-BEBB3461D737}">
      <dgm:prSet custT="1"/>
      <dgm:spPr>
        <a:xfrm>
          <a:off x="6145211" y="4367434"/>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4DADCF">
              <a:hueOff val="0"/>
              <a:satOff val="0"/>
              <a:lumOff val="0"/>
              <a:alphaOff val="0"/>
            </a:srgbClr>
          </a:solidFill>
          <a:prstDash val="solid"/>
        </a:ln>
        <a:effectLst/>
      </dgm:spPr>
      <dgm:t>
        <a:bodyPr/>
        <a:lstStyle/>
        <a:p>
          <a:pPr>
            <a:buNone/>
          </a:pPr>
          <a:r>
            <a:rPr lang="sk-SK" sz="1700" kern="1200" dirty="0">
              <a:solidFill>
                <a:prstClr val="black">
                  <a:hueOff val="0"/>
                  <a:satOff val="0"/>
                  <a:lumOff val="0"/>
                  <a:alphaOff val="0"/>
                </a:prstClr>
              </a:solidFill>
              <a:latin typeface="Arial" panose="020B0604020202020204"/>
              <a:ea typeface="+mn-ea"/>
              <a:cs typeface="+mn-cs"/>
            </a:rPr>
            <a:t>Správa</a:t>
          </a:r>
          <a:r>
            <a:rPr lang="sk-SK" sz="2200" kern="1200" dirty="0">
              <a:solidFill>
                <a:sysClr val="windowText" lastClr="000000">
                  <a:hueOff val="0"/>
                  <a:satOff val="0"/>
                  <a:lumOff val="0"/>
                  <a:alphaOff val="0"/>
                </a:sysClr>
              </a:solidFill>
              <a:latin typeface="Arial" panose="020B0604020202020204"/>
              <a:ea typeface="+mn-ea"/>
              <a:cs typeface="+mn-cs"/>
            </a:rPr>
            <a:t> </a:t>
          </a:r>
          <a:r>
            <a:rPr lang="sk-SK" sz="1700" kern="1200" dirty="0">
              <a:solidFill>
                <a:prstClr val="black">
                  <a:hueOff val="0"/>
                  <a:satOff val="0"/>
                  <a:lumOff val="0"/>
                  <a:alphaOff val="0"/>
                </a:prstClr>
              </a:solidFill>
              <a:latin typeface="Arial" panose="020B0604020202020204"/>
              <a:ea typeface="+mn-ea"/>
              <a:cs typeface="+mn-cs"/>
            </a:rPr>
            <a:t>kalendára</a:t>
          </a:r>
          <a:endParaRPr lang="en-US" sz="1700" kern="1200" dirty="0">
            <a:solidFill>
              <a:prstClr val="black">
                <a:hueOff val="0"/>
                <a:satOff val="0"/>
                <a:lumOff val="0"/>
                <a:alphaOff val="0"/>
              </a:prstClr>
            </a:solidFill>
            <a:latin typeface="Arial" panose="020B0604020202020204"/>
            <a:ea typeface="+mn-ea"/>
            <a:cs typeface="+mn-cs"/>
          </a:endParaRPr>
        </a:p>
      </dgm:t>
    </dgm:pt>
    <dgm:pt modelId="{B10510E8-F2E9-4397-8C1C-5C946CA89D6D}" type="parTrans" cxnId="{0DA312BE-671F-4BD0-864E-C085DC054E0B}">
      <dgm:prSet/>
      <dgm:spPr>
        <a:xfrm>
          <a:off x="6777462" y="3722989"/>
          <a:ext cx="993538" cy="472834"/>
        </a:xfrm>
        <a:custGeom>
          <a:avLst/>
          <a:gdLst/>
          <a:ahLst/>
          <a:cxnLst/>
          <a:rect l="0" t="0" r="0" b="0"/>
          <a:pathLst>
            <a:path>
              <a:moveTo>
                <a:pt x="993538" y="0"/>
              </a:moveTo>
              <a:lnTo>
                <a:pt x="993538" y="322222"/>
              </a:lnTo>
              <a:lnTo>
                <a:pt x="0" y="322222"/>
              </a:lnTo>
              <a:lnTo>
                <a:pt x="0" y="472834"/>
              </a:lnTo>
            </a:path>
          </a:pathLst>
        </a:custGeom>
        <a:noFill/>
        <a:ln w="15875" cap="flat" cmpd="sng" algn="ctr">
          <a:solidFill>
            <a:srgbClr val="4DADCF">
              <a:hueOff val="0"/>
              <a:satOff val="0"/>
              <a:lumOff val="0"/>
              <a:alphaOff val="0"/>
            </a:srgbClr>
          </a:solidFill>
          <a:prstDash val="solid"/>
        </a:ln>
        <a:effectLst/>
      </dgm:spPr>
      <dgm:t>
        <a:bodyPr/>
        <a:lstStyle/>
        <a:p>
          <a:endParaRPr lang="en-US"/>
        </a:p>
      </dgm:t>
    </dgm:pt>
    <dgm:pt modelId="{E2C7ED9B-608B-4750-AA2B-5FD55F760B2B}" type="sibTrans" cxnId="{0DA312BE-671F-4BD0-864E-C085DC054E0B}">
      <dgm:prSet/>
      <dgm:spPr/>
      <dgm:t>
        <a:bodyPr/>
        <a:lstStyle/>
        <a:p>
          <a:endParaRPr lang="en-US"/>
        </a:p>
      </dgm:t>
    </dgm:pt>
    <dgm:pt modelId="{E9548930-E6EE-4228-815E-98D2EB40A014}">
      <dgm:prSet custT="1"/>
      <dgm:spPr>
        <a:xfrm>
          <a:off x="8132288" y="4367434"/>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4DADCF">
              <a:hueOff val="0"/>
              <a:satOff val="0"/>
              <a:lumOff val="0"/>
              <a:alphaOff val="0"/>
            </a:srgbClr>
          </a:solidFill>
          <a:prstDash val="solid"/>
        </a:ln>
        <a:effectLst/>
      </dgm:spPr>
      <dgm:t>
        <a:bodyPr/>
        <a:lstStyle/>
        <a:p>
          <a:pPr>
            <a:buNone/>
          </a:pPr>
          <a:r>
            <a:rPr lang="sk-SK" sz="1700" kern="1200" dirty="0">
              <a:solidFill>
                <a:prstClr val="black">
                  <a:hueOff val="0"/>
                  <a:satOff val="0"/>
                  <a:lumOff val="0"/>
                  <a:alphaOff val="0"/>
                </a:prstClr>
              </a:solidFill>
              <a:latin typeface="Arial" panose="020B0604020202020204"/>
              <a:ea typeface="+mn-ea"/>
              <a:cs typeface="+mn-cs"/>
            </a:rPr>
            <a:t>Správa</a:t>
          </a:r>
          <a:r>
            <a:rPr lang="sk-SK" sz="2200" kern="1200" dirty="0">
              <a:solidFill>
                <a:sysClr val="windowText" lastClr="000000">
                  <a:hueOff val="0"/>
                  <a:satOff val="0"/>
                  <a:lumOff val="0"/>
                  <a:alphaOff val="0"/>
                </a:sysClr>
              </a:solidFill>
              <a:latin typeface="Arial" panose="020B0604020202020204"/>
              <a:ea typeface="+mn-ea"/>
              <a:cs typeface="+mn-cs"/>
            </a:rPr>
            <a:t> </a:t>
          </a:r>
          <a:r>
            <a:rPr lang="sk-SK" sz="1700" kern="1200" dirty="0">
              <a:solidFill>
                <a:prstClr val="black">
                  <a:hueOff val="0"/>
                  <a:satOff val="0"/>
                  <a:lumOff val="0"/>
                  <a:alphaOff val="0"/>
                </a:prstClr>
              </a:solidFill>
              <a:latin typeface="Arial" panose="020B0604020202020204"/>
              <a:ea typeface="+mn-ea"/>
              <a:cs typeface="+mn-cs"/>
            </a:rPr>
            <a:t>záznamov</a:t>
          </a:r>
          <a:endParaRPr lang="en-US" sz="1700" kern="1200" dirty="0">
            <a:solidFill>
              <a:prstClr val="black">
                <a:hueOff val="0"/>
                <a:satOff val="0"/>
                <a:lumOff val="0"/>
                <a:alphaOff val="0"/>
              </a:prstClr>
            </a:solidFill>
            <a:latin typeface="Arial" panose="020B0604020202020204"/>
            <a:ea typeface="+mn-ea"/>
            <a:cs typeface="+mn-cs"/>
          </a:endParaRPr>
        </a:p>
      </dgm:t>
    </dgm:pt>
    <dgm:pt modelId="{E1EE9B28-4BFF-4D2B-BDE2-06F611981674}" type="parTrans" cxnId="{BF55C116-8850-47F0-B1A4-5CD6E6415983}">
      <dgm:prSet/>
      <dgm:spPr>
        <a:xfrm>
          <a:off x="7771001" y="3722989"/>
          <a:ext cx="993538" cy="472834"/>
        </a:xfrm>
        <a:custGeom>
          <a:avLst/>
          <a:gdLst/>
          <a:ahLst/>
          <a:cxnLst/>
          <a:rect l="0" t="0" r="0" b="0"/>
          <a:pathLst>
            <a:path>
              <a:moveTo>
                <a:pt x="0" y="0"/>
              </a:moveTo>
              <a:lnTo>
                <a:pt x="0" y="322222"/>
              </a:lnTo>
              <a:lnTo>
                <a:pt x="993538" y="322222"/>
              </a:lnTo>
              <a:lnTo>
                <a:pt x="993538" y="472834"/>
              </a:lnTo>
            </a:path>
          </a:pathLst>
        </a:custGeom>
        <a:noFill/>
        <a:ln w="15875" cap="flat" cmpd="sng" algn="ctr">
          <a:solidFill>
            <a:srgbClr val="4DADCF">
              <a:hueOff val="0"/>
              <a:satOff val="0"/>
              <a:lumOff val="0"/>
              <a:alphaOff val="0"/>
            </a:srgbClr>
          </a:solidFill>
          <a:prstDash val="solid"/>
        </a:ln>
        <a:effectLst/>
      </dgm:spPr>
      <dgm:t>
        <a:bodyPr/>
        <a:lstStyle/>
        <a:p>
          <a:endParaRPr lang="en-US"/>
        </a:p>
      </dgm:t>
    </dgm:pt>
    <dgm:pt modelId="{A170F6BE-73C8-4AE4-AD68-2B9981612EC9}" type="sibTrans" cxnId="{BF55C116-8850-47F0-B1A4-5CD6E6415983}">
      <dgm:prSet/>
      <dgm:spPr/>
      <dgm:t>
        <a:bodyPr/>
        <a:lstStyle/>
        <a:p>
          <a:endParaRPr lang="en-US"/>
        </a:p>
      </dgm:t>
    </dgm:pt>
    <dgm:pt modelId="{7A325A8F-CD63-4CF6-BEE5-B597899FCA4B}">
      <dgm:prSet custT="1"/>
      <dgm:spPr>
        <a:xfrm>
          <a:off x="2171056" y="2862223"/>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5EC795">
              <a:hueOff val="0"/>
              <a:satOff val="0"/>
              <a:lumOff val="0"/>
              <a:alphaOff val="0"/>
            </a:srgbClr>
          </a:solidFill>
          <a:prstDash val="solid"/>
        </a:ln>
        <a:effectLst/>
      </dgm:spPr>
      <dgm:t>
        <a:bodyPr/>
        <a:lstStyle/>
        <a:p>
          <a:pPr>
            <a:buNone/>
          </a:pPr>
          <a:r>
            <a:rPr lang="sk-SK" sz="1500" dirty="0">
              <a:solidFill>
                <a:sysClr val="windowText" lastClr="000000">
                  <a:hueOff val="0"/>
                  <a:satOff val="0"/>
                  <a:lumOff val="0"/>
                  <a:alphaOff val="0"/>
                </a:sysClr>
              </a:solidFill>
              <a:latin typeface="Arial" panose="020B0604020202020204"/>
              <a:ea typeface="+mn-ea"/>
              <a:cs typeface="+mn-cs"/>
            </a:rPr>
            <a:t>Pacientsky portál</a:t>
          </a:r>
          <a:endParaRPr lang="en-US" sz="1500" dirty="0">
            <a:solidFill>
              <a:sysClr val="windowText" lastClr="000000">
                <a:hueOff val="0"/>
                <a:satOff val="0"/>
                <a:lumOff val="0"/>
                <a:alphaOff val="0"/>
              </a:sysClr>
            </a:solidFill>
            <a:latin typeface="Arial" panose="020B0604020202020204"/>
            <a:ea typeface="+mn-ea"/>
            <a:cs typeface="+mn-cs"/>
          </a:endParaRPr>
        </a:p>
      </dgm:t>
    </dgm:pt>
    <dgm:pt modelId="{B76EC083-DFA4-4D8B-BBE7-95D70A231735}" type="parTrans" cxnId="{945A374F-BB38-4593-9517-67C0A6AE6355}">
      <dgm:prSet/>
      <dgm:spPr>
        <a:xfrm>
          <a:off x="2803308" y="2217778"/>
          <a:ext cx="2483846" cy="472834"/>
        </a:xfrm>
        <a:custGeom>
          <a:avLst/>
          <a:gdLst/>
          <a:ahLst/>
          <a:cxnLst/>
          <a:rect l="0" t="0" r="0" b="0"/>
          <a:pathLst>
            <a:path>
              <a:moveTo>
                <a:pt x="2483846" y="0"/>
              </a:moveTo>
              <a:lnTo>
                <a:pt x="2483846" y="322222"/>
              </a:lnTo>
              <a:lnTo>
                <a:pt x="0" y="322222"/>
              </a:lnTo>
              <a:lnTo>
                <a:pt x="0" y="472834"/>
              </a:lnTo>
            </a:path>
          </a:pathLst>
        </a:custGeom>
        <a:noFill/>
        <a:ln w="15875" cap="flat" cmpd="sng" algn="ctr">
          <a:solidFill>
            <a:srgbClr val="92D050"/>
          </a:solidFill>
          <a:prstDash val="solid"/>
        </a:ln>
        <a:effectLst/>
      </dgm:spPr>
      <dgm:t>
        <a:bodyPr/>
        <a:lstStyle/>
        <a:p>
          <a:endParaRPr lang="en-US"/>
        </a:p>
      </dgm:t>
    </dgm:pt>
    <dgm:pt modelId="{794BD854-E4BA-4BD0-8996-88D00296E3FC}" type="sibTrans" cxnId="{945A374F-BB38-4593-9517-67C0A6AE6355}">
      <dgm:prSet/>
      <dgm:spPr/>
      <dgm:t>
        <a:bodyPr/>
        <a:lstStyle/>
        <a:p>
          <a:endParaRPr lang="en-US"/>
        </a:p>
      </dgm:t>
    </dgm:pt>
    <dgm:pt modelId="{E51650F2-5325-4C87-8C48-A31C5A056977}" type="pres">
      <dgm:prSet presAssocID="{7B801307-CE49-48A6-B875-1DF97EAA6D01}" presName="hierChild1" presStyleCnt="0">
        <dgm:presLayoutVars>
          <dgm:chPref val="1"/>
          <dgm:dir/>
          <dgm:animOne val="branch"/>
          <dgm:animLvl val="lvl"/>
          <dgm:resizeHandles/>
        </dgm:presLayoutVars>
      </dgm:prSet>
      <dgm:spPr/>
    </dgm:pt>
    <dgm:pt modelId="{21440664-F21D-4712-83AC-ECE79C01C680}" type="pres">
      <dgm:prSet presAssocID="{E0A5259E-41F6-4659-81BA-B4AF446A31C3}" presName="hierRoot1" presStyleCnt="0"/>
      <dgm:spPr/>
    </dgm:pt>
    <dgm:pt modelId="{D402266D-6E2B-4CC8-B131-B5D58AFEB6A4}" type="pres">
      <dgm:prSet presAssocID="{E0A5259E-41F6-4659-81BA-B4AF446A31C3}" presName="composite" presStyleCnt="0"/>
      <dgm:spPr/>
    </dgm:pt>
    <dgm:pt modelId="{E00636BA-9BB6-4834-B4F9-B898DF9DF1BF}" type="pres">
      <dgm:prSet presAssocID="{E0A5259E-41F6-4659-81BA-B4AF446A31C3}" presName="background" presStyleLbl="node0" presStyleIdx="0" presStyleCnt="1"/>
      <dgm:spPr>
        <a:xfrm>
          <a:off x="4474259" y="1185401"/>
          <a:ext cx="1625790" cy="1032376"/>
        </a:xfrm>
        <a:prstGeom prst="roundRect">
          <a:avLst>
            <a:gd name="adj" fmla="val 10000"/>
          </a:avLst>
        </a:prstGeom>
        <a:solidFill>
          <a:srgbClr val="92D050"/>
        </a:solidFill>
        <a:ln w="22225" cap="flat" cmpd="sng" algn="ctr">
          <a:solidFill>
            <a:prstClr val="white">
              <a:hueOff val="0"/>
              <a:satOff val="0"/>
              <a:lumOff val="0"/>
              <a:alphaOff val="0"/>
            </a:prstClr>
          </a:solidFill>
          <a:prstDash val="solid"/>
        </a:ln>
        <a:effectLst/>
      </dgm:spPr>
    </dgm:pt>
    <dgm:pt modelId="{ED547C46-EAF4-4FE6-A1E6-D24D07004785}" type="pres">
      <dgm:prSet presAssocID="{E0A5259E-41F6-4659-81BA-B4AF446A31C3}" presName="text" presStyleLbl="fgAcc0" presStyleIdx="0" presStyleCnt="1">
        <dgm:presLayoutVars>
          <dgm:chPref val="3"/>
        </dgm:presLayoutVars>
      </dgm:prSet>
      <dgm:spPr/>
    </dgm:pt>
    <dgm:pt modelId="{AF0030FE-078C-438A-B212-EAFCA9BC8233}" type="pres">
      <dgm:prSet presAssocID="{E0A5259E-41F6-4659-81BA-B4AF446A31C3}" presName="hierChild2" presStyleCnt="0"/>
      <dgm:spPr/>
    </dgm:pt>
    <dgm:pt modelId="{CAFF84E9-68AD-4800-B2A1-909B87FDADCE}" type="pres">
      <dgm:prSet presAssocID="{B76EC083-DFA4-4D8B-BBE7-95D70A231735}" presName="Name10" presStyleLbl="parChTrans1D2" presStyleIdx="0" presStyleCnt="2"/>
      <dgm:spPr/>
    </dgm:pt>
    <dgm:pt modelId="{F169C3E5-BDAF-46F1-B930-E65277A18489}" type="pres">
      <dgm:prSet presAssocID="{7A325A8F-CD63-4CF6-BEE5-B597899FCA4B}" presName="hierRoot2" presStyleCnt="0"/>
      <dgm:spPr/>
    </dgm:pt>
    <dgm:pt modelId="{A4670589-0517-4586-B06F-00AB22CF7DA6}" type="pres">
      <dgm:prSet presAssocID="{7A325A8F-CD63-4CF6-BEE5-B597899FCA4B}" presName="composite2" presStyleCnt="0"/>
      <dgm:spPr/>
    </dgm:pt>
    <dgm:pt modelId="{877150CE-1506-4FF7-B0C8-E168C826700B}" type="pres">
      <dgm:prSet presAssocID="{7A325A8F-CD63-4CF6-BEE5-B597899FCA4B}" presName="background2" presStyleLbl="node2" presStyleIdx="0" presStyleCnt="2"/>
      <dgm:spPr>
        <a:xfrm>
          <a:off x="1990413" y="2690612"/>
          <a:ext cx="1625790" cy="1032376"/>
        </a:xfrm>
        <a:prstGeom prst="roundRect">
          <a:avLst>
            <a:gd name="adj" fmla="val 10000"/>
          </a:avLst>
        </a:prstGeom>
        <a:solidFill>
          <a:srgbClr val="5EC795">
            <a:hueOff val="0"/>
            <a:satOff val="0"/>
            <a:lumOff val="0"/>
            <a:alphaOff val="0"/>
          </a:srgbClr>
        </a:solidFill>
        <a:ln w="22225" cap="flat" cmpd="sng" algn="ctr">
          <a:solidFill>
            <a:sysClr val="window" lastClr="FFFFFF">
              <a:hueOff val="0"/>
              <a:satOff val="0"/>
              <a:lumOff val="0"/>
              <a:alphaOff val="0"/>
            </a:sysClr>
          </a:solidFill>
          <a:prstDash val="solid"/>
        </a:ln>
        <a:effectLst/>
      </dgm:spPr>
    </dgm:pt>
    <dgm:pt modelId="{54E502FF-189E-4B43-8B4D-DE4009B0989C}" type="pres">
      <dgm:prSet presAssocID="{7A325A8F-CD63-4CF6-BEE5-B597899FCA4B}" presName="text2" presStyleLbl="fgAcc2" presStyleIdx="0" presStyleCnt="2">
        <dgm:presLayoutVars>
          <dgm:chPref val="3"/>
        </dgm:presLayoutVars>
      </dgm:prSet>
      <dgm:spPr/>
    </dgm:pt>
    <dgm:pt modelId="{4FC155FF-F6C6-43B9-A769-303BB535722F}" type="pres">
      <dgm:prSet presAssocID="{7A325A8F-CD63-4CF6-BEE5-B597899FCA4B}" presName="hierChild3" presStyleCnt="0"/>
      <dgm:spPr/>
    </dgm:pt>
    <dgm:pt modelId="{EBB3C75C-8CA6-4ACE-832D-5804DF2B609C}" type="pres">
      <dgm:prSet presAssocID="{9F4BF4A3-F1F7-4756-959B-B241AA9CE4D6}" presName="Name17" presStyleLbl="parChTrans1D3" presStyleIdx="0" presStyleCnt="5"/>
      <dgm:spPr>
        <a:xfrm>
          <a:off x="773131" y="3200680"/>
          <a:ext cx="1882151" cy="447866"/>
        </a:xfrm>
        <a:custGeom>
          <a:avLst/>
          <a:gdLst/>
          <a:ahLst/>
          <a:cxnLst/>
          <a:rect l="0" t="0" r="0" b="0"/>
          <a:pathLst>
            <a:path>
              <a:moveTo>
                <a:pt x="1882151" y="0"/>
              </a:moveTo>
              <a:lnTo>
                <a:pt x="1882151" y="305207"/>
              </a:lnTo>
              <a:lnTo>
                <a:pt x="0" y="305207"/>
              </a:lnTo>
              <a:lnTo>
                <a:pt x="0" y="447866"/>
              </a:lnTo>
            </a:path>
          </a:pathLst>
        </a:custGeom>
      </dgm:spPr>
    </dgm:pt>
    <dgm:pt modelId="{047FCA25-3BF3-425F-BCCF-114C59650522}" type="pres">
      <dgm:prSet presAssocID="{86C50E28-1961-4B26-98C4-969F8B1B764F}" presName="hierRoot3" presStyleCnt="0"/>
      <dgm:spPr/>
    </dgm:pt>
    <dgm:pt modelId="{0D40AEDA-65C1-4E41-AA07-43A3BF229521}" type="pres">
      <dgm:prSet presAssocID="{86C50E28-1961-4B26-98C4-969F8B1B764F}" presName="composite3" presStyleCnt="0"/>
      <dgm:spPr/>
    </dgm:pt>
    <dgm:pt modelId="{FEE6B1F7-E40A-4652-866C-1B42912FDB91}" type="pres">
      <dgm:prSet presAssocID="{86C50E28-1961-4B26-98C4-969F8B1B764F}" presName="background3" presStyleLbl="node3" presStyleIdx="0" presStyleCnt="5"/>
      <dgm:spPr>
        <a:xfrm>
          <a:off x="3336" y="4195823"/>
          <a:ext cx="1625790" cy="1032376"/>
        </a:xfrm>
        <a:prstGeom prst="roundRect">
          <a:avLst>
            <a:gd name="adj" fmla="val 10000"/>
          </a:avLst>
        </a:prstGeom>
        <a:solidFill>
          <a:srgbClr val="5EC795">
            <a:hueOff val="0"/>
            <a:satOff val="0"/>
            <a:lumOff val="0"/>
            <a:alphaOff val="0"/>
          </a:srgbClr>
        </a:solidFill>
        <a:ln w="22225" cap="flat" cmpd="sng" algn="ctr">
          <a:solidFill>
            <a:prstClr val="white">
              <a:hueOff val="0"/>
              <a:satOff val="0"/>
              <a:lumOff val="0"/>
              <a:alphaOff val="0"/>
            </a:prstClr>
          </a:solidFill>
          <a:prstDash val="solid"/>
        </a:ln>
        <a:effectLst/>
      </dgm:spPr>
    </dgm:pt>
    <dgm:pt modelId="{CA1F5F0D-301A-4634-B38E-1C023E293A28}" type="pres">
      <dgm:prSet presAssocID="{86C50E28-1961-4B26-98C4-969F8B1B764F}" presName="text3" presStyleLbl="fgAcc3" presStyleIdx="0" presStyleCnt="5">
        <dgm:presLayoutVars>
          <dgm:chPref val="3"/>
        </dgm:presLayoutVars>
      </dgm:prSet>
      <dgm:spPr>
        <a:xfrm>
          <a:off x="174264" y="3811096"/>
          <a:ext cx="1539942" cy="977863"/>
        </a:xfrm>
        <a:prstGeom prst="roundRect">
          <a:avLst>
            <a:gd name="adj" fmla="val 10000"/>
          </a:avLst>
        </a:prstGeom>
      </dgm:spPr>
    </dgm:pt>
    <dgm:pt modelId="{7364934B-245D-4630-9AD5-2C135DE1856F}" type="pres">
      <dgm:prSet presAssocID="{86C50E28-1961-4B26-98C4-969F8B1B764F}" presName="hierChild4" presStyleCnt="0"/>
      <dgm:spPr/>
    </dgm:pt>
    <dgm:pt modelId="{DE28A2EE-C62A-43DD-8050-91B21061EB70}" type="pres">
      <dgm:prSet presAssocID="{CEB0761D-4A76-48D0-AA9C-8C37FA078788}" presName="Name17" presStyleLbl="parChTrans1D3" presStyleIdx="1" presStyleCnt="5"/>
      <dgm:spPr>
        <a:xfrm>
          <a:off x="2609563" y="3200680"/>
          <a:ext cx="91440" cy="447866"/>
        </a:xfrm>
        <a:custGeom>
          <a:avLst/>
          <a:gdLst/>
          <a:ahLst/>
          <a:cxnLst/>
          <a:rect l="0" t="0" r="0" b="0"/>
          <a:pathLst>
            <a:path>
              <a:moveTo>
                <a:pt x="45720" y="0"/>
              </a:moveTo>
              <a:lnTo>
                <a:pt x="45720" y="447866"/>
              </a:lnTo>
            </a:path>
          </a:pathLst>
        </a:custGeom>
      </dgm:spPr>
    </dgm:pt>
    <dgm:pt modelId="{00703F61-7501-4C59-B524-ECCD929E0BDE}" type="pres">
      <dgm:prSet presAssocID="{B3DBFC18-7D6C-459F-B98E-6B4C25C25F24}" presName="hierRoot3" presStyleCnt="0"/>
      <dgm:spPr/>
    </dgm:pt>
    <dgm:pt modelId="{AAF6A243-F376-43FE-B2D4-E0D791A37F0E}" type="pres">
      <dgm:prSet presAssocID="{B3DBFC18-7D6C-459F-B98E-6B4C25C25F24}" presName="composite3" presStyleCnt="0"/>
      <dgm:spPr/>
    </dgm:pt>
    <dgm:pt modelId="{C1D03790-1868-4C7E-847E-D14B1997074B}" type="pres">
      <dgm:prSet presAssocID="{B3DBFC18-7D6C-459F-B98E-6B4C25C25F24}" presName="background3" presStyleLbl="node3" presStyleIdx="1" presStyleCnt="5"/>
      <dgm:spPr>
        <a:xfrm>
          <a:off x="1990413" y="4195823"/>
          <a:ext cx="1625790" cy="1032376"/>
        </a:xfrm>
        <a:prstGeom prst="roundRect">
          <a:avLst>
            <a:gd name="adj" fmla="val 10000"/>
          </a:avLst>
        </a:prstGeom>
        <a:solidFill>
          <a:srgbClr val="5EC795">
            <a:hueOff val="0"/>
            <a:satOff val="0"/>
            <a:lumOff val="0"/>
            <a:alphaOff val="0"/>
          </a:srgbClr>
        </a:solidFill>
        <a:ln w="22225" cap="flat" cmpd="sng" algn="ctr">
          <a:solidFill>
            <a:prstClr val="white">
              <a:hueOff val="0"/>
              <a:satOff val="0"/>
              <a:lumOff val="0"/>
              <a:alphaOff val="0"/>
            </a:prstClr>
          </a:solidFill>
          <a:prstDash val="solid"/>
        </a:ln>
        <a:effectLst/>
      </dgm:spPr>
    </dgm:pt>
    <dgm:pt modelId="{113D8BD1-9DCB-4CAF-93E1-326B489FD8AE}" type="pres">
      <dgm:prSet presAssocID="{B3DBFC18-7D6C-459F-B98E-6B4C25C25F24}" presName="text3" presStyleLbl="fgAcc3" presStyleIdx="1" presStyleCnt="5">
        <dgm:presLayoutVars>
          <dgm:chPref val="3"/>
        </dgm:presLayoutVars>
      </dgm:prSet>
      <dgm:spPr>
        <a:xfrm>
          <a:off x="2056416" y="3811096"/>
          <a:ext cx="1539942" cy="977863"/>
        </a:xfrm>
        <a:prstGeom prst="roundRect">
          <a:avLst>
            <a:gd name="adj" fmla="val 10000"/>
          </a:avLst>
        </a:prstGeom>
      </dgm:spPr>
    </dgm:pt>
    <dgm:pt modelId="{C5F95D4F-A054-423E-ADC8-981018682CA2}" type="pres">
      <dgm:prSet presAssocID="{B3DBFC18-7D6C-459F-B98E-6B4C25C25F24}" presName="hierChild4" presStyleCnt="0"/>
      <dgm:spPr/>
    </dgm:pt>
    <dgm:pt modelId="{F3381AC4-83E8-405A-B85D-E3A200F2AB1E}" type="pres">
      <dgm:prSet presAssocID="{179767CE-1AB3-49A8-BD0B-0C64FB322CDB}" presName="Name17" presStyleLbl="parChTrans1D3" presStyleIdx="2" presStyleCnt="5"/>
      <dgm:spPr>
        <a:xfrm>
          <a:off x="2655283" y="3200680"/>
          <a:ext cx="1882151" cy="447866"/>
        </a:xfrm>
        <a:custGeom>
          <a:avLst/>
          <a:gdLst/>
          <a:ahLst/>
          <a:cxnLst/>
          <a:rect l="0" t="0" r="0" b="0"/>
          <a:pathLst>
            <a:path>
              <a:moveTo>
                <a:pt x="0" y="0"/>
              </a:moveTo>
              <a:lnTo>
                <a:pt x="0" y="305207"/>
              </a:lnTo>
              <a:lnTo>
                <a:pt x="1882151" y="305207"/>
              </a:lnTo>
              <a:lnTo>
                <a:pt x="1882151" y="447866"/>
              </a:lnTo>
            </a:path>
          </a:pathLst>
        </a:custGeom>
      </dgm:spPr>
    </dgm:pt>
    <dgm:pt modelId="{6DE40F5E-B70C-44F2-84F9-24D3006A0812}" type="pres">
      <dgm:prSet presAssocID="{01D30B48-5796-4727-8AB4-8728E5D3522B}" presName="hierRoot3" presStyleCnt="0"/>
      <dgm:spPr/>
    </dgm:pt>
    <dgm:pt modelId="{C1F29B7A-9FF5-435A-BAB5-D5D181345A9F}" type="pres">
      <dgm:prSet presAssocID="{01D30B48-5796-4727-8AB4-8728E5D3522B}" presName="composite3" presStyleCnt="0"/>
      <dgm:spPr/>
    </dgm:pt>
    <dgm:pt modelId="{2ED9699D-EEF4-41FC-9FBD-9A0E91A436D9}" type="pres">
      <dgm:prSet presAssocID="{01D30B48-5796-4727-8AB4-8728E5D3522B}" presName="background3" presStyleLbl="node3" presStyleIdx="2" presStyleCnt="5"/>
      <dgm:spPr>
        <a:xfrm>
          <a:off x="3977490" y="4195823"/>
          <a:ext cx="1625790" cy="1032376"/>
        </a:xfrm>
        <a:prstGeom prst="roundRect">
          <a:avLst>
            <a:gd name="adj" fmla="val 10000"/>
          </a:avLst>
        </a:prstGeom>
        <a:solidFill>
          <a:srgbClr val="5EC795">
            <a:hueOff val="0"/>
            <a:satOff val="0"/>
            <a:lumOff val="0"/>
            <a:alphaOff val="0"/>
          </a:srgbClr>
        </a:solidFill>
        <a:ln w="22225" cap="flat" cmpd="sng" algn="ctr">
          <a:solidFill>
            <a:prstClr val="white">
              <a:hueOff val="0"/>
              <a:satOff val="0"/>
              <a:lumOff val="0"/>
              <a:alphaOff val="0"/>
            </a:prstClr>
          </a:solidFill>
          <a:prstDash val="solid"/>
        </a:ln>
        <a:effectLst/>
      </dgm:spPr>
    </dgm:pt>
    <dgm:pt modelId="{D2D86782-E476-4315-9D90-01B9188D9A6A}" type="pres">
      <dgm:prSet presAssocID="{01D30B48-5796-4727-8AB4-8728E5D3522B}" presName="text3" presStyleLbl="fgAcc3" presStyleIdx="2" presStyleCnt="5">
        <dgm:presLayoutVars>
          <dgm:chPref val="3"/>
        </dgm:presLayoutVars>
      </dgm:prSet>
      <dgm:spPr>
        <a:xfrm>
          <a:off x="3938568" y="3811096"/>
          <a:ext cx="1539942" cy="977863"/>
        </a:xfrm>
        <a:prstGeom prst="roundRect">
          <a:avLst>
            <a:gd name="adj" fmla="val 10000"/>
          </a:avLst>
        </a:prstGeom>
      </dgm:spPr>
    </dgm:pt>
    <dgm:pt modelId="{E92C7AC3-E89C-4DD3-969E-3C04A443CC1D}" type="pres">
      <dgm:prSet presAssocID="{01D30B48-5796-4727-8AB4-8728E5D3522B}" presName="hierChild4" presStyleCnt="0"/>
      <dgm:spPr/>
    </dgm:pt>
    <dgm:pt modelId="{872B6060-F4E4-4CA9-A0FD-939830BD3B41}" type="pres">
      <dgm:prSet presAssocID="{23B2C1B2-833D-4F04-BAB7-2C51366308F1}" presName="Name10" presStyleLbl="parChTrans1D2" presStyleIdx="1" presStyleCnt="2"/>
      <dgm:spPr>
        <a:xfrm>
          <a:off x="5007972" y="1774950"/>
          <a:ext cx="2352689" cy="447866"/>
        </a:xfrm>
        <a:custGeom>
          <a:avLst/>
          <a:gdLst/>
          <a:ahLst/>
          <a:cxnLst/>
          <a:rect l="0" t="0" r="0" b="0"/>
          <a:pathLst>
            <a:path>
              <a:moveTo>
                <a:pt x="0" y="0"/>
              </a:moveTo>
              <a:lnTo>
                <a:pt x="0" y="305207"/>
              </a:lnTo>
              <a:lnTo>
                <a:pt x="2352689" y="305207"/>
              </a:lnTo>
              <a:lnTo>
                <a:pt x="2352689" y="447866"/>
              </a:lnTo>
            </a:path>
          </a:pathLst>
        </a:custGeom>
      </dgm:spPr>
    </dgm:pt>
    <dgm:pt modelId="{0AD5B418-5E08-42DA-96D6-B22667938D13}" type="pres">
      <dgm:prSet presAssocID="{5A25BD11-CAE5-4D08-8D79-F4D231CEC518}" presName="hierRoot2" presStyleCnt="0"/>
      <dgm:spPr/>
    </dgm:pt>
    <dgm:pt modelId="{BA9AD3BB-BA5A-40CD-86ED-346DBC427CD2}" type="pres">
      <dgm:prSet presAssocID="{5A25BD11-CAE5-4D08-8D79-F4D231CEC518}" presName="composite2" presStyleCnt="0"/>
      <dgm:spPr/>
    </dgm:pt>
    <dgm:pt modelId="{62E72D48-D2F6-4274-9D8E-AC1B943AF0BC}" type="pres">
      <dgm:prSet presAssocID="{5A25BD11-CAE5-4D08-8D79-F4D231CEC518}" presName="background2" presStyleLbl="node2" presStyleIdx="1" presStyleCnt="2"/>
      <dgm:spPr>
        <a:xfrm>
          <a:off x="6958106" y="2690612"/>
          <a:ext cx="1625790" cy="1032376"/>
        </a:xfrm>
        <a:prstGeom prst="roundRect">
          <a:avLst>
            <a:gd name="adj" fmla="val 10000"/>
          </a:avLst>
        </a:prstGeom>
        <a:solidFill>
          <a:srgbClr val="4DADCF">
            <a:hueOff val="0"/>
            <a:satOff val="0"/>
            <a:lumOff val="0"/>
            <a:alphaOff val="0"/>
          </a:srgbClr>
        </a:solidFill>
        <a:ln w="22225" cap="flat" cmpd="sng" algn="ctr">
          <a:solidFill>
            <a:prstClr val="white">
              <a:hueOff val="0"/>
              <a:satOff val="0"/>
              <a:lumOff val="0"/>
              <a:alphaOff val="0"/>
            </a:prstClr>
          </a:solidFill>
          <a:prstDash val="solid"/>
        </a:ln>
        <a:effectLst/>
      </dgm:spPr>
    </dgm:pt>
    <dgm:pt modelId="{D682DDB7-0493-4D3B-BE9F-F3B77EC84507}" type="pres">
      <dgm:prSet presAssocID="{5A25BD11-CAE5-4D08-8D79-F4D231CEC518}" presName="text2" presStyleLbl="fgAcc2" presStyleIdx="1" presStyleCnt="2">
        <dgm:presLayoutVars>
          <dgm:chPref val="3"/>
        </dgm:presLayoutVars>
      </dgm:prSet>
      <dgm:spPr>
        <a:xfrm>
          <a:off x="6761795" y="2385366"/>
          <a:ext cx="1539942" cy="977863"/>
        </a:xfrm>
        <a:prstGeom prst="roundRect">
          <a:avLst>
            <a:gd name="adj" fmla="val 10000"/>
          </a:avLst>
        </a:prstGeom>
      </dgm:spPr>
    </dgm:pt>
    <dgm:pt modelId="{C29A6606-EBD5-43A6-A371-C46FCB254BC1}" type="pres">
      <dgm:prSet presAssocID="{5A25BD11-CAE5-4D08-8D79-F4D231CEC518}" presName="hierChild3" presStyleCnt="0"/>
      <dgm:spPr/>
    </dgm:pt>
    <dgm:pt modelId="{F823274A-F718-4A8C-B548-2165A0FC6078}" type="pres">
      <dgm:prSet presAssocID="{B10510E8-F2E9-4397-8C1C-5C946CA89D6D}" presName="Name17" presStyleLbl="parChTrans1D3" presStyleIdx="3" presStyleCnt="5"/>
      <dgm:spPr/>
    </dgm:pt>
    <dgm:pt modelId="{408C70C8-5B02-47E6-90A6-9B3A354A672F}" type="pres">
      <dgm:prSet presAssocID="{4B5A1655-227B-46D1-852C-BEBB3461D737}" presName="hierRoot3" presStyleCnt="0"/>
      <dgm:spPr/>
    </dgm:pt>
    <dgm:pt modelId="{FFBCF40B-31FD-4686-8045-C91DFBE6E7B9}" type="pres">
      <dgm:prSet presAssocID="{4B5A1655-227B-46D1-852C-BEBB3461D737}" presName="composite3" presStyleCnt="0"/>
      <dgm:spPr/>
    </dgm:pt>
    <dgm:pt modelId="{A8CB4F81-FF69-4A0B-A27B-1946FB954873}" type="pres">
      <dgm:prSet presAssocID="{4B5A1655-227B-46D1-852C-BEBB3461D737}" presName="background3" presStyleLbl="node3" presStyleIdx="3" presStyleCnt="5"/>
      <dgm:spPr>
        <a:xfrm>
          <a:off x="5964567" y="4195823"/>
          <a:ext cx="1625790" cy="1032376"/>
        </a:xfrm>
        <a:prstGeom prst="roundRect">
          <a:avLst>
            <a:gd name="adj" fmla="val 10000"/>
          </a:avLst>
        </a:prstGeom>
        <a:solidFill>
          <a:srgbClr val="4DADCF">
            <a:hueOff val="0"/>
            <a:satOff val="0"/>
            <a:lumOff val="0"/>
            <a:alphaOff val="0"/>
          </a:srgbClr>
        </a:solidFill>
        <a:ln w="22225" cap="flat" cmpd="sng" algn="ctr">
          <a:solidFill>
            <a:sysClr val="window" lastClr="FFFFFF">
              <a:hueOff val="0"/>
              <a:satOff val="0"/>
              <a:lumOff val="0"/>
              <a:alphaOff val="0"/>
            </a:sysClr>
          </a:solidFill>
          <a:prstDash val="solid"/>
        </a:ln>
        <a:effectLst/>
      </dgm:spPr>
    </dgm:pt>
    <dgm:pt modelId="{1DE0426A-7448-4AB8-8E25-565FFF7964D5}" type="pres">
      <dgm:prSet presAssocID="{4B5A1655-227B-46D1-852C-BEBB3461D737}" presName="text3" presStyleLbl="fgAcc3" presStyleIdx="3" presStyleCnt="5">
        <dgm:presLayoutVars>
          <dgm:chPref val="3"/>
        </dgm:presLayoutVars>
      </dgm:prSet>
      <dgm:spPr/>
    </dgm:pt>
    <dgm:pt modelId="{7C522A19-DA00-48AE-ADBF-AE92F3E87A08}" type="pres">
      <dgm:prSet presAssocID="{4B5A1655-227B-46D1-852C-BEBB3461D737}" presName="hierChild4" presStyleCnt="0"/>
      <dgm:spPr/>
    </dgm:pt>
    <dgm:pt modelId="{19CBEAFA-F720-4FF8-85C3-EE952442044F}" type="pres">
      <dgm:prSet presAssocID="{E1EE9B28-4BFF-4D2B-BDE2-06F611981674}" presName="Name17" presStyleLbl="parChTrans1D3" presStyleIdx="4" presStyleCnt="5"/>
      <dgm:spPr/>
    </dgm:pt>
    <dgm:pt modelId="{1D4F52BF-21B5-433C-86E4-E908256700E8}" type="pres">
      <dgm:prSet presAssocID="{E9548930-E6EE-4228-815E-98D2EB40A014}" presName="hierRoot3" presStyleCnt="0"/>
      <dgm:spPr/>
    </dgm:pt>
    <dgm:pt modelId="{70B36D01-396B-41E5-A6BE-47B37A989468}" type="pres">
      <dgm:prSet presAssocID="{E9548930-E6EE-4228-815E-98D2EB40A014}" presName="composite3" presStyleCnt="0"/>
      <dgm:spPr/>
    </dgm:pt>
    <dgm:pt modelId="{2FC3F9B4-A260-4EAD-9451-1A57ADE6FB08}" type="pres">
      <dgm:prSet presAssocID="{E9548930-E6EE-4228-815E-98D2EB40A014}" presName="background3" presStyleLbl="node3" presStyleIdx="4" presStyleCnt="5"/>
      <dgm:spPr>
        <a:xfrm>
          <a:off x="7951644" y="4195823"/>
          <a:ext cx="1625790" cy="1032376"/>
        </a:xfrm>
        <a:prstGeom prst="roundRect">
          <a:avLst>
            <a:gd name="adj" fmla="val 10000"/>
          </a:avLst>
        </a:prstGeom>
        <a:solidFill>
          <a:srgbClr val="4DADCF">
            <a:hueOff val="0"/>
            <a:satOff val="0"/>
            <a:lumOff val="0"/>
            <a:alphaOff val="0"/>
          </a:srgbClr>
        </a:solidFill>
        <a:ln w="22225" cap="flat" cmpd="sng" algn="ctr">
          <a:solidFill>
            <a:sysClr val="window" lastClr="FFFFFF">
              <a:hueOff val="0"/>
              <a:satOff val="0"/>
              <a:lumOff val="0"/>
              <a:alphaOff val="0"/>
            </a:sysClr>
          </a:solidFill>
          <a:prstDash val="solid"/>
        </a:ln>
        <a:effectLst/>
      </dgm:spPr>
    </dgm:pt>
    <dgm:pt modelId="{338D459D-7F9E-4A63-AE8E-6B3ED42F6687}" type="pres">
      <dgm:prSet presAssocID="{E9548930-E6EE-4228-815E-98D2EB40A014}" presName="text3" presStyleLbl="fgAcc3" presStyleIdx="4" presStyleCnt="5">
        <dgm:presLayoutVars>
          <dgm:chPref val="3"/>
        </dgm:presLayoutVars>
      </dgm:prSet>
      <dgm:spPr/>
    </dgm:pt>
    <dgm:pt modelId="{B43046C5-7BDF-4BCB-938A-F5646D4E1D2A}" type="pres">
      <dgm:prSet presAssocID="{E9548930-E6EE-4228-815E-98D2EB40A014}" presName="hierChild4" presStyleCnt="0"/>
      <dgm:spPr/>
    </dgm:pt>
  </dgm:ptLst>
  <dgm:cxnLst>
    <dgm:cxn modelId="{310A1D0E-FFF3-40A2-BFFD-DB6A8CE82597}" srcId="{7A325A8F-CD63-4CF6-BEE5-B597899FCA4B}" destId="{86C50E28-1961-4B26-98C4-969F8B1B764F}" srcOrd="0" destOrd="0" parTransId="{9F4BF4A3-F1F7-4756-959B-B241AA9CE4D6}" sibTransId="{9B825252-6981-4AF7-B110-BE8BF88BDE51}"/>
    <dgm:cxn modelId="{BF55C116-8850-47F0-B1A4-5CD6E6415983}" srcId="{5A25BD11-CAE5-4D08-8D79-F4D231CEC518}" destId="{E9548930-E6EE-4228-815E-98D2EB40A014}" srcOrd="1" destOrd="0" parTransId="{E1EE9B28-4BFF-4D2B-BDE2-06F611981674}" sibTransId="{A170F6BE-73C8-4AE4-AD68-2B9981612EC9}"/>
    <dgm:cxn modelId="{03C3F223-4CFC-4544-81A3-2F0F1CF31C26}" type="presOf" srcId="{4B5A1655-227B-46D1-852C-BEBB3461D737}" destId="{1DE0426A-7448-4AB8-8E25-565FFF7964D5}" srcOrd="0" destOrd="0" presId="urn:microsoft.com/office/officeart/2005/8/layout/hierarchy1"/>
    <dgm:cxn modelId="{025ABC63-4F27-4DA6-86FC-F53BBA104558}" srcId="{7B801307-CE49-48A6-B875-1DF97EAA6D01}" destId="{E0A5259E-41F6-4659-81BA-B4AF446A31C3}" srcOrd="0" destOrd="0" parTransId="{D6B24DC1-0B0A-43F6-AADF-BBFD521F8433}" sibTransId="{A6EA178E-8B38-4A4C-A885-8A59635952D0}"/>
    <dgm:cxn modelId="{F0B5EC43-1BE8-443C-9788-C7DC6E95FAAE}" type="presOf" srcId="{B10510E8-F2E9-4397-8C1C-5C946CA89D6D}" destId="{F823274A-F718-4A8C-B548-2165A0FC6078}" srcOrd="0" destOrd="0" presId="urn:microsoft.com/office/officeart/2005/8/layout/hierarchy1"/>
    <dgm:cxn modelId="{945A374F-BB38-4593-9517-67C0A6AE6355}" srcId="{E0A5259E-41F6-4659-81BA-B4AF446A31C3}" destId="{7A325A8F-CD63-4CF6-BEE5-B597899FCA4B}" srcOrd="0" destOrd="0" parTransId="{B76EC083-DFA4-4D8B-BBE7-95D70A231735}" sibTransId="{794BD854-E4BA-4BD0-8996-88D00296E3FC}"/>
    <dgm:cxn modelId="{D22FD94F-E1FC-43B9-8571-33E44031B818}" type="presOf" srcId="{CEB0761D-4A76-48D0-AA9C-8C37FA078788}" destId="{DE28A2EE-C62A-43DD-8050-91B21061EB70}" srcOrd="0" destOrd="0" presId="urn:microsoft.com/office/officeart/2005/8/layout/hierarchy1"/>
    <dgm:cxn modelId="{21953750-4C34-4DC5-8AE1-AA9F4B5F943F}" type="presOf" srcId="{86C50E28-1961-4B26-98C4-969F8B1B764F}" destId="{CA1F5F0D-301A-4634-B38E-1C023E293A28}" srcOrd="0" destOrd="0" presId="urn:microsoft.com/office/officeart/2005/8/layout/hierarchy1"/>
    <dgm:cxn modelId="{F1741375-7ECA-4D70-AEF4-EBFAAF6DD2EE}" type="presOf" srcId="{5A25BD11-CAE5-4D08-8D79-F4D231CEC518}" destId="{D682DDB7-0493-4D3B-BE9F-F3B77EC84507}" srcOrd="0" destOrd="0" presId="urn:microsoft.com/office/officeart/2005/8/layout/hierarchy1"/>
    <dgm:cxn modelId="{3478C676-5E4A-4F04-9B5B-DF201CDF7594}" type="presOf" srcId="{9F4BF4A3-F1F7-4756-959B-B241AA9CE4D6}" destId="{EBB3C75C-8CA6-4ACE-832D-5804DF2B609C}" srcOrd="0" destOrd="0" presId="urn:microsoft.com/office/officeart/2005/8/layout/hierarchy1"/>
    <dgm:cxn modelId="{8BAC3083-7E1B-4A1A-A544-52DB9F59804B}" type="presOf" srcId="{E1EE9B28-4BFF-4D2B-BDE2-06F611981674}" destId="{19CBEAFA-F720-4FF8-85C3-EE952442044F}" srcOrd="0" destOrd="0" presId="urn:microsoft.com/office/officeart/2005/8/layout/hierarchy1"/>
    <dgm:cxn modelId="{EE88F583-7162-4B39-A754-D46362183B80}" srcId="{7A325A8F-CD63-4CF6-BEE5-B597899FCA4B}" destId="{B3DBFC18-7D6C-459F-B98E-6B4C25C25F24}" srcOrd="1" destOrd="0" parTransId="{CEB0761D-4A76-48D0-AA9C-8C37FA078788}" sibTransId="{941FDC00-B83B-4D7A-A231-57792E9DDA66}"/>
    <dgm:cxn modelId="{821D238F-CC1B-48BD-966A-B01A6356EB0C}" type="presOf" srcId="{B76EC083-DFA4-4D8B-BBE7-95D70A231735}" destId="{CAFF84E9-68AD-4800-B2A1-909B87FDADCE}" srcOrd="0" destOrd="0" presId="urn:microsoft.com/office/officeart/2005/8/layout/hierarchy1"/>
    <dgm:cxn modelId="{B377C48F-F27D-42BC-8326-E9ACEBAC719D}" type="presOf" srcId="{B3DBFC18-7D6C-459F-B98E-6B4C25C25F24}" destId="{113D8BD1-9DCB-4CAF-93E1-326B489FD8AE}" srcOrd="0" destOrd="0" presId="urn:microsoft.com/office/officeart/2005/8/layout/hierarchy1"/>
    <dgm:cxn modelId="{D2242293-8AC4-4A4E-8CE9-9932A911B3C1}" type="presOf" srcId="{23B2C1B2-833D-4F04-BAB7-2C51366308F1}" destId="{872B6060-F4E4-4CA9-A0FD-939830BD3B41}" srcOrd="0" destOrd="0" presId="urn:microsoft.com/office/officeart/2005/8/layout/hierarchy1"/>
    <dgm:cxn modelId="{FDCE28A2-445C-464A-A854-09AAF578CAF2}" srcId="{7A325A8F-CD63-4CF6-BEE5-B597899FCA4B}" destId="{01D30B48-5796-4727-8AB4-8728E5D3522B}" srcOrd="2" destOrd="0" parTransId="{179767CE-1AB3-49A8-BD0B-0C64FB322CDB}" sibTransId="{724DE7FC-C924-4898-AA5C-3D42F076F3D0}"/>
    <dgm:cxn modelId="{5B05B3BA-126F-46B3-9049-AE782F6EDB5B}" type="presOf" srcId="{7A325A8F-CD63-4CF6-BEE5-B597899FCA4B}" destId="{54E502FF-189E-4B43-8B4D-DE4009B0989C}" srcOrd="0" destOrd="0" presId="urn:microsoft.com/office/officeart/2005/8/layout/hierarchy1"/>
    <dgm:cxn modelId="{0DA312BE-671F-4BD0-864E-C085DC054E0B}" srcId="{5A25BD11-CAE5-4D08-8D79-F4D231CEC518}" destId="{4B5A1655-227B-46D1-852C-BEBB3461D737}" srcOrd="0" destOrd="0" parTransId="{B10510E8-F2E9-4397-8C1C-5C946CA89D6D}" sibTransId="{E2C7ED9B-608B-4750-AA2B-5FD55F760B2B}"/>
    <dgm:cxn modelId="{B546EDC4-CFD5-4291-8EB3-9358FAAF3263}" srcId="{E0A5259E-41F6-4659-81BA-B4AF446A31C3}" destId="{5A25BD11-CAE5-4D08-8D79-F4D231CEC518}" srcOrd="1" destOrd="0" parTransId="{23B2C1B2-833D-4F04-BAB7-2C51366308F1}" sibTransId="{FF759857-E560-4A93-9A71-1A5DADFFF999}"/>
    <dgm:cxn modelId="{B11E91CA-301C-453E-9A4E-6CB9512B7ACE}" type="presOf" srcId="{7B801307-CE49-48A6-B875-1DF97EAA6D01}" destId="{E51650F2-5325-4C87-8C48-A31C5A056977}" srcOrd="0" destOrd="0" presId="urn:microsoft.com/office/officeart/2005/8/layout/hierarchy1"/>
    <dgm:cxn modelId="{B5B995CE-5C1F-4C1E-80AA-0A9C12D324EE}" type="presOf" srcId="{01D30B48-5796-4727-8AB4-8728E5D3522B}" destId="{D2D86782-E476-4315-9D90-01B9188D9A6A}" srcOrd="0" destOrd="0" presId="urn:microsoft.com/office/officeart/2005/8/layout/hierarchy1"/>
    <dgm:cxn modelId="{210822E2-EB07-47F5-9784-7693EDB2A19D}" type="presOf" srcId="{E9548930-E6EE-4228-815E-98D2EB40A014}" destId="{338D459D-7F9E-4A63-AE8E-6B3ED42F6687}" srcOrd="0" destOrd="0" presId="urn:microsoft.com/office/officeart/2005/8/layout/hierarchy1"/>
    <dgm:cxn modelId="{CFCD91E6-E6AB-4B90-95D5-F945B2E5F108}" type="presOf" srcId="{E0A5259E-41F6-4659-81BA-B4AF446A31C3}" destId="{ED547C46-EAF4-4FE6-A1E6-D24D07004785}" srcOrd="0" destOrd="0" presId="urn:microsoft.com/office/officeart/2005/8/layout/hierarchy1"/>
    <dgm:cxn modelId="{428FFDEB-BBCB-4F31-94C5-68CCB1379CC7}" type="presOf" srcId="{179767CE-1AB3-49A8-BD0B-0C64FB322CDB}" destId="{F3381AC4-83E8-405A-B85D-E3A200F2AB1E}" srcOrd="0" destOrd="0" presId="urn:microsoft.com/office/officeart/2005/8/layout/hierarchy1"/>
    <dgm:cxn modelId="{267FC9B9-B6EA-4219-B1A7-B37AAE6D10BB}" type="presParOf" srcId="{E51650F2-5325-4C87-8C48-A31C5A056977}" destId="{21440664-F21D-4712-83AC-ECE79C01C680}" srcOrd="0" destOrd="0" presId="urn:microsoft.com/office/officeart/2005/8/layout/hierarchy1"/>
    <dgm:cxn modelId="{10C77158-A537-4D1C-AC6A-2560F6BC975E}" type="presParOf" srcId="{21440664-F21D-4712-83AC-ECE79C01C680}" destId="{D402266D-6E2B-4CC8-B131-B5D58AFEB6A4}" srcOrd="0" destOrd="0" presId="urn:microsoft.com/office/officeart/2005/8/layout/hierarchy1"/>
    <dgm:cxn modelId="{97AD8072-9C9F-48C4-BDD3-50265326CB75}" type="presParOf" srcId="{D402266D-6E2B-4CC8-B131-B5D58AFEB6A4}" destId="{E00636BA-9BB6-4834-B4F9-B898DF9DF1BF}" srcOrd="0" destOrd="0" presId="urn:microsoft.com/office/officeart/2005/8/layout/hierarchy1"/>
    <dgm:cxn modelId="{E82034E4-BB24-41DE-A700-51F457108F9A}" type="presParOf" srcId="{D402266D-6E2B-4CC8-B131-B5D58AFEB6A4}" destId="{ED547C46-EAF4-4FE6-A1E6-D24D07004785}" srcOrd="1" destOrd="0" presId="urn:microsoft.com/office/officeart/2005/8/layout/hierarchy1"/>
    <dgm:cxn modelId="{BCBDB030-093F-4220-B190-BE3460440EF4}" type="presParOf" srcId="{21440664-F21D-4712-83AC-ECE79C01C680}" destId="{AF0030FE-078C-438A-B212-EAFCA9BC8233}" srcOrd="1" destOrd="0" presId="urn:microsoft.com/office/officeart/2005/8/layout/hierarchy1"/>
    <dgm:cxn modelId="{27BBEC05-3524-40AC-892B-CC7B1DE0A9AA}" type="presParOf" srcId="{AF0030FE-078C-438A-B212-EAFCA9BC8233}" destId="{CAFF84E9-68AD-4800-B2A1-909B87FDADCE}" srcOrd="0" destOrd="0" presId="urn:microsoft.com/office/officeart/2005/8/layout/hierarchy1"/>
    <dgm:cxn modelId="{EB1DDBE2-4984-434B-B031-41F3441D5035}" type="presParOf" srcId="{AF0030FE-078C-438A-B212-EAFCA9BC8233}" destId="{F169C3E5-BDAF-46F1-B930-E65277A18489}" srcOrd="1" destOrd="0" presId="urn:microsoft.com/office/officeart/2005/8/layout/hierarchy1"/>
    <dgm:cxn modelId="{93DB674C-B63A-4556-8482-F713D4FE59B5}" type="presParOf" srcId="{F169C3E5-BDAF-46F1-B930-E65277A18489}" destId="{A4670589-0517-4586-B06F-00AB22CF7DA6}" srcOrd="0" destOrd="0" presId="urn:microsoft.com/office/officeart/2005/8/layout/hierarchy1"/>
    <dgm:cxn modelId="{B15E2F50-63C1-4506-B0BF-8088C7CBD36C}" type="presParOf" srcId="{A4670589-0517-4586-B06F-00AB22CF7DA6}" destId="{877150CE-1506-4FF7-B0C8-E168C826700B}" srcOrd="0" destOrd="0" presId="urn:microsoft.com/office/officeart/2005/8/layout/hierarchy1"/>
    <dgm:cxn modelId="{132F11E9-B291-4058-89A8-A2A417FB81DC}" type="presParOf" srcId="{A4670589-0517-4586-B06F-00AB22CF7DA6}" destId="{54E502FF-189E-4B43-8B4D-DE4009B0989C}" srcOrd="1" destOrd="0" presId="urn:microsoft.com/office/officeart/2005/8/layout/hierarchy1"/>
    <dgm:cxn modelId="{E6EF8E3C-80B6-4935-B998-CDA975B9E7D4}" type="presParOf" srcId="{F169C3E5-BDAF-46F1-B930-E65277A18489}" destId="{4FC155FF-F6C6-43B9-A769-303BB535722F}" srcOrd="1" destOrd="0" presId="urn:microsoft.com/office/officeart/2005/8/layout/hierarchy1"/>
    <dgm:cxn modelId="{4538F643-2DF2-43E8-8F5B-F526D7C386B3}" type="presParOf" srcId="{4FC155FF-F6C6-43B9-A769-303BB535722F}" destId="{EBB3C75C-8CA6-4ACE-832D-5804DF2B609C}" srcOrd="0" destOrd="0" presId="urn:microsoft.com/office/officeart/2005/8/layout/hierarchy1"/>
    <dgm:cxn modelId="{370A9F24-B4DB-42FA-A5A5-2AD1CD6B71C1}" type="presParOf" srcId="{4FC155FF-F6C6-43B9-A769-303BB535722F}" destId="{047FCA25-3BF3-425F-BCCF-114C59650522}" srcOrd="1" destOrd="0" presId="urn:microsoft.com/office/officeart/2005/8/layout/hierarchy1"/>
    <dgm:cxn modelId="{0E58898F-E144-49A7-9399-E2FB4CFBBC6A}" type="presParOf" srcId="{047FCA25-3BF3-425F-BCCF-114C59650522}" destId="{0D40AEDA-65C1-4E41-AA07-43A3BF229521}" srcOrd="0" destOrd="0" presId="urn:microsoft.com/office/officeart/2005/8/layout/hierarchy1"/>
    <dgm:cxn modelId="{8D939BFF-DA78-4A2F-B26B-5F891EDE4611}" type="presParOf" srcId="{0D40AEDA-65C1-4E41-AA07-43A3BF229521}" destId="{FEE6B1F7-E40A-4652-866C-1B42912FDB91}" srcOrd="0" destOrd="0" presId="urn:microsoft.com/office/officeart/2005/8/layout/hierarchy1"/>
    <dgm:cxn modelId="{F7350A54-50EB-4AB0-83FA-DB4CF081DC60}" type="presParOf" srcId="{0D40AEDA-65C1-4E41-AA07-43A3BF229521}" destId="{CA1F5F0D-301A-4634-B38E-1C023E293A28}" srcOrd="1" destOrd="0" presId="urn:microsoft.com/office/officeart/2005/8/layout/hierarchy1"/>
    <dgm:cxn modelId="{FEE63F0D-E761-4630-B64C-8819421D81BD}" type="presParOf" srcId="{047FCA25-3BF3-425F-BCCF-114C59650522}" destId="{7364934B-245D-4630-9AD5-2C135DE1856F}" srcOrd="1" destOrd="0" presId="urn:microsoft.com/office/officeart/2005/8/layout/hierarchy1"/>
    <dgm:cxn modelId="{B0739D16-1998-464E-AF16-AD975364F889}" type="presParOf" srcId="{4FC155FF-F6C6-43B9-A769-303BB535722F}" destId="{DE28A2EE-C62A-43DD-8050-91B21061EB70}" srcOrd="2" destOrd="0" presId="urn:microsoft.com/office/officeart/2005/8/layout/hierarchy1"/>
    <dgm:cxn modelId="{03ECE98C-407D-443D-8B1A-17964476EEAC}" type="presParOf" srcId="{4FC155FF-F6C6-43B9-A769-303BB535722F}" destId="{00703F61-7501-4C59-B524-ECCD929E0BDE}" srcOrd="3" destOrd="0" presId="urn:microsoft.com/office/officeart/2005/8/layout/hierarchy1"/>
    <dgm:cxn modelId="{CB2415ED-99B5-4397-916F-3B3EE83A39B8}" type="presParOf" srcId="{00703F61-7501-4C59-B524-ECCD929E0BDE}" destId="{AAF6A243-F376-43FE-B2D4-E0D791A37F0E}" srcOrd="0" destOrd="0" presId="urn:microsoft.com/office/officeart/2005/8/layout/hierarchy1"/>
    <dgm:cxn modelId="{EE1B7D31-FDC7-4029-AB86-3D0C69C791D9}" type="presParOf" srcId="{AAF6A243-F376-43FE-B2D4-E0D791A37F0E}" destId="{C1D03790-1868-4C7E-847E-D14B1997074B}" srcOrd="0" destOrd="0" presId="urn:microsoft.com/office/officeart/2005/8/layout/hierarchy1"/>
    <dgm:cxn modelId="{3F360E64-8807-45BB-ACA5-C0A91214C0F2}" type="presParOf" srcId="{AAF6A243-F376-43FE-B2D4-E0D791A37F0E}" destId="{113D8BD1-9DCB-4CAF-93E1-326B489FD8AE}" srcOrd="1" destOrd="0" presId="urn:microsoft.com/office/officeart/2005/8/layout/hierarchy1"/>
    <dgm:cxn modelId="{3402A55D-010E-473A-B935-8418F2DC10BF}" type="presParOf" srcId="{00703F61-7501-4C59-B524-ECCD929E0BDE}" destId="{C5F95D4F-A054-423E-ADC8-981018682CA2}" srcOrd="1" destOrd="0" presId="urn:microsoft.com/office/officeart/2005/8/layout/hierarchy1"/>
    <dgm:cxn modelId="{0374CDF0-0427-4904-A098-A88E35A90BF4}" type="presParOf" srcId="{4FC155FF-F6C6-43B9-A769-303BB535722F}" destId="{F3381AC4-83E8-405A-B85D-E3A200F2AB1E}" srcOrd="4" destOrd="0" presId="urn:microsoft.com/office/officeart/2005/8/layout/hierarchy1"/>
    <dgm:cxn modelId="{B1751D71-F5B6-40E4-B48D-CA805B46BFD4}" type="presParOf" srcId="{4FC155FF-F6C6-43B9-A769-303BB535722F}" destId="{6DE40F5E-B70C-44F2-84F9-24D3006A0812}" srcOrd="5" destOrd="0" presId="urn:microsoft.com/office/officeart/2005/8/layout/hierarchy1"/>
    <dgm:cxn modelId="{0F3BE756-1667-4BED-B01F-E6E5A28FD1DC}" type="presParOf" srcId="{6DE40F5E-B70C-44F2-84F9-24D3006A0812}" destId="{C1F29B7A-9FF5-435A-BAB5-D5D181345A9F}" srcOrd="0" destOrd="0" presId="urn:microsoft.com/office/officeart/2005/8/layout/hierarchy1"/>
    <dgm:cxn modelId="{CA451FA0-07DD-424C-AEE9-B424EA7565CE}" type="presParOf" srcId="{C1F29B7A-9FF5-435A-BAB5-D5D181345A9F}" destId="{2ED9699D-EEF4-41FC-9FBD-9A0E91A436D9}" srcOrd="0" destOrd="0" presId="urn:microsoft.com/office/officeart/2005/8/layout/hierarchy1"/>
    <dgm:cxn modelId="{891A16D2-335E-45E1-8C2D-111ACB084970}" type="presParOf" srcId="{C1F29B7A-9FF5-435A-BAB5-D5D181345A9F}" destId="{D2D86782-E476-4315-9D90-01B9188D9A6A}" srcOrd="1" destOrd="0" presId="urn:microsoft.com/office/officeart/2005/8/layout/hierarchy1"/>
    <dgm:cxn modelId="{ACE82C99-8A7D-4E42-B67D-EF8D7CDF7EB5}" type="presParOf" srcId="{6DE40F5E-B70C-44F2-84F9-24D3006A0812}" destId="{E92C7AC3-E89C-4DD3-969E-3C04A443CC1D}" srcOrd="1" destOrd="0" presId="urn:microsoft.com/office/officeart/2005/8/layout/hierarchy1"/>
    <dgm:cxn modelId="{BD67A13B-F978-4CA6-9EBB-1BABEFAED478}" type="presParOf" srcId="{AF0030FE-078C-438A-B212-EAFCA9BC8233}" destId="{872B6060-F4E4-4CA9-A0FD-939830BD3B41}" srcOrd="2" destOrd="0" presId="urn:microsoft.com/office/officeart/2005/8/layout/hierarchy1"/>
    <dgm:cxn modelId="{8C30C457-2CC1-4E32-BBCC-A59D4AE11792}" type="presParOf" srcId="{AF0030FE-078C-438A-B212-EAFCA9BC8233}" destId="{0AD5B418-5E08-42DA-96D6-B22667938D13}" srcOrd="3" destOrd="0" presId="urn:microsoft.com/office/officeart/2005/8/layout/hierarchy1"/>
    <dgm:cxn modelId="{49C1CD7E-B8C9-44D7-844D-323034C60ED4}" type="presParOf" srcId="{0AD5B418-5E08-42DA-96D6-B22667938D13}" destId="{BA9AD3BB-BA5A-40CD-86ED-346DBC427CD2}" srcOrd="0" destOrd="0" presId="urn:microsoft.com/office/officeart/2005/8/layout/hierarchy1"/>
    <dgm:cxn modelId="{1E8769C6-1D24-4966-87FC-9B2CF71F041C}" type="presParOf" srcId="{BA9AD3BB-BA5A-40CD-86ED-346DBC427CD2}" destId="{62E72D48-D2F6-4274-9D8E-AC1B943AF0BC}" srcOrd="0" destOrd="0" presId="urn:microsoft.com/office/officeart/2005/8/layout/hierarchy1"/>
    <dgm:cxn modelId="{3E1FA2F9-78FA-4267-A847-C3B6F3FAB1D2}" type="presParOf" srcId="{BA9AD3BB-BA5A-40CD-86ED-346DBC427CD2}" destId="{D682DDB7-0493-4D3B-BE9F-F3B77EC84507}" srcOrd="1" destOrd="0" presId="urn:microsoft.com/office/officeart/2005/8/layout/hierarchy1"/>
    <dgm:cxn modelId="{5D2095E7-CEE7-4CC3-ADF7-023458F2B731}" type="presParOf" srcId="{0AD5B418-5E08-42DA-96D6-B22667938D13}" destId="{C29A6606-EBD5-43A6-A371-C46FCB254BC1}" srcOrd="1" destOrd="0" presId="urn:microsoft.com/office/officeart/2005/8/layout/hierarchy1"/>
    <dgm:cxn modelId="{840BD70C-A1F6-4203-9D08-26BF89669020}" type="presParOf" srcId="{C29A6606-EBD5-43A6-A371-C46FCB254BC1}" destId="{F823274A-F718-4A8C-B548-2165A0FC6078}" srcOrd="0" destOrd="0" presId="urn:microsoft.com/office/officeart/2005/8/layout/hierarchy1"/>
    <dgm:cxn modelId="{B002CD4F-8A5E-42AD-B8C4-48515D510DAC}" type="presParOf" srcId="{C29A6606-EBD5-43A6-A371-C46FCB254BC1}" destId="{408C70C8-5B02-47E6-90A6-9B3A354A672F}" srcOrd="1" destOrd="0" presId="urn:microsoft.com/office/officeart/2005/8/layout/hierarchy1"/>
    <dgm:cxn modelId="{2F7760C1-93D6-4B7C-8AFD-080663423B31}" type="presParOf" srcId="{408C70C8-5B02-47E6-90A6-9B3A354A672F}" destId="{FFBCF40B-31FD-4686-8045-C91DFBE6E7B9}" srcOrd="0" destOrd="0" presId="urn:microsoft.com/office/officeart/2005/8/layout/hierarchy1"/>
    <dgm:cxn modelId="{73864B7D-242F-4989-A949-26DAFCDA5F55}" type="presParOf" srcId="{FFBCF40B-31FD-4686-8045-C91DFBE6E7B9}" destId="{A8CB4F81-FF69-4A0B-A27B-1946FB954873}" srcOrd="0" destOrd="0" presId="urn:microsoft.com/office/officeart/2005/8/layout/hierarchy1"/>
    <dgm:cxn modelId="{DC51A0FB-E487-41D8-8B9E-5EFF9B51C1FC}" type="presParOf" srcId="{FFBCF40B-31FD-4686-8045-C91DFBE6E7B9}" destId="{1DE0426A-7448-4AB8-8E25-565FFF7964D5}" srcOrd="1" destOrd="0" presId="urn:microsoft.com/office/officeart/2005/8/layout/hierarchy1"/>
    <dgm:cxn modelId="{AC0CBCB4-CC87-4B39-A6FC-8957A49D74E3}" type="presParOf" srcId="{408C70C8-5B02-47E6-90A6-9B3A354A672F}" destId="{7C522A19-DA00-48AE-ADBF-AE92F3E87A08}" srcOrd="1" destOrd="0" presId="urn:microsoft.com/office/officeart/2005/8/layout/hierarchy1"/>
    <dgm:cxn modelId="{93420BA6-961E-4C22-8328-91EC520434C4}" type="presParOf" srcId="{C29A6606-EBD5-43A6-A371-C46FCB254BC1}" destId="{19CBEAFA-F720-4FF8-85C3-EE952442044F}" srcOrd="2" destOrd="0" presId="urn:microsoft.com/office/officeart/2005/8/layout/hierarchy1"/>
    <dgm:cxn modelId="{4B05A3DE-1D4F-4A74-AA66-7353A69BB9EB}" type="presParOf" srcId="{C29A6606-EBD5-43A6-A371-C46FCB254BC1}" destId="{1D4F52BF-21B5-433C-86E4-E908256700E8}" srcOrd="3" destOrd="0" presId="urn:microsoft.com/office/officeart/2005/8/layout/hierarchy1"/>
    <dgm:cxn modelId="{141311BB-FC7E-4318-86C4-D5E1A327C761}" type="presParOf" srcId="{1D4F52BF-21B5-433C-86E4-E908256700E8}" destId="{70B36D01-396B-41E5-A6BE-47B37A989468}" srcOrd="0" destOrd="0" presId="urn:microsoft.com/office/officeart/2005/8/layout/hierarchy1"/>
    <dgm:cxn modelId="{21921F17-93BF-4D9B-83CE-DB9399B9E4ED}" type="presParOf" srcId="{70B36D01-396B-41E5-A6BE-47B37A989468}" destId="{2FC3F9B4-A260-4EAD-9451-1A57ADE6FB08}" srcOrd="0" destOrd="0" presId="urn:microsoft.com/office/officeart/2005/8/layout/hierarchy1"/>
    <dgm:cxn modelId="{BE136B6A-A683-41E5-B083-6B13B0E20174}" type="presParOf" srcId="{70B36D01-396B-41E5-A6BE-47B37A989468}" destId="{338D459D-7F9E-4A63-AE8E-6B3ED42F6687}" srcOrd="1" destOrd="0" presId="urn:microsoft.com/office/officeart/2005/8/layout/hierarchy1"/>
    <dgm:cxn modelId="{DC5BA27A-9329-49B9-8E1A-F32424AD265C}" type="presParOf" srcId="{1D4F52BF-21B5-433C-86E4-E908256700E8}" destId="{B43046C5-7BDF-4BCB-938A-F5646D4E1D2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8F7AF34-9DBD-4986-9D58-54C916843736}"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1F0EFA2E-C5D6-4671-9C16-127F894F232B}">
      <dgm:prSet/>
      <dgm:spPr/>
      <dgm:t>
        <a:bodyPr/>
        <a:lstStyle/>
        <a:p>
          <a:r>
            <a:rPr lang="sk-SK" dirty="0"/>
            <a:t>Intuitívna </a:t>
          </a:r>
          <a:endParaRPr lang="en-US" dirty="0"/>
        </a:p>
      </dgm:t>
    </dgm:pt>
    <dgm:pt modelId="{B741505F-A292-4C58-9DDE-F44F86608835}" type="parTrans" cxnId="{D5FEE9A5-DF84-4D6D-B9C6-E471D16BC079}">
      <dgm:prSet/>
      <dgm:spPr/>
      <dgm:t>
        <a:bodyPr/>
        <a:lstStyle/>
        <a:p>
          <a:endParaRPr lang="en-US"/>
        </a:p>
      </dgm:t>
    </dgm:pt>
    <dgm:pt modelId="{763B6F1E-EA84-4FF8-B3AE-8976638CEC1E}" type="sibTrans" cxnId="{D5FEE9A5-DF84-4D6D-B9C6-E471D16BC079}">
      <dgm:prSet/>
      <dgm:spPr/>
      <dgm:t>
        <a:bodyPr/>
        <a:lstStyle/>
        <a:p>
          <a:endParaRPr lang="en-US"/>
        </a:p>
      </dgm:t>
    </dgm:pt>
    <dgm:pt modelId="{11CBD320-61AB-40B6-8F01-9227758648FE}">
      <dgm:prSet/>
      <dgm:spPr/>
      <dgm:t>
        <a:bodyPr/>
        <a:lstStyle/>
        <a:p>
          <a:r>
            <a:rPr lang="sk-SK" dirty="0"/>
            <a:t>Bezpečná</a:t>
          </a:r>
          <a:endParaRPr lang="en-US" dirty="0"/>
        </a:p>
      </dgm:t>
    </dgm:pt>
    <dgm:pt modelId="{95C76D46-B7D7-471B-806B-25215006822C}" type="parTrans" cxnId="{D7744B91-35E7-483D-A75D-EF9128D24909}">
      <dgm:prSet/>
      <dgm:spPr/>
      <dgm:t>
        <a:bodyPr/>
        <a:lstStyle/>
        <a:p>
          <a:endParaRPr lang="en-US"/>
        </a:p>
      </dgm:t>
    </dgm:pt>
    <dgm:pt modelId="{DE2B452C-C304-4AFF-A97C-06CFD6719D2A}" type="sibTrans" cxnId="{D7744B91-35E7-483D-A75D-EF9128D24909}">
      <dgm:prSet/>
      <dgm:spPr/>
      <dgm:t>
        <a:bodyPr/>
        <a:lstStyle/>
        <a:p>
          <a:endParaRPr lang="en-US"/>
        </a:p>
      </dgm:t>
    </dgm:pt>
    <dgm:pt modelId="{C46FE98B-B33D-40B9-9CFB-8F1E76634C9F}">
      <dgm:prSet/>
      <dgm:spPr/>
      <dgm:t>
        <a:bodyPr/>
        <a:lstStyle/>
        <a:p>
          <a:r>
            <a:rPr lang="sk-SK" dirty="0"/>
            <a:t>Praktická</a:t>
          </a:r>
          <a:endParaRPr lang="en-US" dirty="0"/>
        </a:p>
      </dgm:t>
    </dgm:pt>
    <dgm:pt modelId="{51007B28-EB7B-445B-AE0E-ABB0B54E8964}" type="parTrans" cxnId="{DE5A5821-F187-45BA-A692-E6DCE8D62973}">
      <dgm:prSet/>
      <dgm:spPr/>
      <dgm:t>
        <a:bodyPr/>
        <a:lstStyle/>
        <a:p>
          <a:endParaRPr lang="en-US"/>
        </a:p>
      </dgm:t>
    </dgm:pt>
    <dgm:pt modelId="{50E8E779-3426-4D9F-9892-307C1465A4AD}" type="sibTrans" cxnId="{DE5A5821-F187-45BA-A692-E6DCE8D62973}">
      <dgm:prSet/>
      <dgm:spPr/>
      <dgm:t>
        <a:bodyPr/>
        <a:lstStyle/>
        <a:p>
          <a:endParaRPr lang="en-US"/>
        </a:p>
      </dgm:t>
    </dgm:pt>
    <dgm:pt modelId="{EF2672DF-4544-4074-9797-9E816F506FBF}">
      <dgm:prSet/>
      <dgm:spPr/>
      <dgm:t>
        <a:bodyPr/>
        <a:lstStyle/>
        <a:p>
          <a:r>
            <a:rPr lang="sk-SK" dirty="0"/>
            <a:t>Efektívna</a:t>
          </a:r>
          <a:endParaRPr lang="en-US" dirty="0"/>
        </a:p>
      </dgm:t>
    </dgm:pt>
    <dgm:pt modelId="{1A6CE57E-A212-44EA-8FB0-F0E81A6169F9}" type="parTrans" cxnId="{3D020CD7-3B32-491A-AD1F-4A782B2336EB}">
      <dgm:prSet/>
      <dgm:spPr/>
      <dgm:t>
        <a:bodyPr/>
        <a:lstStyle/>
        <a:p>
          <a:endParaRPr lang="en-US"/>
        </a:p>
      </dgm:t>
    </dgm:pt>
    <dgm:pt modelId="{F63334E9-821E-46C8-9B5C-CC1C9D4BD42F}" type="sibTrans" cxnId="{3D020CD7-3B32-491A-AD1F-4A782B2336EB}">
      <dgm:prSet/>
      <dgm:spPr/>
      <dgm:t>
        <a:bodyPr/>
        <a:lstStyle/>
        <a:p>
          <a:endParaRPr lang="en-US"/>
        </a:p>
      </dgm:t>
    </dgm:pt>
    <dgm:pt modelId="{6FCE77B7-8727-413D-AD53-783A2D916588}" type="pres">
      <dgm:prSet presAssocID="{B8F7AF34-9DBD-4986-9D58-54C916843736}" presName="vert0" presStyleCnt="0">
        <dgm:presLayoutVars>
          <dgm:dir/>
          <dgm:animOne val="branch"/>
          <dgm:animLvl val="lvl"/>
        </dgm:presLayoutVars>
      </dgm:prSet>
      <dgm:spPr/>
    </dgm:pt>
    <dgm:pt modelId="{4DEB5DD3-0B22-494C-BEEF-5162078CA747}" type="pres">
      <dgm:prSet presAssocID="{1F0EFA2E-C5D6-4671-9C16-127F894F232B}" presName="thickLine" presStyleLbl="alignNode1" presStyleIdx="0" presStyleCnt="4"/>
      <dgm:spPr/>
    </dgm:pt>
    <dgm:pt modelId="{5CF7877A-0CA0-4133-8EA2-F265D69CE5CA}" type="pres">
      <dgm:prSet presAssocID="{1F0EFA2E-C5D6-4671-9C16-127F894F232B}" presName="horz1" presStyleCnt="0"/>
      <dgm:spPr/>
    </dgm:pt>
    <dgm:pt modelId="{448ABFB1-7419-48F4-B04E-8F1475341958}" type="pres">
      <dgm:prSet presAssocID="{1F0EFA2E-C5D6-4671-9C16-127F894F232B}" presName="tx1" presStyleLbl="revTx" presStyleIdx="0" presStyleCnt="4"/>
      <dgm:spPr/>
    </dgm:pt>
    <dgm:pt modelId="{A192800F-8E37-42E0-8959-DDC19B1E346A}" type="pres">
      <dgm:prSet presAssocID="{1F0EFA2E-C5D6-4671-9C16-127F894F232B}" presName="vert1" presStyleCnt="0"/>
      <dgm:spPr/>
    </dgm:pt>
    <dgm:pt modelId="{4214E725-154A-4C77-A780-3CCF82AAB322}" type="pres">
      <dgm:prSet presAssocID="{11CBD320-61AB-40B6-8F01-9227758648FE}" presName="thickLine" presStyleLbl="alignNode1" presStyleIdx="1" presStyleCnt="4"/>
      <dgm:spPr>
        <a:ln>
          <a:solidFill>
            <a:srgbClr val="00B0F0"/>
          </a:solidFill>
        </a:ln>
      </dgm:spPr>
    </dgm:pt>
    <dgm:pt modelId="{0B19A9EE-1F83-4D3A-9290-CD1148C2450B}" type="pres">
      <dgm:prSet presAssocID="{11CBD320-61AB-40B6-8F01-9227758648FE}" presName="horz1" presStyleCnt="0"/>
      <dgm:spPr/>
    </dgm:pt>
    <dgm:pt modelId="{3612C6CF-A998-4C57-8744-D2519EF928EE}" type="pres">
      <dgm:prSet presAssocID="{11CBD320-61AB-40B6-8F01-9227758648FE}" presName="tx1" presStyleLbl="revTx" presStyleIdx="1" presStyleCnt="4"/>
      <dgm:spPr/>
    </dgm:pt>
    <dgm:pt modelId="{261A27C6-6133-4142-B853-4AC4F2568DF0}" type="pres">
      <dgm:prSet presAssocID="{11CBD320-61AB-40B6-8F01-9227758648FE}" presName="vert1" presStyleCnt="0"/>
      <dgm:spPr/>
    </dgm:pt>
    <dgm:pt modelId="{89911CF5-3364-4BD4-9681-9C1DB2CCCB17}" type="pres">
      <dgm:prSet presAssocID="{C46FE98B-B33D-40B9-9CFB-8F1E76634C9F}" presName="thickLine" presStyleLbl="alignNode1" presStyleIdx="2" presStyleCnt="4"/>
      <dgm:spPr>
        <a:ln>
          <a:solidFill>
            <a:srgbClr val="FFFF00"/>
          </a:solidFill>
        </a:ln>
      </dgm:spPr>
    </dgm:pt>
    <dgm:pt modelId="{B8B8480F-D0E6-420A-B6B1-66E011A2E00C}" type="pres">
      <dgm:prSet presAssocID="{C46FE98B-B33D-40B9-9CFB-8F1E76634C9F}" presName="horz1" presStyleCnt="0"/>
      <dgm:spPr/>
    </dgm:pt>
    <dgm:pt modelId="{D04EE77B-3212-4191-97DD-B07D3F94EAE6}" type="pres">
      <dgm:prSet presAssocID="{C46FE98B-B33D-40B9-9CFB-8F1E76634C9F}" presName="tx1" presStyleLbl="revTx" presStyleIdx="2" presStyleCnt="4"/>
      <dgm:spPr/>
    </dgm:pt>
    <dgm:pt modelId="{77925345-1AB0-4614-B3E0-C177DF41F4DD}" type="pres">
      <dgm:prSet presAssocID="{C46FE98B-B33D-40B9-9CFB-8F1E76634C9F}" presName="vert1" presStyleCnt="0"/>
      <dgm:spPr/>
    </dgm:pt>
    <dgm:pt modelId="{3781E31C-009A-490F-A4AD-0979BC29A34D}" type="pres">
      <dgm:prSet presAssocID="{EF2672DF-4544-4074-9797-9E816F506FBF}" presName="thickLine" presStyleLbl="alignNode1" presStyleIdx="3" presStyleCnt="4"/>
      <dgm:spPr>
        <a:ln>
          <a:solidFill>
            <a:srgbClr val="FF9900"/>
          </a:solidFill>
        </a:ln>
      </dgm:spPr>
    </dgm:pt>
    <dgm:pt modelId="{D8DC6481-A840-4A21-8377-63FC09CD1395}" type="pres">
      <dgm:prSet presAssocID="{EF2672DF-4544-4074-9797-9E816F506FBF}" presName="horz1" presStyleCnt="0"/>
      <dgm:spPr/>
    </dgm:pt>
    <dgm:pt modelId="{D0F9D4B5-A6A5-44F3-AEEB-E8E138A3E5D5}" type="pres">
      <dgm:prSet presAssocID="{EF2672DF-4544-4074-9797-9E816F506FBF}" presName="tx1" presStyleLbl="revTx" presStyleIdx="3" presStyleCnt="4"/>
      <dgm:spPr/>
    </dgm:pt>
    <dgm:pt modelId="{89F46589-8309-4CAA-8719-768DDD203028}" type="pres">
      <dgm:prSet presAssocID="{EF2672DF-4544-4074-9797-9E816F506FBF}" presName="vert1" presStyleCnt="0"/>
      <dgm:spPr/>
    </dgm:pt>
  </dgm:ptLst>
  <dgm:cxnLst>
    <dgm:cxn modelId="{DE5A5821-F187-45BA-A692-E6DCE8D62973}" srcId="{B8F7AF34-9DBD-4986-9D58-54C916843736}" destId="{C46FE98B-B33D-40B9-9CFB-8F1E76634C9F}" srcOrd="2" destOrd="0" parTransId="{51007B28-EB7B-445B-AE0E-ABB0B54E8964}" sibTransId="{50E8E779-3426-4D9F-9892-307C1465A4AD}"/>
    <dgm:cxn modelId="{21CD5E5B-B8E7-4637-83C4-0661FEA39444}" type="presOf" srcId="{1F0EFA2E-C5D6-4671-9C16-127F894F232B}" destId="{448ABFB1-7419-48F4-B04E-8F1475341958}" srcOrd="0" destOrd="0" presId="urn:microsoft.com/office/officeart/2008/layout/LinedList"/>
    <dgm:cxn modelId="{87783457-C3EC-4EF8-B55A-BB76A16407DF}" type="presOf" srcId="{B8F7AF34-9DBD-4986-9D58-54C916843736}" destId="{6FCE77B7-8727-413D-AD53-783A2D916588}" srcOrd="0" destOrd="0" presId="urn:microsoft.com/office/officeart/2008/layout/LinedList"/>
    <dgm:cxn modelId="{5CFCDA88-414F-412B-9E0C-17A3B745195D}" type="presOf" srcId="{11CBD320-61AB-40B6-8F01-9227758648FE}" destId="{3612C6CF-A998-4C57-8744-D2519EF928EE}" srcOrd="0" destOrd="0" presId="urn:microsoft.com/office/officeart/2008/layout/LinedList"/>
    <dgm:cxn modelId="{D7744B91-35E7-483D-A75D-EF9128D24909}" srcId="{B8F7AF34-9DBD-4986-9D58-54C916843736}" destId="{11CBD320-61AB-40B6-8F01-9227758648FE}" srcOrd="1" destOrd="0" parTransId="{95C76D46-B7D7-471B-806B-25215006822C}" sibTransId="{DE2B452C-C304-4AFF-A97C-06CFD6719D2A}"/>
    <dgm:cxn modelId="{D5FEE9A5-DF84-4D6D-B9C6-E471D16BC079}" srcId="{B8F7AF34-9DBD-4986-9D58-54C916843736}" destId="{1F0EFA2E-C5D6-4671-9C16-127F894F232B}" srcOrd="0" destOrd="0" parTransId="{B741505F-A292-4C58-9DDE-F44F86608835}" sibTransId="{763B6F1E-EA84-4FF8-B3AE-8976638CEC1E}"/>
    <dgm:cxn modelId="{8A961ECB-8D98-41D3-81C3-0F4BE5A41ECA}" type="presOf" srcId="{EF2672DF-4544-4074-9797-9E816F506FBF}" destId="{D0F9D4B5-A6A5-44F3-AEEB-E8E138A3E5D5}" srcOrd="0" destOrd="0" presId="urn:microsoft.com/office/officeart/2008/layout/LinedList"/>
    <dgm:cxn modelId="{3D020CD7-3B32-491A-AD1F-4A782B2336EB}" srcId="{B8F7AF34-9DBD-4986-9D58-54C916843736}" destId="{EF2672DF-4544-4074-9797-9E816F506FBF}" srcOrd="3" destOrd="0" parTransId="{1A6CE57E-A212-44EA-8FB0-F0E81A6169F9}" sibTransId="{F63334E9-821E-46C8-9B5C-CC1C9D4BD42F}"/>
    <dgm:cxn modelId="{D19D2CFB-9F10-4817-B5ED-BFB43C366F83}" type="presOf" srcId="{C46FE98B-B33D-40B9-9CFB-8F1E76634C9F}" destId="{D04EE77B-3212-4191-97DD-B07D3F94EAE6}" srcOrd="0" destOrd="0" presId="urn:microsoft.com/office/officeart/2008/layout/LinedList"/>
    <dgm:cxn modelId="{EA1FE524-8212-4404-9643-A43F48274AD2}" type="presParOf" srcId="{6FCE77B7-8727-413D-AD53-783A2D916588}" destId="{4DEB5DD3-0B22-494C-BEEF-5162078CA747}" srcOrd="0" destOrd="0" presId="urn:microsoft.com/office/officeart/2008/layout/LinedList"/>
    <dgm:cxn modelId="{097AFE9F-765F-4A09-999A-D71410DF6E48}" type="presParOf" srcId="{6FCE77B7-8727-413D-AD53-783A2D916588}" destId="{5CF7877A-0CA0-4133-8EA2-F265D69CE5CA}" srcOrd="1" destOrd="0" presId="urn:microsoft.com/office/officeart/2008/layout/LinedList"/>
    <dgm:cxn modelId="{47ABE40A-EC20-490D-871A-5BC0CAB768A7}" type="presParOf" srcId="{5CF7877A-0CA0-4133-8EA2-F265D69CE5CA}" destId="{448ABFB1-7419-48F4-B04E-8F1475341958}" srcOrd="0" destOrd="0" presId="urn:microsoft.com/office/officeart/2008/layout/LinedList"/>
    <dgm:cxn modelId="{EF65F282-7503-4777-8E9B-D14B7A0E85D2}" type="presParOf" srcId="{5CF7877A-0CA0-4133-8EA2-F265D69CE5CA}" destId="{A192800F-8E37-42E0-8959-DDC19B1E346A}" srcOrd="1" destOrd="0" presId="urn:microsoft.com/office/officeart/2008/layout/LinedList"/>
    <dgm:cxn modelId="{237F6E0B-A246-4CDC-8A61-93DF9E472670}" type="presParOf" srcId="{6FCE77B7-8727-413D-AD53-783A2D916588}" destId="{4214E725-154A-4C77-A780-3CCF82AAB322}" srcOrd="2" destOrd="0" presId="urn:microsoft.com/office/officeart/2008/layout/LinedList"/>
    <dgm:cxn modelId="{5EB97DD1-943B-4E0D-96B5-7BE5F12637A0}" type="presParOf" srcId="{6FCE77B7-8727-413D-AD53-783A2D916588}" destId="{0B19A9EE-1F83-4D3A-9290-CD1148C2450B}" srcOrd="3" destOrd="0" presId="urn:microsoft.com/office/officeart/2008/layout/LinedList"/>
    <dgm:cxn modelId="{EA1548F1-CD7F-4245-8096-F3CE9B615BF1}" type="presParOf" srcId="{0B19A9EE-1F83-4D3A-9290-CD1148C2450B}" destId="{3612C6CF-A998-4C57-8744-D2519EF928EE}" srcOrd="0" destOrd="0" presId="urn:microsoft.com/office/officeart/2008/layout/LinedList"/>
    <dgm:cxn modelId="{50D80F95-016E-4D8B-83CB-0F126688EE9F}" type="presParOf" srcId="{0B19A9EE-1F83-4D3A-9290-CD1148C2450B}" destId="{261A27C6-6133-4142-B853-4AC4F2568DF0}" srcOrd="1" destOrd="0" presId="urn:microsoft.com/office/officeart/2008/layout/LinedList"/>
    <dgm:cxn modelId="{2CBCB39A-61ED-4DD9-972D-DF612FB900C6}" type="presParOf" srcId="{6FCE77B7-8727-413D-AD53-783A2D916588}" destId="{89911CF5-3364-4BD4-9681-9C1DB2CCCB17}" srcOrd="4" destOrd="0" presId="urn:microsoft.com/office/officeart/2008/layout/LinedList"/>
    <dgm:cxn modelId="{F7B1909E-6F1B-426D-AAD0-33C44C216568}" type="presParOf" srcId="{6FCE77B7-8727-413D-AD53-783A2D916588}" destId="{B8B8480F-D0E6-420A-B6B1-66E011A2E00C}" srcOrd="5" destOrd="0" presId="urn:microsoft.com/office/officeart/2008/layout/LinedList"/>
    <dgm:cxn modelId="{2AFF5101-3A36-449C-83DE-CABE9296C66D}" type="presParOf" srcId="{B8B8480F-D0E6-420A-B6B1-66E011A2E00C}" destId="{D04EE77B-3212-4191-97DD-B07D3F94EAE6}" srcOrd="0" destOrd="0" presId="urn:microsoft.com/office/officeart/2008/layout/LinedList"/>
    <dgm:cxn modelId="{4C9F2833-373F-466D-A0A2-6E7893DE9532}" type="presParOf" srcId="{B8B8480F-D0E6-420A-B6B1-66E011A2E00C}" destId="{77925345-1AB0-4614-B3E0-C177DF41F4DD}" srcOrd="1" destOrd="0" presId="urn:microsoft.com/office/officeart/2008/layout/LinedList"/>
    <dgm:cxn modelId="{810251C3-65F9-4CB0-8E7D-A4EC4F766767}" type="presParOf" srcId="{6FCE77B7-8727-413D-AD53-783A2D916588}" destId="{3781E31C-009A-490F-A4AD-0979BC29A34D}" srcOrd="6" destOrd="0" presId="urn:microsoft.com/office/officeart/2008/layout/LinedList"/>
    <dgm:cxn modelId="{48E87F4B-A92E-410D-A5C1-EF013334C483}" type="presParOf" srcId="{6FCE77B7-8727-413D-AD53-783A2D916588}" destId="{D8DC6481-A840-4A21-8377-63FC09CD1395}" srcOrd="7" destOrd="0" presId="urn:microsoft.com/office/officeart/2008/layout/LinedList"/>
    <dgm:cxn modelId="{A5C46913-B8B5-475F-AD79-DBD60DC60DA4}" type="presParOf" srcId="{D8DC6481-A840-4A21-8377-63FC09CD1395}" destId="{D0F9D4B5-A6A5-44F3-AEEB-E8E138A3E5D5}" srcOrd="0" destOrd="0" presId="urn:microsoft.com/office/officeart/2008/layout/LinedList"/>
    <dgm:cxn modelId="{5096DB82-08A5-4706-9CBF-74E278ECA1E2}" type="presParOf" srcId="{D8DC6481-A840-4A21-8377-63FC09CD1395}" destId="{89F46589-8309-4CAA-8719-768DDD20302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AB9BDD-D2AC-48A3-85E2-E22934283958}"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en-US"/>
        </a:p>
      </dgm:t>
    </dgm:pt>
    <dgm:pt modelId="{4DC6D9E2-E79B-4FF5-A928-4731A232353D}">
      <dgm:prSet custT="1"/>
      <dgm:spPr/>
      <dgm:t>
        <a:bodyPr anchor="ctr"/>
        <a:lstStyle/>
        <a:p>
          <a:r>
            <a:rPr lang="sk-SK" sz="3200" b="0" dirty="0">
              <a:latin typeface="Helvetica Neue" panose="02000503000000020004" pitchFamily="2" charset="0"/>
              <a:ea typeface="Helvetica Neue" panose="02000503000000020004" pitchFamily="2" charset="0"/>
              <a:cs typeface="Helvetica Neue" panose="02000503000000020004" pitchFamily="2" charset="0"/>
            </a:rPr>
            <a:t>Používateľský účet</a:t>
          </a:r>
          <a:endParaRPr lang="en-US" sz="3200" b="0" dirty="0">
            <a:latin typeface="Helvetica Neue" panose="02000503000000020004" pitchFamily="2" charset="0"/>
            <a:ea typeface="Helvetica Neue" panose="02000503000000020004" pitchFamily="2" charset="0"/>
            <a:cs typeface="Helvetica Neue" panose="02000503000000020004" pitchFamily="2" charset="0"/>
          </a:endParaRPr>
        </a:p>
      </dgm:t>
    </dgm:pt>
    <dgm:pt modelId="{C7F2F7DE-CB67-40D4-8814-D9B37F88CC68}" type="parTrans" cxnId="{E500245B-D8FD-4CE5-8995-6030B66AD29C}">
      <dgm:prSet/>
      <dgm:spPr/>
      <dgm:t>
        <a:bodyPr/>
        <a:lstStyle/>
        <a:p>
          <a:endParaRPr lang="en-US"/>
        </a:p>
      </dgm:t>
    </dgm:pt>
    <dgm:pt modelId="{BAD199CB-A93E-4706-9CB1-80738E776328}" type="sibTrans" cxnId="{E500245B-D8FD-4CE5-8995-6030B66AD29C}">
      <dgm:prSet/>
      <dgm:spPr/>
      <dgm:t>
        <a:bodyPr/>
        <a:lstStyle/>
        <a:p>
          <a:endParaRPr lang="en-US"/>
        </a:p>
      </dgm:t>
    </dgm:pt>
    <dgm:pt modelId="{E221785A-1C15-413A-BF53-FD9B4D93D3B9}">
      <dgm:prSet custT="1"/>
      <dgm:spPr/>
      <dgm:t>
        <a:bodyPr anchor="ctr"/>
        <a:lstStyle/>
        <a:p>
          <a:r>
            <a:rPr lang="en-US" sz="3200" b="0" dirty="0" err="1">
              <a:latin typeface="Helvetica Neue" panose="02000503000000020004" pitchFamily="2" charset="0"/>
              <a:ea typeface="Helvetica Neue" panose="02000503000000020004" pitchFamily="2" charset="0"/>
              <a:cs typeface="Helvetica Neue" panose="02000503000000020004" pitchFamily="2" charset="0"/>
            </a:rPr>
            <a:t>Rodinní</a:t>
          </a:r>
          <a:r>
            <a:rPr lang="en-US" sz="3200" b="0" dirty="0">
              <a:latin typeface="Helvetica Neue" panose="02000503000000020004" pitchFamily="2" charset="0"/>
              <a:ea typeface="Helvetica Neue" panose="02000503000000020004" pitchFamily="2" charset="0"/>
              <a:cs typeface="Helvetica Neue" panose="02000503000000020004" pitchFamily="2" charset="0"/>
            </a:rPr>
            <a:t> </a:t>
          </a:r>
          <a:r>
            <a:rPr lang="en-US" sz="3200" b="0" dirty="0" err="1">
              <a:latin typeface="Helvetica Neue" panose="02000503000000020004" pitchFamily="2" charset="0"/>
              <a:ea typeface="Helvetica Neue" panose="02000503000000020004" pitchFamily="2" charset="0"/>
              <a:cs typeface="Helvetica Neue" panose="02000503000000020004" pitchFamily="2" charset="0"/>
            </a:rPr>
            <a:t>príslušníci</a:t>
          </a:r>
          <a:endParaRPr lang="en-US" sz="3200" b="0" dirty="0">
            <a:latin typeface="Helvetica Neue" panose="02000503000000020004" pitchFamily="2" charset="0"/>
            <a:ea typeface="Helvetica Neue" panose="02000503000000020004" pitchFamily="2" charset="0"/>
            <a:cs typeface="Helvetica Neue" panose="02000503000000020004" pitchFamily="2" charset="0"/>
          </a:endParaRPr>
        </a:p>
      </dgm:t>
    </dgm:pt>
    <dgm:pt modelId="{57E8A92A-4F7A-4482-ACA9-8A56ED9D6373}" type="parTrans" cxnId="{C0E8F5C2-C5F8-495C-91FF-079044037A48}">
      <dgm:prSet/>
      <dgm:spPr/>
      <dgm:t>
        <a:bodyPr/>
        <a:lstStyle/>
        <a:p>
          <a:endParaRPr lang="en-US"/>
        </a:p>
      </dgm:t>
    </dgm:pt>
    <dgm:pt modelId="{5186FF59-69D1-45D9-87CF-0DB41DE8514B}" type="sibTrans" cxnId="{C0E8F5C2-C5F8-495C-91FF-079044037A48}">
      <dgm:prSet/>
      <dgm:spPr/>
      <dgm:t>
        <a:bodyPr/>
        <a:lstStyle/>
        <a:p>
          <a:endParaRPr lang="en-US"/>
        </a:p>
      </dgm:t>
    </dgm:pt>
    <dgm:pt modelId="{48CF3636-1A9B-46A6-AB7E-E3933A78C522}">
      <dgm:prSet custT="1"/>
      <dgm:spPr/>
      <dgm:t>
        <a:bodyPr anchor="ctr"/>
        <a:lstStyle/>
        <a:p>
          <a:r>
            <a:rPr lang="sk-SK" sz="3200" dirty="0">
              <a:latin typeface="Helvetica Neue" panose="02000503000000020004" pitchFamily="2" charset="0"/>
              <a:ea typeface="Helvetica Neue" panose="02000503000000020004" pitchFamily="2" charset="0"/>
              <a:cs typeface="Helvetica Neue" panose="02000503000000020004" pitchFamily="2" charset="0"/>
            </a:rPr>
            <a:t>Vyhľadávanie lekárov</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dgm:t>
    </dgm:pt>
    <dgm:pt modelId="{BDDF3314-F34A-4A33-B22F-519B8A96B234}" type="parTrans" cxnId="{539D42C5-DA75-407D-9E33-EEDF12015927}">
      <dgm:prSet/>
      <dgm:spPr/>
      <dgm:t>
        <a:bodyPr/>
        <a:lstStyle/>
        <a:p>
          <a:endParaRPr lang="en-US"/>
        </a:p>
      </dgm:t>
    </dgm:pt>
    <dgm:pt modelId="{2C9740D8-287F-4EE8-8DC9-5EBE19FF87CE}" type="sibTrans" cxnId="{539D42C5-DA75-407D-9E33-EEDF12015927}">
      <dgm:prSet/>
      <dgm:spPr/>
      <dgm:t>
        <a:bodyPr/>
        <a:lstStyle/>
        <a:p>
          <a:endParaRPr lang="en-US"/>
        </a:p>
      </dgm:t>
    </dgm:pt>
    <dgm:pt modelId="{3E09D733-B381-4621-A2B5-B27934DE5664}">
      <dgm:prSet custT="1"/>
      <dgm:spPr/>
      <dgm:t>
        <a:bodyPr anchor="ctr"/>
        <a:lstStyle/>
        <a:p>
          <a:r>
            <a:rPr lang="sk-SK" sz="3200" dirty="0">
              <a:latin typeface="Helvetica Neue" panose="02000503000000020004" pitchFamily="2" charset="0"/>
              <a:ea typeface="Helvetica Neue" panose="02000503000000020004" pitchFamily="2" charset="0"/>
              <a:cs typeface="Helvetica Neue" panose="02000503000000020004" pitchFamily="2" charset="0"/>
            </a:rPr>
            <a:t>Rezervovanie termínu</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dgm:t>
    </dgm:pt>
    <dgm:pt modelId="{51F760E9-7AEA-4273-82A8-FDB53EA72655}" type="parTrans" cxnId="{FDA46A09-0791-4FB8-8778-9B481E989052}">
      <dgm:prSet/>
      <dgm:spPr/>
      <dgm:t>
        <a:bodyPr/>
        <a:lstStyle/>
        <a:p>
          <a:endParaRPr lang="en-US"/>
        </a:p>
      </dgm:t>
    </dgm:pt>
    <dgm:pt modelId="{D305CCCB-C1BA-48A9-8402-C8710EEF8CCD}" type="sibTrans" cxnId="{FDA46A09-0791-4FB8-8778-9B481E989052}">
      <dgm:prSet/>
      <dgm:spPr/>
      <dgm:t>
        <a:bodyPr/>
        <a:lstStyle/>
        <a:p>
          <a:endParaRPr lang="en-US"/>
        </a:p>
      </dgm:t>
    </dgm:pt>
    <dgm:pt modelId="{23BEA33C-2269-1245-92B3-29D9A976DAE9}">
      <dgm:prSet/>
      <dgm:spPr/>
      <dgm:t>
        <a:bodyPr/>
        <a:lstStyle/>
        <a:p>
          <a:r>
            <a:rPr lang="sk-SK" dirty="0">
              <a:latin typeface="Helvetica Neue" panose="02000503000000020004" pitchFamily="2" charset="0"/>
              <a:ea typeface="Helvetica Neue" panose="02000503000000020004" pitchFamily="2" charset="0"/>
              <a:cs typeface="Helvetica Neue" panose="02000503000000020004" pitchFamily="2" charset="0"/>
            </a:rPr>
            <a:t>Notifikácie o termínoch</a:t>
          </a:r>
        </a:p>
      </dgm:t>
    </dgm:pt>
    <dgm:pt modelId="{347A3EC5-5500-4344-B2C1-30F746FAFA92}" type="parTrans" cxnId="{AB8394CC-F076-FF48-8705-B86DA3098536}">
      <dgm:prSet/>
      <dgm:spPr/>
      <dgm:t>
        <a:bodyPr/>
        <a:lstStyle/>
        <a:p>
          <a:endParaRPr lang="sk-SK"/>
        </a:p>
      </dgm:t>
    </dgm:pt>
    <dgm:pt modelId="{7A05FA98-1CF4-D841-815E-356EB9D15855}" type="sibTrans" cxnId="{AB8394CC-F076-FF48-8705-B86DA3098536}">
      <dgm:prSet/>
      <dgm:spPr/>
      <dgm:t>
        <a:bodyPr/>
        <a:lstStyle/>
        <a:p>
          <a:endParaRPr lang="sk-SK"/>
        </a:p>
      </dgm:t>
    </dgm:pt>
    <dgm:pt modelId="{CD38A00E-A3C3-8E46-9166-89E5B41D8219}">
      <dgm:prSet/>
      <dgm:spPr/>
      <dgm:t>
        <a:bodyPr/>
        <a:lstStyle/>
        <a:p>
          <a:r>
            <a:rPr lang="sk-SK" dirty="0">
              <a:latin typeface="Helvetica Neue" panose="02000503000000020004" pitchFamily="2" charset="0"/>
              <a:ea typeface="Helvetica Neue" panose="02000503000000020004" pitchFamily="2" charset="0"/>
              <a:cs typeface="Helvetica Neue" panose="02000503000000020004" pitchFamily="2" charset="0"/>
            </a:rPr>
            <a:t>História návštev</a:t>
          </a:r>
        </a:p>
      </dgm:t>
    </dgm:pt>
    <dgm:pt modelId="{E186BDD1-24C0-444B-AC8F-B0AD2DAA9449}" type="parTrans" cxnId="{14561587-9FE6-F340-A043-8EBF6257F404}">
      <dgm:prSet/>
      <dgm:spPr/>
      <dgm:t>
        <a:bodyPr/>
        <a:lstStyle/>
        <a:p>
          <a:endParaRPr lang="sk-SK"/>
        </a:p>
      </dgm:t>
    </dgm:pt>
    <dgm:pt modelId="{8F67A890-72BF-844A-AAD2-5DC32CA5E3AF}" type="sibTrans" cxnId="{14561587-9FE6-F340-A043-8EBF6257F404}">
      <dgm:prSet/>
      <dgm:spPr/>
      <dgm:t>
        <a:bodyPr/>
        <a:lstStyle/>
        <a:p>
          <a:endParaRPr lang="sk-SK"/>
        </a:p>
      </dgm:t>
    </dgm:pt>
    <dgm:pt modelId="{405D7C82-7F46-9A4F-BAF7-A9645B5A0795}" type="pres">
      <dgm:prSet presAssocID="{E7AB9BDD-D2AC-48A3-85E2-E22934283958}" presName="vert0" presStyleCnt="0">
        <dgm:presLayoutVars>
          <dgm:dir/>
          <dgm:animOne val="branch"/>
          <dgm:animLvl val="lvl"/>
        </dgm:presLayoutVars>
      </dgm:prSet>
      <dgm:spPr/>
    </dgm:pt>
    <dgm:pt modelId="{1D70A020-6762-E74E-9D6D-668D3C95CE3A}" type="pres">
      <dgm:prSet presAssocID="{4DC6D9E2-E79B-4FF5-A928-4731A232353D}" presName="thickLine" presStyleLbl="alignNode1" presStyleIdx="0" presStyleCnt="6"/>
      <dgm:spPr/>
    </dgm:pt>
    <dgm:pt modelId="{AC9514AA-6F66-E34B-BCD8-C1ADED8FEE14}" type="pres">
      <dgm:prSet presAssocID="{4DC6D9E2-E79B-4FF5-A928-4731A232353D}" presName="horz1" presStyleCnt="0"/>
      <dgm:spPr/>
    </dgm:pt>
    <dgm:pt modelId="{3CCC34C4-E39B-8743-8E5D-8D0D5D5600C5}" type="pres">
      <dgm:prSet presAssocID="{4DC6D9E2-E79B-4FF5-A928-4731A232353D}" presName="tx1" presStyleLbl="revTx" presStyleIdx="0" presStyleCnt="6"/>
      <dgm:spPr/>
    </dgm:pt>
    <dgm:pt modelId="{F48C7B95-ACDA-1F49-945B-15CD109A1407}" type="pres">
      <dgm:prSet presAssocID="{4DC6D9E2-E79B-4FF5-A928-4731A232353D}" presName="vert1" presStyleCnt="0"/>
      <dgm:spPr/>
    </dgm:pt>
    <dgm:pt modelId="{587FE207-F05E-6649-9C21-1EA9BF642201}" type="pres">
      <dgm:prSet presAssocID="{E221785A-1C15-413A-BF53-FD9B4D93D3B9}" presName="thickLine" presStyleLbl="alignNode1" presStyleIdx="1" presStyleCnt="6"/>
      <dgm:spPr/>
    </dgm:pt>
    <dgm:pt modelId="{8BA0C28B-8E4D-8B49-A8E0-4CB49A0ED6BE}" type="pres">
      <dgm:prSet presAssocID="{E221785A-1C15-413A-BF53-FD9B4D93D3B9}" presName="horz1" presStyleCnt="0"/>
      <dgm:spPr/>
    </dgm:pt>
    <dgm:pt modelId="{A607230A-734E-AE47-888A-08B2D0F51729}" type="pres">
      <dgm:prSet presAssocID="{E221785A-1C15-413A-BF53-FD9B4D93D3B9}" presName="tx1" presStyleLbl="revTx" presStyleIdx="1" presStyleCnt="6"/>
      <dgm:spPr/>
    </dgm:pt>
    <dgm:pt modelId="{2FAED8D4-24C8-B446-965F-136862A7A345}" type="pres">
      <dgm:prSet presAssocID="{E221785A-1C15-413A-BF53-FD9B4D93D3B9}" presName="vert1" presStyleCnt="0"/>
      <dgm:spPr/>
    </dgm:pt>
    <dgm:pt modelId="{EDB7363F-3B69-C949-B305-A6E58425395E}" type="pres">
      <dgm:prSet presAssocID="{48CF3636-1A9B-46A6-AB7E-E3933A78C522}" presName="thickLine" presStyleLbl="alignNode1" presStyleIdx="2" presStyleCnt="6"/>
      <dgm:spPr/>
    </dgm:pt>
    <dgm:pt modelId="{04C98A7E-A5C6-3840-9B1D-29F42BDA44EA}" type="pres">
      <dgm:prSet presAssocID="{48CF3636-1A9B-46A6-AB7E-E3933A78C522}" presName="horz1" presStyleCnt="0"/>
      <dgm:spPr/>
    </dgm:pt>
    <dgm:pt modelId="{FEF6F2E6-BE38-E54B-8211-1FF77E9B178A}" type="pres">
      <dgm:prSet presAssocID="{48CF3636-1A9B-46A6-AB7E-E3933A78C522}" presName="tx1" presStyleLbl="revTx" presStyleIdx="2" presStyleCnt="6"/>
      <dgm:spPr/>
    </dgm:pt>
    <dgm:pt modelId="{B9D70C90-F314-5D44-944F-CC9812C1B20C}" type="pres">
      <dgm:prSet presAssocID="{48CF3636-1A9B-46A6-AB7E-E3933A78C522}" presName="vert1" presStyleCnt="0"/>
      <dgm:spPr/>
    </dgm:pt>
    <dgm:pt modelId="{FE287703-BC7B-8644-81FC-F1A75E90308A}" type="pres">
      <dgm:prSet presAssocID="{3E09D733-B381-4621-A2B5-B27934DE5664}" presName="thickLine" presStyleLbl="alignNode1" presStyleIdx="3" presStyleCnt="6"/>
      <dgm:spPr/>
    </dgm:pt>
    <dgm:pt modelId="{47A3E5FB-CFEA-3F42-AC75-6AB97CB6E880}" type="pres">
      <dgm:prSet presAssocID="{3E09D733-B381-4621-A2B5-B27934DE5664}" presName="horz1" presStyleCnt="0"/>
      <dgm:spPr/>
    </dgm:pt>
    <dgm:pt modelId="{DEA6FE09-44C0-A548-99C5-EACBC59BD4DB}" type="pres">
      <dgm:prSet presAssocID="{3E09D733-B381-4621-A2B5-B27934DE5664}" presName="tx1" presStyleLbl="revTx" presStyleIdx="3" presStyleCnt="6"/>
      <dgm:spPr/>
    </dgm:pt>
    <dgm:pt modelId="{B128AA6A-51CA-1B4D-BBEF-95CFE1264484}" type="pres">
      <dgm:prSet presAssocID="{3E09D733-B381-4621-A2B5-B27934DE5664}" presName="vert1" presStyleCnt="0"/>
      <dgm:spPr/>
    </dgm:pt>
    <dgm:pt modelId="{A88ABFF5-8A3A-0345-BF71-81FB2695711E}" type="pres">
      <dgm:prSet presAssocID="{23BEA33C-2269-1245-92B3-29D9A976DAE9}" presName="thickLine" presStyleLbl="alignNode1" presStyleIdx="4" presStyleCnt="6"/>
      <dgm:spPr/>
    </dgm:pt>
    <dgm:pt modelId="{DA08A31E-E3D1-CA41-BF40-87503C761C7F}" type="pres">
      <dgm:prSet presAssocID="{23BEA33C-2269-1245-92B3-29D9A976DAE9}" presName="horz1" presStyleCnt="0"/>
      <dgm:spPr/>
    </dgm:pt>
    <dgm:pt modelId="{8287DCB6-1D71-0548-AE60-A2A167738897}" type="pres">
      <dgm:prSet presAssocID="{23BEA33C-2269-1245-92B3-29D9A976DAE9}" presName="tx1" presStyleLbl="revTx" presStyleIdx="4" presStyleCnt="6"/>
      <dgm:spPr/>
    </dgm:pt>
    <dgm:pt modelId="{B1849984-1F15-6C4E-A163-34414569EEA7}" type="pres">
      <dgm:prSet presAssocID="{23BEA33C-2269-1245-92B3-29D9A976DAE9}" presName="vert1" presStyleCnt="0"/>
      <dgm:spPr/>
    </dgm:pt>
    <dgm:pt modelId="{650F9AB0-5DA5-624E-8318-5A4EF003C877}" type="pres">
      <dgm:prSet presAssocID="{CD38A00E-A3C3-8E46-9166-89E5B41D8219}" presName="thickLine" presStyleLbl="alignNode1" presStyleIdx="5" presStyleCnt="6"/>
      <dgm:spPr/>
    </dgm:pt>
    <dgm:pt modelId="{BB197499-A279-8842-9235-39BB06DAB6D0}" type="pres">
      <dgm:prSet presAssocID="{CD38A00E-A3C3-8E46-9166-89E5B41D8219}" presName="horz1" presStyleCnt="0"/>
      <dgm:spPr/>
    </dgm:pt>
    <dgm:pt modelId="{FD4AB5B8-B238-0E46-9DCF-36E21DEECE4D}" type="pres">
      <dgm:prSet presAssocID="{CD38A00E-A3C3-8E46-9166-89E5B41D8219}" presName="tx1" presStyleLbl="revTx" presStyleIdx="5" presStyleCnt="6"/>
      <dgm:spPr/>
    </dgm:pt>
    <dgm:pt modelId="{55BF8829-8A72-3B41-9215-5F918A2A3676}" type="pres">
      <dgm:prSet presAssocID="{CD38A00E-A3C3-8E46-9166-89E5B41D8219}" presName="vert1" presStyleCnt="0"/>
      <dgm:spPr/>
    </dgm:pt>
  </dgm:ptLst>
  <dgm:cxnLst>
    <dgm:cxn modelId="{FDA46A09-0791-4FB8-8778-9B481E989052}" srcId="{E7AB9BDD-D2AC-48A3-85E2-E22934283958}" destId="{3E09D733-B381-4621-A2B5-B27934DE5664}" srcOrd="3" destOrd="0" parTransId="{51F760E9-7AEA-4273-82A8-FDB53EA72655}" sibTransId="{D305CCCB-C1BA-48A9-8402-C8710EEF8CCD}"/>
    <dgm:cxn modelId="{F5627922-4882-7748-8146-F7DACED28CE1}" type="presOf" srcId="{23BEA33C-2269-1245-92B3-29D9A976DAE9}" destId="{8287DCB6-1D71-0548-AE60-A2A167738897}" srcOrd="0" destOrd="0" presId="urn:microsoft.com/office/officeart/2008/layout/LinedList"/>
    <dgm:cxn modelId="{03BEFE33-E9D2-634F-90B9-463A1ADA6D7A}" type="presOf" srcId="{CD38A00E-A3C3-8E46-9166-89E5B41D8219}" destId="{FD4AB5B8-B238-0E46-9DCF-36E21DEECE4D}" srcOrd="0" destOrd="0" presId="urn:microsoft.com/office/officeart/2008/layout/LinedList"/>
    <dgm:cxn modelId="{6AC5A83E-4509-DA4F-BB52-1EBA4BF0BBD3}" type="presOf" srcId="{E7AB9BDD-D2AC-48A3-85E2-E22934283958}" destId="{405D7C82-7F46-9A4F-BAF7-A9645B5A0795}" srcOrd="0" destOrd="0" presId="urn:microsoft.com/office/officeart/2008/layout/LinedList"/>
    <dgm:cxn modelId="{E500245B-D8FD-4CE5-8995-6030B66AD29C}" srcId="{E7AB9BDD-D2AC-48A3-85E2-E22934283958}" destId="{4DC6D9E2-E79B-4FF5-A928-4731A232353D}" srcOrd="0" destOrd="0" parTransId="{C7F2F7DE-CB67-40D4-8814-D9B37F88CC68}" sibTransId="{BAD199CB-A93E-4706-9CB1-80738E776328}"/>
    <dgm:cxn modelId="{6B1A5B4A-ED3F-EA48-AD53-76C63DE5B0D8}" type="presOf" srcId="{E221785A-1C15-413A-BF53-FD9B4D93D3B9}" destId="{A607230A-734E-AE47-888A-08B2D0F51729}" srcOrd="0" destOrd="0" presId="urn:microsoft.com/office/officeart/2008/layout/LinedList"/>
    <dgm:cxn modelId="{14561587-9FE6-F340-A043-8EBF6257F404}" srcId="{E7AB9BDD-D2AC-48A3-85E2-E22934283958}" destId="{CD38A00E-A3C3-8E46-9166-89E5B41D8219}" srcOrd="5" destOrd="0" parTransId="{E186BDD1-24C0-444B-AC8F-B0AD2DAA9449}" sibTransId="{8F67A890-72BF-844A-AAD2-5DC32CA5E3AF}"/>
    <dgm:cxn modelId="{8DAFB5A8-A8D9-3E43-ABAA-7270ACE9290A}" type="presOf" srcId="{48CF3636-1A9B-46A6-AB7E-E3933A78C522}" destId="{FEF6F2E6-BE38-E54B-8211-1FF77E9B178A}" srcOrd="0" destOrd="0" presId="urn:microsoft.com/office/officeart/2008/layout/LinedList"/>
    <dgm:cxn modelId="{646E30B1-AEAD-854C-89ED-CD27F38D044F}" type="presOf" srcId="{3E09D733-B381-4621-A2B5-B27934DE5664}" destId="{DEA6FE09-44C0-A548-99C5-EACBC59BD4DB}" srcOrd="0" destOrd="0" presId="urn:microsoft.com/office/officeart/2008/layout/LinedList"/>
    <dgm:cxn modelId="{C0E8F5C2-C5F8-495C-91FF-079044037A48}" srcId="{E7AB9BDD-D2AC-48A3-85E2-E22934283958}" destId="{E221785A-1C15-413A-BF53-FD9B4D93D3B9}" srcOrd="1" destOrd="0" parTransId="{57E8A92A-4F7A-4482-ACA9-8A56ED9D6373}" sibTransId="{5186FF59-69D1-45D9-87CF-0DB41DE8514B}"/>
    <dgm:cxn modelId="{539D42C5-DA75-407D-9E33-EEDF12015927}" srcId="{E7AB9BDD-D2AC-48A3-85E2-E22934283958}" destId="{48CF3636-1A9B-46A6-AB7E-E3933A78C522}" srcOrd="2" destOrd="0" parTransId="{BDDF3314-F34A-4A33-B22F-519B8A96B234}" sibTransId="{2C9740D8-287F-4EE8-8DC9-5EBE19FF87CE}"/>
    <dgm:cxn modelId="{AB8394CC-F076-FF48-8705-B86DA3098536}" srcId="{E7AB9BDD-D2AC-48A3-85E2-E22934283958}" destId="{23BEA33C-2269-1245-92B3-29D9A976DAE9}" srcOrd="4" destOrd="0" parTransId="{347A3EC5-5500-4344-B2C1-30F746FAFA92}" sibTransId="{7A05FA98-1CF4-D841-815E-356EB9D15855}"/>
    <dgm:cxn modelId="{E1AF36F3-BB64-3D4D-8987-08DE5567D4D5}" type="presOf" srcId="{4DC6D9E2-E79B-4FF5-A928-4731A232353D}" destId="{3CCC34C4-E39B-8743-8E5D-8D0D5D5600C5}" srcOrd="0" destOrd="0" presId="urn:microsoft.com/office/officeart/2008/layout/LinedList"/>
    <dgm:cxn modelId="{81279B4E-3612-8E4B-9B65-CDED7B0F1D6D}" type="presParOf" srcId="{405D7C82-7F46-9A4F-BAF7-A9645B5A0795}" destId="{1D70A020-6762-E74E-9D6D-668D3C95CE3A}" srcOrd="0" destOrd="0" presId="urn:microsoft.com/office/officeart/2008/layout/LinedList"/>
    <dgm:cxn modelId="{D68865C0-8306-4B48-BEC9-4D415E7DD906}" type="presParOf" srcId="{405D7C82-7F46-9A4F-BAF7-A9645B5A0795}" destId="{AC9514AA-6F66-E34B-BCD8-C1ADED8FEE14}" srcOrd="1" destOrd="0" presId="urn:microsoft.com/office/officeart/2008/layout/LinedList"/>
    <dgm:cxn modelId="{A4E78F11-C33B-BE4B-B1D2-074FB98DDD55}" type="presParOf" srcId="{AC9514AA-6F66-E34B-BCD8-C1ADED8FEE14}" destId="{3CCC34C4-E39B-8743-8E5D-8D0D5D5600C5}" srcOrd="0" destOrd="0" presId="urn:microsoft.com/office/officeart/2008/layout/LinedList"/>
    <dgm:cxn modelId="{3C2CA23A-524E-E649-9F6A-897F53C86DED}" type="presParOf" srcId="{AC9514AA-6F66-E34B-BCD8-C1ADED8FEE14}" destId="{F48C7B95-ACDA-1F49-945B-15CD109A1407}" srcOrd="1" destOrd="0" presId="urn:microsoft.com/office/officeart/2008/layout/LinedList"/>
    <dgm:cxn modelId="{E1DB0576-999C-384E-B4A7-D926945FB60F}" type="presParOf" srcId="{405D7C82-7F46-9A4F-BAF7-A9645B5A0795}" destId="{587FE207-F05E-6649-9C21-1EA9BF642201}" srcOrd="2" destOrd="0" presId="urn:microsoft.com/office/officeart/2008/layout/LinedList"/>
    <dgm:cxn modelId="{1ABD0A5E-CBBF-EA4D-851B-A82CBD9B4C07}" type="presParOf" srcId="{405D7C82-7F46-9A4F-BAF7-A9645B5A0795}" destId="{8BA0C28B-8E4D-8B49-A8E0-4CB49A0ED6BE}" srcOrd="3" destOrd="0" presId="urn:microsoft.com/office/officeart/2008/layout/LinedList"/>
    <dgm:cxn modelId="{F6F25FAF-914E-154F-BC87-D28B001F5E16}" type="presParOf" srcId="{8BA0C28B-8E4D-8B49-A8E0-4CB49A0ED6BE}" destId="{A607230A-734E-AE47-888A-08B2D0F51729}" srcOrd="0" destOrd="0" presId="urn:microsoft.com/office/officeart/2008/layout/LinedList"/>
    <dgm:cxn modelId="{CB2023B3-1FC1-E04F-8374-469F98735349}" type="presParOf" srcId="{8BA0C28B-8E4D-8B49-A8E0-4CB49A0ED6BE}" destId="{2FAED8D4-24C8-B446-965F-136862A7A345}" srcOrd="1" destOrd="0" presId="urn:microsoft.com/office/officeart/2008/layout/LinedList"/>
    <dgm:cxn modelId="{C96F4F5B-04AF-064A-AE23-AC06273C2766}" type="presParOf" srcId="{405D7C82-7F46-9A4F-BAF7-A9645B5A0795}" destId="{EDB7363F-3B69-C949-B305-A6E58425395E}" srcOrd="4" destOrd="0" presId="urn:microsoft.com/office/officeart/2008/layout/LinedList"/>
    <dgm:cxn modelId="{E1281DE4-8618-D043-AB31-C21B54ED7FCF}" type="presParOf" srcId="{405D7C82-7F46-9A4F-BAF7-A9645B5A0795}" destId="{04C98A7E-A5C6-3840-9B1D-29F42BDA44EA}" srcOrd="5" destOrd="0" presId="urn:microsoft.com/office/officeart/2008/layout/LinedList"/>
    <dgm:cxn modelId="{4E77D749-C2D8-724A-9173-04CE1ED836E6}" type="presParOf" srcId="{04C98A7E-A5C6-3840-9B1D-29F42BDA44EA}" destId="{FEF6F2E6-BE38-E54B-8211-1FF77E9B178A}" srcOrd="0" destOrd="0" presId="urn:microsoft.com/office/officeart/2008/layout/LinedList"/>
    <dgm:cxn modelId="{0D3D03BC-761B-B74A-8C5E-5C65B4366F14}" type="presParOf" srcId="{04C98A7E-A5C6-3840-9B1D-29F42BDA44EA}" destId="{B9D70C90-F314-5D44-944F-CC9812C1B20C}" srcOrd="1" destOrd="0" presId="urn:microsoft.com/office/officeart/2008/layout/LinedList"/>
    <dgm:cxn modelId="{D10BB026-0C8B-1143-B378-A739F738ABB2}" type="presParOf" srcId="{405D7C82-7F46-9A4F-BAF7-A9645B5A0795}" destId="{FE287703-BC7B-8644-81FC-F1A75E90308A}" srcOrd="6" destOrd="0" presId="urn:microsoft.com/office/officeart/2008/layout/LinedList"/>
    <dgm:cxn modelId="{A83FEAF5-3BB8-C34F-AFC8-776F7D8DDBCC}" type="presParOf" srcId="{405D7C82-7F46-9A4F-BAF7-A9645B5A0795}" destId="{47A3E5FB-CFEA-3F42-AC75-6AB97CB6E880}" srcOrd="7" destOrd="0" presId="urn:microsoft.com/office/officeart/2008/layout/LinedList"/>
    <dgm:cxn modelId="{69D3C1DF-1CC8-FE4B-978B-C8020BD94734}" type="presParOf" srcId="{47A3E5FB-CFEA-3F42-AC75-6AB97CB6E880}" destId="{DEA6FE09-44C0-A548-99C5-EACBC59BD4DB}" srcOrd="0" destOrd="0" presId="urn:microsoft.com/office/officeart/2008/layout/LinedList"/>
    <dgm:cxn modelId="{45376519-F3B8-0C48-876D-C8833F6D0779}" type="presParOf" srcId="{47A3E5FB-CFEA-3F42-AC75-6AB97CB6E880}" destId="{B128AA6A-51CA-1B4D-BBEF-95CFE1264484}" srcOrd="1" destOrd="0" presId="urn:microsoft.com/office/officeart/2008/layout/LinedList"/>
    <dgm:cxn modelId="{7A9AEA7F-5B0D-784F-B2B0-16D02987E899}" type="presParOf" srcId="{405D7C82-7F46-9A4F-BAF7-A9645B5A0795}" destId="{A88ABFF5-8A3A-0345-BF71-81FB2695711E}" srcOrd="8" destOrd="0" presId="urn:microsoft.com/office/officeart/2008/layout/LinedList"/>
    <dgm:cxn modelId="{A54E4475-2BC0-D94A-983E-BB940A905471}" type="presParOf" srcId="{405D7C82-7F46-9A4F-BAF7-A9645B5A0795}" destId="{DA08A31E-E3D1-CA41-BF40-87503C761C7F}" srcOrd="9" destOrd="0" presId="urn:microsoft.com/office/officeart/2008/layout/LinedList"/>
    <dgm:cxn modelId="{93E64661-2458-9044-BC95-13E9194C61E1}" type="presParOf" srcId="{DA08A31E-E3D1-CA41-BF40-87503C761C7F}" destId="{8287DCB6-1D71-0548-AE60-A2A167738897}" srcOrd="0" destOrd="0" presId="urn:microsoft.com/office/officeart/2008/layout/LinedList"/>
    <dgm:cxn modelId="{254D88F7-B01D-B54B-8EF8-3376C765A461}" type="presParOf" srcId="{DA08A31E-E3D1-CA41-BF40-87503C761C7F}" destId="{B1849984-1F15-6C4E-A163-34414569EEA7}" srcOrd="1" destOrd="0" presId="urn:microsoft.com/office/officeart/2008/layout/LinedList"/>
    <dgm:cxn modelId="{8F74E368-A8A9-CE47-994C-204137D7100B}" type="presParOf" srcId="{405D7C82-7F46-9A4F-BAF7-A9645B5A0795}" destId="{650F9AB0-5DA5-624E-8318-5A4EF003C877}" srcOrd="10" destOrd="0" presId="urn:microsoft.com/office/officeart/2008/layout/LinedList"/>
    <dgm:cxn modelId="{10FF3B63-F93A-F94E-886F-0B149315E18F}" type="presParOf" srcId="{405D7C82-7F46-9A4F-BAF7-A9645B5A0795}" destId="{BB197499-A279-8842-9235-39BB06DAB6D0}" srcOrd="11" destOrd="0" presId="urn:microsoft.com/office/officeart/2008/layout/LinedList"/>
    <dgm:cxn modelId="{C3CCDC78-C6FF-AC4E-8498-F8E6AB1B99E3}" type="presParOf" srcId="{BB197499-A279-8842-9235-39BB06DAB6D0}" destId="{FD4AB5B8-B238-0E46-9DCF-36E21DEECE4D}" srcOrd="0" destOrd="0" presId="urn:microsoft.com/office/officeart/2008/layout/LinedList"/>
    <dgm:cxn modelId="{7E65EB52-CABA-6C45-A25F-C7E3D26FCB3B}" type="presParOf" srcId="{BB197499-A279-8842-9235-39BB06DAB6D0}" destId="{55BF8829-8A72-3B41-9215-5F918A2A367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7AB9BDD-D2AC-48A3-85E2-E22934283958}"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en-US"/>
        </a:p>
      </dgm:t>
    </dgm:pt>
    <dgm:pt modelId="{4DC6D9E2-E79B-4FF5-A928-4731A232353D}">
      <dgm:prSet custT="1"/>
      <dgm:spPr/>
      <dgm:t>
        <a:bodyPr anchor="ctr"/>
        <a:lstStyle/>
        <a:p>
          <a:r>
            <a:rPr lang="sk-SK" sz="3200" b="0" dirty="0">
              <a:latin typeface="Helvetica Neue" panose="02000503000000020004" pitchFamily="2" charset="0"/>
              <a:ea typeface="Helvetica Neue" panose="02000503000000020004" pitchFamily="2" charset="0"/>
              <a:cs typeface="Helvetica Neue" panose="02000503000000020004" pitchFamily="2" charset="0"/>
            </a:rPr>
            <a:t>Lekársky účet</a:t>
          </a:r>
          <a:endParaRPr lang="en-US" sz="3200" b="0" dirty="0">
            <a:latin typeface="Helvetica Neue" panose="02000503000000020004" pitchFamily="2" charset="0"/>
            <a:ea typeface="Helvetica Neue" panose="02000503000000020004" pitchFamily="2" charset="0"/>
            <a:cs typeface="Helvetica Neue" panose="02000503000000020004" pitchFamily="2" charset="0"/>
          </a:endParaRPr>
        </a:p>
      </dgm:t>
    </dgm:pt>
    <dgm:pt modelId="{C7F2F7DE-CB67-40D4-8814-D9B37F88CC68}" type="parTrans" cxnId="{E500245B-D8FD-4CE5-8995-6030B66AD29C}">
      <dgm:prSet/>
      <dgm:spPr/>
      <dgm:t>
        <a:bodyPr/>
        <a:lstStyle/>
        <a:p>
          <a:endParaRPr lang="en-US"/>
        </a:p>
      </dgm:t>
    </dgm:pt>
    <dgm:pt modelId="{BAD199CB-A93E-4706-9CB1-80738E776328}" type="sibTrans" cxnId="{E500245B-D8FD-4CE5-8995-6030B66AD29C}">
      <dgm:prSet/>
      <dgm:spPr/>
      <dgm:t>
        <a:bodyPr/>
        <a:lstStyle/>
        <a:p>
          <a:endParaRPr lang="en-US"/>
        </a:p>
      </dgm:t>
    </dgm:pt>
    <dgm:pt modelId="{E221785A-1C15-413A-BF53-FD9B4D93D3B9}">
      <dgm:prSet custT="1"/>
      <dgm:spPr/>
      <dgm:t>
        <a:bodyPr anchor="ctr"/>
        <a:lstStyle/>
        <a:p>
          <a:r>
            <a:rPr lang="en-US" sz="3200" b="0" dirty="0" err="1">
              <a:latin typeface="Helvetica Neue" panose="02000503000000020004" pitchFamily="2" charset="0"/>
              <a:ea typeface="Helvetica Neue" panose="02000503000000020004" pitchFamily="2" charset="0"/>
              <a:cs typeface="Helvetica Neue" panose="02000503000000020004" pitchFamily="2" charset="0"/>
            </a:rPr>
            <a:t>Správa</a:t>
          </a:r>
          <a:r>
            <a:rPr lang="en-US" sz="3200" b="0" dirty="0">
              <a:latin typeface="Helvetica Neue" panose="02000503000000020004" pitchFamily="2" charset="0"/>
              <a:ea typeface="Helvetica Neue" panose="02000503000000020004" pitchFamily="2" charset="0"/>
              <a:cs typeface="Helvetica Neue" panose="02000503000000020004" pitchFamily="2" charset="0"/>
            </a:rPr>
            <a:t> </a:t>
          </a:r>
          <a:r>
            <a:rPr lang="en-US" sz="3200" b="0" dirty="0" err="1">
              <a:latin typeface="Helvetica Neue" panose="02000503000000020004" pitchFamily="2" charset="0"/>
              <a:ea typeface="Helvetica Neue" panose="02000503000000020004" pitchFamily="2" charset="0"/>
              <a:cs typeface="Helvetica Neue" panose="02000503000000020004" pitchFamily="2" charset="0"/>
            </a:rPr>
            <a:t>kalendára</a:t>
          </a:r>
          <a:endParaRPr lang="en-US" sz="3200" b="0" dirty="0">
            <a:latin typeface="Helvetica Neue" panose="02000503000000020004" pitchFamily="2" charset="0"/>
            <a:ea typeface="Helvetica Neue" panose="02000503000000020004" pitchFamily="2" charset="0"/>
            <a:cs typeface="Helvetica Neue" panose="02000503000000020004" pitchFamily="2" charset="0"/>
          </a:endParaRPr>
        </a:p>
      </dgm:t>
    </dgm:pt>
    <dgm:pt modelId="{57E8A92A-4F7A-4482-ACA9-8A56ED9D6373}" type="parTrans" cxnId="{C0E8F5C2-C5F8-495C-91FF-079044037A48}">
      <dgm:prSet/>
      <dgm:spPr/>
      <dgm:t>
        <a:bodyPr/>
        <a:lstStyle/>
        <a:p>
          <a:endParaRPr lang="en-US"/>
        </a:p>
      </dgm:t>
    </dgm:pt>
    <dgm:pt modelId="{5186FF59-69D1-45D9-87CF-0DB41DE8514B}" type="sibTrans" cxnId="{C0E8F5C2-C5F8-495C-91FF-079044037A48}">
      <dgm:prSet/>
      <dgm:spPr/>
      <dgm:t>
        <a:bodyPr/>
        <a:lstStyle/>
        <a:p>
          <a:endParaRPr lang="en-US"/>
        </a:p>
      </dgm:t>
    </dgm:pt>
    <dgm:pt modelId="{48CF3636-1A9B-46A6-AB7E-E3933A78C522}">
      <dgm:prSet custT="1"/>
      <dgm:spPr/>
      <dgm:t>
        <a:bodyPr anchor="ctr"/>
        <a:lstStyle/>
        <a:p>
          <a:r>
            <a:rPr lang="sk-SK" sz="3200" dirty="0">
              <a:latin typeface="Helvetica Neue" panose="02000503000000020004" pitchFamily="2" charset="0"/>
              <a:ea typeface="Helvetica Neue" panose="02000503000000020004" pitchFamily="2" charset="0"/>
              <a:cs typeface="Helvetica Neue" panose="02000503000000020004" pitchFamily="2" charset="0"/>
            </a:rPr>
            <a:t>Správa termínov</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dgm:t>
    </dgm:pt>
    <dgm:pt modelId="{BDDF3314-F34A-4A33-B22F-519B8A96B234}" type="parTrans" cxnId="{539D42C5-DA75-407D-9E33-EEDF12015927}">
      <dgm:prSet/>
      <dgm:spPr/>
      <dgm:t>
        <a:bodyPr/>
        <a:lstStyle/>
        <a:p>
          <a:endParaRPr lang="en-US"/>
        </a:p>
      </dgm:t>
    </dgm:pt>
    <dgm:pt modelId="{2C9740D8-287F-4EE8-8DC9-5EBE19FF87CE}" type="sibTrans" cxnId="{539D42C5-DA75-407D-9E33-EEDF12015927}">
      <dgm:prSet/>
      <dgm:spPr/>
      <dgm:t>
        <a:bodyPr/>
        <a:lstStyle/>
        <a:p>
          <a:endParaRPr lang="en-US"/>
        </a:p>
      </dgm:t>
    </dgm:pt>
    <dgm:pt modelId="{3E09D733-B381-4621-A2B5-B27934DE5664}">
      <dgm:prSet custT="1"/>
      <dgm:spPr/>
      <dgm:t>
        <a:bodyPr anchor="ctr"/>
        <a:lstStyle/>
        <a:p>
          <a:r>
            <a:rPr lang="sk-SK" sz="3200" dirty="0">
              <a:latin typeface="Helvetica Neue" panose="02000503000000020004" pitchFamily="2" charset="0"/>
              <a:ea typeface="Helvetica Neue" panose="02000503000000020004" pitchFamily="2" charset="0"/>
              <a:cs typeface="Helvetica Neue" panose="02000503000000020004" pitchFamily="2" charset="0"/>
            </a:rPr>
            <a:t>Evidencia stavu návštevy</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dgm:t>
    </dgm:pt>
    <dgm:pt modelId="{51F760E9-7AEA-4273-82A8-FDB53EA72655}" type="parTrans" cxnId="{FDA46A09-0791-4FB8-8778-9B481E989052}">
      <dgm:prSet/>
      <dgm:spPr/>
      <dgm:t>
        <a:bodyPr/>
        <a:lstStyle/>
        <a:p>
          <a:endParaRPr lang="en-US"/>
        </a:p>
      </dgm:t>
    </dgm:pt>
    <dgm:pt modelId="{D305CCCB-C1BA-48A9-8402-C8710EEF8CCD}" type="sibTrans" cxnId="{FDA46A09-0791-4FB8-8778-9B481E989052}">
      <dgm:prSet/>
      <dgm:spPr/>
      <dgm:t>
        <a:bodyPr/>
        <a:lstStyle/>
        <a:p>
          <a:endParaRPr lang="en-US"/>
        </a:p>
      </dgm:t>
    </dgm:pt>
    <dgm:pt modelId="{405D7C82-7F46-9A4F-BAF7-A9645B5A0795}" type="pres">
      <dgm:prSet presAssocID="{E7AB9BDD-D2AC-48A3-85E2-E22934283958}" presName="vert0" presStyleCnt="0">
        <dgm:presLayoutVars>
          <dgm:dir/>
          <dgm:animOne val="branch"/>
          <dgm:animLvl val="lvl"/>
        </dgm:presLayoutVars>
      </dgm:prSet>
      <dgm:spPr/>
    </dgm:pt>
    <dgm:pt modelId="{1D70A020-6762-E74E-9D6D-668D3C95CE3A}" type="pres">
      <dgm:prSet presAssocID="{4DC6D9E2-E79B-4FF5-A928-4731A232353D}" presName="thickLine" presStyleLbl="alignNode1" presStyleIdx="0" presStyleCnt="4"/>
      <dgm:spPr/>
    </dgm:pt>
    <dgm:pt modelId="{AC9514AA-6F66-E34B-BCD8-C1ADED8FEE14}" type="pres">
      <dgm:prSet presAssocID="{4DC6D9E2-E79B-4FF5-A928-4731A232353D}" presName="horz1" presStyleCnt="0"/>
      <dgm:spPr/>
    </dgm:pt>
    <dgm:pt modelId="{3CCC34C4-E39B-8743-8E5D-8D0D5D5600C5}" type="pres">
      <dgm:prSet presAssocID="{4DC6D9E2-E79B-4FF5-A928-4731A232353D}" presName="tx1" presStyleLbl="revTx" presStyleIdx="0" presStyleCnt="4"/>
      <dgm:spPr/>
    </dgm:pt>
    <dgm:pt modelId="{F48C7B95-ACDA-1F49-945B-15CD109A1407}" type="pres">
      <dgm:prSet presAssocID="{4DC6D9E2-E79B-4FF5-A928-4731A232353D}" presName="vert1" presStyleCnt="0"/>
      <dgm:spPr/>
    </dgm:pt>
    <dgm:pt modelId="{587FE207-F05E-6649-9C21-1EA9BF642201}" type="pres">
      <dgm:prSet presAssocID="{E221785A-1C15-413A-BF53-FD9B4D93D3B9}" presName="thickLine" presStyleLbl="alignNode1" presStyleIdx="1" presStyleCnt="4"/>
      <dgm:spPr/>
    </dgm:pt>
    <dgm:pt modelId="{8BA0C28B-8E4D-8B49-A8E0-4CB49A0ED6BE}" type="pres">
      <dgm:prSet presAssocID="{E221785A-1C15-413A-BF53-FD9B4D93D3B9}" presName="horz1" presStyleCnt="0"/>
      <dgm:spPr/>
    </dgm:pt>
    <dgm:pt modelId="{A607230A-734E-AE47-888A-08B2D0F51729}" type="pres">
      <dgm:prSet presAssocID="{E221785A-1C15-413A-BF53-FD9B4D93D3B9}" presName="tx1" presStyleLbl="revTx" presStyleIdx="1" presStyleCnt="4"/>
      <dgm:spPr/>
    </dgm:pt>
    <dgm:pt modelId="{2FAED8D4-24C8-B446-965F-136862A7A345}" type="pres">
      <dgm:prSet presAssocID="{E221785A-1C15-413A-BF53-FD9B4D93D3B9}" presName="vert1" presStyleCnt="0"/>
      <dgm:spPr/>
    </dgm:pt>
    <dgm:pt modelId="{EDB7363F-3B69-C949-B305-A6E58425395E}" type="pres">
      <dgm:prSet presAssocID="{48CF3636-1A9B-46A6-AB7E-E3933A78C522}" presName="thickLine" presStyleLbl="alignNode1" presStyleIdx="2" presStyleCnt="4"/>
      <dgm:spPr/>
    </dgm:pt>
    <dgm:pt modelId="{04C98A7E-A5C6-3840-9B1D-29F42BDA44EA}" type="pres">
      <dgm:prSet presAssocID="{48CF3636-1A9B-46A6-AB7E-E3933A78C522}" presName="horz1" presStyleCnt="0"/>
      <dgm:spPr/>
    </dgm:pt>
    <dgm:pt modelId="{FEF6F2E6-BE38-E54B-8211-1FF77E9B178A}" type="pres">
      <dgm:prSet presAssocID="{48CF3636-1A9B-46A6-AB7E-E3933A78C522}" presName="tx1" presStyleLbl="revTx" presStyleIdx="2" presStyleCnt="4"/>
      <dgm:spPr/>
    </dgm:pt>
    <dgm:pt modelId="{B9D70C90-F314-5D44-944F-CC9812C1B20C}" type="pres">
      <dgm:prSet presAssocID="{48CF3636-1A9B-46A6-AB7E-E3933A78C522}" presName="vert1" presStyleCnt="0"/>
      <dgm:spPr/>
    </dgm:pt>
    <dgm:pt modelId="{FE287703-BC7B-8644-81FC-F1A75E90308A}" type="pres">
      <dgm:prSet presAssocID="{3E09D733-B381-4621-A2B5-B27934DE5664}" presName="thickLine" presStyleLbl="alignNode1" presStyleIdx="3" presStyleCnt="4"/>
      <dgm:spPr/>
    </dgm:pt>
    <dgm:pt modelId="{47A3E5FB-CFEA-3F42-AC75-6AB97CB6E880}" type="pres">
      <dgm:prSet presAssocID="{3E09D733-B381-4621-A2B5-B27934DE5664}" presName="horz1" presStyleCnt="0"/>
      <dgm:spPr/>
    </dgm:pt>
    <dgm:pt modelId="{DEA6FE09-44C0-A548-99C5-EACBC59BD4DB}" type="pres">
      <dgm:prSet presAssocID="{3E09D733-B381-4621-A2B5-B27934DE5664}" presName="tx1" presStyleLbl="revTx" presStyleIdx="3" presStyleCnt="4"/>
      <dgm:spPr/>
    </dgm:pt>
    <dgm:pt modelId="{B128AA6A-51CA-1B4D-BBEF-95CFE1264484}" type="pres">
      <dgm:prSet presAssocID="{3E09D733-B381-4621-A2B5-B27934DE5664}" presName="vert1" presStyleCnt="0"/>
      <dgm:spPr/>
    </dgm:pt>
  </dgm:ptLst>
  <dgm:cxnLst>
    <dgm:cxn modelId="{FDA46A09-0791-4FB8-8778-9B481E989052}" srcId="{E7AB9BDD-D2AC-48A3-85E2-E22934283958}" destId="{3E09D733-B381-4621-A2B5-B27934DE5664}" srcOrd="3" destOrd="0" parTransId="{51F760E9-7AEA-4273-82A8-FDB53EA72655}" sibTransId="{D305CCCB-C1BA-48A9-8402-C8710EEF8CCD}"/>
    <dgm:cxn modelId="{6AC5A83E-4509-DA4F-BB52-1EBA4BF0BBD3}" type="presOf" srcId="{E7AB9BDD-D2AC-48A3-85E2-E22934283958}" destId="{405D7C82-7F46-9A4F-BAF7-A9645B5A0795}" srcOrd="0" destOrd="0" presId="urn:microsoft.com/office/officeart/2008/layout/LinedList"/>
    <dgm:cxn modelId="{E500245B-D8FD-4CE5-8995-6030B66AD29C}" srcId="{E7AB9BDD-D2AC-48A3-85E2-E22934283958}" destId="{4DC6D9E2-E79B-4FF5-A928-4731A232353D}" srcOrd="0" destOrd="0" parTransId="{C7F2F7DE-CB67-40D4-8814-D9B37F88CC68}" sibTransId="{BAD199CB-A93E-4706-9CB1-80738E776328}"/>
    <dgm:cxn modelId="{6B1A5B4A-ED3F-EA48-AD53-76C63DE5B0D8}" type="presOf" srcId="{E221785A-1C15-413A-BF53-FD9B4D93D3B9}" destId="{A607230A-734E-AE47-888A-08B2D0F51729}" srcOrd="0" destOrd="0" presId="urn:microsoft.com/office/officeart/2008/layout/LinedList"/>
    <dgm:cxn modelId="{8DAFB5A8-A8D9-3E43-ABAA-7270ACE9290A}" type="presOf" srcId="{48CF3636-1A9B-46A6-AB7E-E3933A78C522}" destId="{FEF6F2E6-BE38-E54B-8211-1FF77E9B178A}" srcOrd="0" destOrd="0" presId="urn:microsoft.com/office/officeart/2008/layout/LinedList"/>
    <dgm:cxn modelId="{646E30B1-AEAD-854C-89ED-CD27F38D044F}" type="presOf" srcId="{3E09D733-B381-4621-A2B5-B27934DE5664}" destId="{DEA6FE09-44C0-A548-99C5-EACBC59BD4DB}" srcOrd="0" destOrd="0" presId="urn:microsoft.com/office/officeart/2008/layout/LinedList"/>
    <dgm:cxn modelId="{C0E8F5C2-C5F8-495C-91FF-079044037A48}" srcId="{E7AB9BDD-D2AC-48A3-85E2-E22934283958}" destId="{E221785A-1C15-413A-BF53-FD9B4D93D3B9}" srcOrd="1" destOrd="0" parTransId="{57E8A92A-4F7A-4482-ACA9-8A56ED9D6373}" sibTransId="{5186FF59-69D1-45D9-87CF-0DB41DE8514B}"/>
    <dgm:cxn modelId="{539D42C5-DA75-407D-9E33-EEDF12015927}" srcId="{E7AB9BDD-D2AC-48A3-85E2-E22934283958}" destId="{48CF3636-1A9B-46A6-AB7E-E3933A78C522}" srcOrd="2" destOrd="0" parTransId="{BDDF3314-F34A-4A33-B22F-519B8A96B234}" sibTransId="{2C9740D8-287F-4EE8-8DC9-5EBE19FF87CE}"/>
    <dgm:cxn modelId="{E1AF36F3-BB64-3D4D-8987-08DE5567D4D5}" type="presOf" srcId="{4DC6D9E2-E79B-4FF5-A928-4731A232353D}" destId="{3CCC34C4-E39B-8743-8E5D-8D0D5D5600C5}" srcOrd="0" destOrd="0" presId="urn:microsoft.com/office/officeart/2008/layout/LinedList"/>
    <dgm:cxn modelId="{81279B4E-3612-8E4B-9B65-CDED7B0F1D6D}" type="presParOf" srcId="{405D7C82-7F46-9A4F-BAF7-A9645B5A0795}" destId="{1D70A020-6762-E74E-9D6D-668D3C95CE3A}" srcOrd="0" destOrd="0" presId="urn:microsoft.com/office/officeart/2008/layout/LinedList"/>
    <dgm:cxn modelId="{D68865C0-8306-4B48-BEC9-4D415E7DD906}" type="presParOf" srcId="{405D7C82-7F46-9A4F-BAF7-A9645B5A0795}" destId="{AC9514AA-6F66-E34B-BCD8-C1ADED8FEE14}" srcOrd="1" destOrd="0" presId="urn:microsoft.com/office/officeart/2008/layout/LinedList"/>
    <dgm:cxn modelId="{A4E78F11-C33B-BE4B-B1D2-074FB98DDD55}" type="presParOf" srcId="{AC9514AA-6F66-E34B-BCD8-C1ADED8FEE14}" destId="{3CCC34C4-E39B-8743-8E5D-8D0D5D5600C5}" srcOrd="0" destOrd="0" presId="urn:microsoft.com/office/officeart/2008/layout/LinedList"/>
    <dgm:cxn modelId="{3C2CA23A-524E-E649-9F6A-897F53C86DED}" type="presParOf" srcId="{AC9514AA-6F66-E34B-BCD8-C1ADED8FEE14}" destId="{F48C7B95-ACDA-1F49-945B-15CD109A1407}" srcOrd="1" destOrd="0" presId="urn:microsoft.com/office/officeart/2008/layout/LinedList"/>
    <dgm:cxn modelId="{E1DB0576-999C-384E-B4A7-D926945FB60F}" type="presParOf" srcId="{405D7C82-7F46-9A4F-BAF7-A9645B5A0795}" destId="{587FE207-F05E-6649-9C21-1EA9BF642201}" srcOrd="2" destOrd="0" presId="urn:microsoft.com/office/officeart/2008/layout/LinedList"/>
    <dgm:cxn modelId="{1ABD0A5E-CBBF-EA4D-851B-A82CBD9B4C07}" type="presParOf" srcId="{405D7C82-7F46-9A4F-BAF7-A9645B5A0795}" destId="{8BA0C28B-8E4D-8B49-A8E0-4CB49A0ED6BE}" srcOrd="3" destOrd="0" presId="urn:microsoft.com/office/officeart/2008/layout/LinedList"/>
    <dgm:cxn modelId="{F6F25FAF-914E-154F-BC87-D28B001F5E16}" type="presParOf" srcId="{8BA0C28B-8E4D-8B49-A8E0-4CB49A0ED6BE}" destId="{A607230A-734E-AE47-888A-08B2D0F51729}" srcOrd="0" destOrd="0" presId="urn:microsoft.com/office/officeart/2008/layout/LinedList"/>
    <dgm:cxn modelId="{CB2023B3-1FC1-E04F-8374-469F98735349}" type="presParOf" srcId="{8BA0C28B-8E4D-8B49-A8E0-4CB49A0ED6BE}" destId="{2FAED8D4-24C8-B446-965F-136862A7A345}" srcOrd="1" destOrd="0" presId="urn:microsoft.com/office/officeart/2008/layout/LinedList"/>
    <dgm:cxn modelId="{C96F4F5B-04AF-064A-AE23-AC06273C2766}" type="presParOf" srcId="{405D7C82-7F46-9A4F-BAF7-A9645B5A0795}" destId="{EDB7363F-3B69-C949-B305-A6E58425395E}" srcOrd="4" destOrd="0" presId="urn:microsoft.com/office/officeart/2008/layout/LinedList"/>
    <dgm:cxn modelId="{E1281DE4-8618-D043-AB31-C21B54ED7FCF}" type="presParOf" srcId="{405D7C82-7F46-9A4F-BAF7-A9645B5A0795}" destId="{04C98A7E-A5C6-3840-9B1D-29F42BDA44EA}" srcOrd="5" destOrd="0" presId="urn:microsoft.com/office/officeart/2008/layout/LinedList"/>
    <dgm:cxn modelId="{4E77D749-C2D8-724A-9173-04CE1ED836E6}" type="presParOf" srcId="{04C98A7E-A5C6-3840-9B1D-29F42BDA44EA}" destId="{FEF6F2E6-BE38-E54B-8211-1FF77E9B178A}" srcOrd="0" destOrd="0" presId="urn:microsoft.com/office/officeart/2008/layout/LinedList"/>
    <dgm:cxn modelId="{0D3D03BC-761B-B74A-8C5E-5C65B4366F14}" type="presParOf" srcId="{04C98A7E-A5C6-3840-9B1D-29F42BDA44EA}" destId="{B9D70C90-F314-5D44-944F-CC9812C1B20C}" srcOrd="1" destOrd="0" presId="urn:microsoft.com/office/officeart/2008/layout/LinedList"/>
    <dgm:cxn modelId="{D10BB026-0C8B-1143-B378-A739F738ABB2}" type="presParOf" srcId="{405D7C82-7F46-9A4F-BAF7-A9645B5A0795}" destId="{FE287703-BC7B-8644-81FC-F1A75E90308A}" srcOrd="6" destOrd="0" presId="urn:microsoft.com/office/officeart/2008/layout/LinedList"/>
    <dgm:cxn modelId="{A83FEAF5-3BB8-C34F-AFC8-776F7D8DDBCC}" type="presParOf" srcId="{405D7C82-7F46-9A4F-BAF7-A9645B5A0795}" destId="{47A3E5FB-CFEA-3F42-AC75-6AB97CB6E880}" srcOrd="7" destOrd="0" presId="urn:microsoft.com/office/officeart/2008/layout/LinedList"/>
    <dgm:cxn modelId="{69D3C1DF-1CC8-FE4B-978B-C8020BD94734}" type="presParOf" srcId="{47A3E5FB-CFEA-3F42-AC75-6AB97CB6E880}" destId="{DEA6FE09-44C0-A548-99C5-EACBC59BD4DB}" srcOrd="0" destOrd="0" presId="urn:microsoft.com/office/officeart/2008/layout/LinedList"/>
    <dgm:cxn modelId="{45376519-F3B8-0C48-876D-C8833F6D0779}" type="presParOf" srcId="{47A3E5FB-CFEA-3F42-AC75-6AB97CB6E880}" destId="{B128AA6A-51CA-1B4D-BBEF-95CFE126448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7AB9BDD-D2AC-48A3-85E2-E22934283958}"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en-US"/>
        </a:p>
      </dgm:t>
    </dgm:pt>
    <dgm:pt modelId="{4DC6D9E2-E79B-4FF5-A928-4731A232353D}">
      <dgm:prSet custT="1"/>
      <dgm:spPr/>
      <dgm:t>
        <a:bodyPr anchor="ctr"/>
        <a:lstStyle/>
        <a:p>
          <a:r>
            <a:rPr lang="sk-SK" sz="3200" b="0" dirty="0">
              <a:latin typeface="Helvetica Neue" panose="02000503000000020004" pitchFamily="2" charset="0"/>
              <a:ea typeface="Helvetica Neue" panose="02000503000000020004" pitchFamily="2" charset="0"/>
              <a:cs typeface="Helvetica Neue" panose="02000503000000020004" pitchFamily="2" charset="0"/>
            </a:rPr>
            <a:t>Správa používateľských účtov</a:t>
          </a:r>
          <a:endParaRPr lang="en-US" sz="3200" b="0" dirty="0">
            <a:latin typeface="Helvetica Neue" panose="02000503000000020004" pitchFamily="2" charset="0"/>
            <a:ea typeface="Helvetica Neue" panose="02000503000000020004" pitchFamily="2" charset="0"/>
            <a:cs typeface="Helvetica Neue" panose="02000503000000020004" pitchFamily="2" charset="0"/>
          </a:endParaRPr>
        </a:p>
      </dgm:t>
    </dgm:pt>
    <dgm:pt modelId="{C7F2F7DE-CB67-40D4-8814-D9B37F88CC68}" type="parTrans" cxnId="{E500245B-D8FD-4CE5-8995-6030B66AD29C}">
      <dgm:prSet/>
      <dgm:spPr/>
      <dgm:t>
        <a:bodyPr/>
        <a:lstStyle/>
        <a:p>
          <a:endParaRPr lang="en-US"/>
        </a:p>
      </dgm:t>
    </dgm:pt>
    <dgm:pt modelId="{BAD199CB-A93E-4706-9CB1-80738E776328}" type="sibTrans" cxnId="{E500245B-D8FD-4CE5-8995-6030B66AD29C}">
      <dgm:prSet/>
      <dgm:spPr/>
      <dgm:t>
        <a:bodyPr/>
        <a:lstStyle/>
        <a:p>
          <a:endParaRPr lang="en-US"/>
        </a:p>
      </dgm:t>
    </dgm:pt>
    <dgm:pt modelId="{E221785A-1C15-413A-BF53-FD9B4D93D3B9}">
      <dgm:prSet custT="1"/>
      <dgm:spPr/>
      <dgm:t>
        <a:bodyPr anchor="ctr"/>
        <a:lstStyle/>
        <a:p>
          <a:r>
            <a:rPr lang="en-US" sz="3200" b="0" dirty="0" err="1">
              <a:latin typeface="Helvetica Neue" panose="02000503000000020004" pitchFamily="2" charset="0"/>
              <a:ea typeface="Helvetica Neue" panose="02000503000000020004" pitchFamily="2" charset="0"/>
              <a:cs typeface="Helvetica Neue" panose="02000503000000020004" pitchFamily="2" charset="0"/>
            </a:rPr>
            <a:t>Správa</a:t>
          </a:r>
          <a:r>
            <a:rPr lang="en-US" sz="3200" b="0" baseline="0" dirty="0">
              <a:latin typeface="Helvetica Neue" panose="02000503000000020004" pitchFamily="2" charset="0"/>
              <a:ea typeface="Helvetica Neue" panose="02000503000000020004" pitchFamily="2" charset="0"/>
              <a:cs typeface="Helvetica Neue" panose="02000503000000020004" pitchFamily="2" charset="0"/>
            </a:rPr>
            <a:t> </a:t>
          </a:r>
          <a:r>
            <a:rPr lang="en-US" sz="3200" b="0" baseline="0" dirty="0" err="1">
              <a:latin typeface="Helvetica Neue" panose="02000503000000020004" pitchFamily="2" charset="0"/>
              <a:ea typeface="Helvetica Neue" panose="02000503000000020004" pitchFamily="2" charset="0"/>
              <a:cs typeface="Helvetica Neue" panose="02000503000000020004" pitchFamily="2" charset="0"/>
            </a:rPr>
            <a:t>lekárov</a:t>
          </a:r>
          <a:r>
            <a:rPr lang="en-US" sz="3200" b="0" baseline="0" dirty="0">
              <a:latin typeface="Helvetica Neue" panose="02000503000000020004" pitchFamily="2" charset="0"/>
              <a:ea typeface="Helvetica Neue" panose="02000503000000020004" pitchFamily="2" charset="0"/>
              <a:cs typeface="Helvetica Neue" panose="02000503000000020004" pitchFamily="2" charset="0"/>
            </a:rPr>
            <a:t> a </a:t>
          </a:r>
          <a:r>
            <a:rPr lang="en-US" sz="3200" b="0" baseline="0" dirty="0" err="1">
              <a:latin typeface="Helvetica Neue" panose="02000503000000020004" pitchFamily="2" charset="0"/>
              <a:ea typeface="Helvetica Neue" panose="02000503000000020004" pitchFamily="2" charset="0"/>
              <a:cs typeface="Helvetica Neue" panose="02000503000000020004" pitchFamily="2" charset="0"/>
            </a:rPr>
            <a:t>pracovísk</a:t>
          </a:r>
          <a:endParaRPr lang="en-US" sz="3200" b="0" dirty="0">
            <a:latin typeface="Helvetica Neue" panose="02000503000000020004" pitchFamily="2" charset="0"/>
            <a:ea typeface="Helvetica Neue" panose="02000503000000020004" pitchFamily="2" charset="0"/>
            <a:cs typeface="Helvetica Neue" panose="02000503000000020004" pitchFamily="2" charset="0"/>
          </a:endParaRPr>
        </a:p>
      </dgm:t>
    </dgm:pt>
    <dgm:pt modelId="{57E8A92A-4F7A-4482-ACA9-8A56ED9D6373}" type="parTrans" cxnId="{C0E8F5C2-C5F8-495C-91FF-079044037A48}">
      <dgm:prSet/>
      <dgm:spPr/>
      <dgm:t>
        <a:bodyPr/>
        <a:lstStyle/>
        <a:p>
          <a:endParaRPr lang="en-US"/>
        </a:p>
      </dgm:t>
    </dgm:pt>
    <dgm:pt modelId="{5186FF59-69D1-45D9-87CF-0DB41DE8514B}" type="sibTrans" cxnId="{C0E8F5C2-C5F8-495C-91FF-079044037A48}">
      <dgm:prSet/>
      <dgm:spPr/>
      <dgm:t>
        <a:bodyPr/>
        <a:lstStyle/>
        <a:p>
          <a:endParaRPr lang="en-US"/>
        </a:p>
      </dgm:t>
    </dgm:pt>
    <dgm:pt modelId="{48CF3636-1A9B-46A6-AB7E-E3933A78C522}">
      <dgm:prSet custT="1"/>
      <dgm:spPr/>
      <dgm:t>
        <a:bodyPr anchor="ctr"/>
        <a:lstStyle/>
        <a:p>
          <a:r>
            <a:rPr lang="sk-SK" sz="3200" dirty="0">
              <a:latin typeface="Helvetica Neue" panose="02000503000000020004" pitchFamily="2" charset="0"/>
              <a:ea typeface="Helvetica Neue" panose="02000503000000020004" pitchFamily="2" charset="0"/>
              <a:cs typeface="Helvetica Neue" panose="02000503000000020004" pitchFamily="2" charset="0"/>
            </a:rPr>
            <a:t>Správa prístupových práv</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dgm:t>
    </dgm:pt>
    <dgm:pt modelId="{BDDF3314-F34A-4A33-B22F-519B8A96B234}" type="parTrans" cxnId="{539D42C5-DA75-407D-9E33-EEDF12015927}">
      <dgm:prSet/>
      <dgm:spPr/>
      <dgm:t>
        <a:bodyPr/>
        <a:lstStyle/>
        <a:p>
          <a:endParaRPr lang="en-US"/>
        </a:p>
      </dgm:t>
    </dgm:pt>
    <dgm:pt modelId="{2C9740D8-287F-4EE8-8DC9-5EBE19FF87CE}" type="sibTrans" cxnId="{539D42C5-DA75-407D-9E33-EEDF12015927}">
      <dgm:prSet/>
      <dgm:spPr/>
      <dgm:t>
        <a:bodyPr/>
        <a:lstStyle/>
        <a:p>
          <a:endParaRPr lang="en-US"/>
        </a:p>
      </dgm:t>
    </dgm:pt>
    <dgm:pt modelId="{3E09D733-B381-4621-A2B5-B27934DE5664}">
      <dgm:prSet custT="1"/>
      <dgm:spPr/>
      <dgm:t>
        <a:bodyPr anchor="ctr"/>
        <a:lstStyle/>
        <a:p>
          <a:r>
            <a:rPr lang="sk-SK" sz="3200" dirty="0">
              <a:latin typeface="Helvetica Neue" panose="02000503000000020004" pitchFamily="2" charset="0"/>
              <a:ea typeface="Helvetica Neue" panose="02000503000000020004" pitchFamily="2" charset="0"/>
              <a:cs typeface="Helvetica Neue" panose="02000503000000020004" pitchFamily="2" charset="0"/>
            </a:rPr>
            <a:t>Evidencia auditných záznamov</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dgm:t>
    </dgm:pt>
    <dgm:pt modelId="{51F760E9-7AEA-4273-82A8-FDB53EA72655}" type="parTrans" cxnId="{FDA46A09-0791-4FB8-8778-9B481E989052}">
      <dgm:prSet/>
      <dgm:spPr/>
      <dgm:t>
        <a:bodyPr/>
        <a:lstStyle/>
        <a:p>
          <a:endParaRPr lang="en-US"/>
        </a:p>
      </dgm:t>
    </dgm:pt>
    <dgm:pt modelId="{D305CCCB-C1BA-48A9-8402-C8710EEF8CCD}" type="sibTrans" cxnId="{FDA46A09-0791-4FB8-8778-9B481E989052}">
      <dgm:prSet/>
      <dgm:spPr/>
      <dgm:t>
        <a:bodyPr/>
        <a:lstStyle/>
        <a:p>
          <a:endParaRPr lang="en-US"/>
        </a:p>
      </dgm:t>
    </dgm:pt>
    <dgm:pt modelId="{405D7C82-7F46-9A4F-BAF7-A9645B5A0795}" type="pres">
      <dgm:prSet presAssocID="{E7AB9BDD-D2AC-48A3-85E2-E22934283958}" presName="vert0" presStyleCnt="0">
        <dgm:presLayoutVars>
          <dgm:dir/>
          <dgm:animOne val="branch"/>
          <dgm:animLvl val="lvl"/>
        </dgm:presLayoutVars>
      </dgm:prSet>
      <dgm:spPr/>
    </dgm:pt>
    <dgm:pt modelId="{1D70A020-6762-E74E-9D6D-668D3C95CE3A}" type="pres">
      <dgm:prSet presAssocID="{4DC6D9E2-E79B-4FF5-A928-4731A232353D}" presName="thickLine" presStyleLbl="alignNode1" presStyleIdx="0" presStyleCnt="4"/>
      <dgm:spPr/>
    </dgm:pt>
    <dgm:pt modelId="{AC9514AA-6F66-E34B-BCD8-C1ADED8FEE14}" type="pres">
      <dgm:prSet presAssocID="{4DC6D9E2-E79B-4FF5-A928-4731A232353D}" presName="horz1" presStyleCnt="0"/>
      <dgm:spPr/>
    </dgm:pt>
    <dgm:pt modelId="{3CCC34C4-E39B-8743-8E5D-8D0D5D5600C5}" type="pres">
      <dgm:prSet presAssocID="{4DC6D9E2-E79B-4FF5-A928-4731A232353D}" presName="tx1" presStyleLbl="revTx" presStyleIdx="0" presStyleCnt="4"/>
      <dgm:spPr/>
    </dgm:pt>
    <dgm:pt modelId="{F48C7B95-ACDA-1F49-945B-15CD109A1407}" type="pres">
      <dgm:prSet presAssocID="{4DC6D9E2-E79B-4FF5-A928-4731A232353D}" presName="vert1" presStyleCnt="0"/>
      <dgm:spPr/>
    </dgm:pt>
    <dgm:pt modelId="{587FE207-F05E-6649-9C21-1EA9BF642201}" type="pres">
      <dgm:prSet presAssocID="{E221785A-1C15-413A-BF53-FD9B4D93D3B9}" presName="thickLine" presStyleLbl="alignNode1" presStyleIdx="1" presStyleCnt="4"/>
      <dgm:spPr/>
    </dgm:pt>
    <dgm:pt modelId="{8BA0C28B-8E4D-8B49-A8E0-4CB49A0ED6BE}" type="pres">
      <dgm:prSet presAssocID="{E221785A-1C15-413A-BF53-FD9B4D93D3B9}" presName="horz1" presStyleCnt="0"/>
      <dgm:spPr/>
    </dgm:pt>
    <dgm:pt modelId="{A607230A-734E-AE47-888A-08B2D0F51729}" type="pres">
      <dgm:prSet presAssocID="{E221785A-1C15-413A-BF53-FD9B4D93D3B9}" presName="tx1" presStyleLbl="revTx" presStyleIdx="1" presStyleCnt="4"/>
      <dgm:spPr/>
    </dgm:pt>
    <dgm:pt modelId="{2FAED8D4-24C8-B446-965F-136862A7A345}" type="pres">
      <dgm:prSet presAssocID="{E221785A-1C15-413A-BF53-FD9B4D93D3B9}" presName="vert1" presStyleCnt="0"/>
      <dgm:spPr/>
    </dgm:pt>
    <dgm:pt modelId="{EDB7363F-3B69-C949-B305-A6E58425395E}" type="pres">
      <dgm:prSet presAssocID="{48CF3636-1A9B-46A6-AB7E-E3933A78C522}" presName="thickLine" presStyleLbl="alignNode1" presStyleIdx="2" presStyleCnt="4"/>
      <dgm:spPr/>
    </dgm:pt>
    <dgm:pt modelId="{04C98A7E-A5C6-3840-9B1D-29F42BDA44EA}" type="pres">
      <dgm:prSet presAssocID="{48CF3636-1A9B-46A6-AB7E-E3933A78C522}" presName="horz1" presStyleCnt="0"/>
      <dgm:spPr/>
    </dgm:pt>
    <dgm:pt modelId="{FEF6F2E6-BE38-E54B-8211-1FF77E9B178A}" type="pres">
      <dgm:prSet presAssocID="{48CF3636-1A9B-46A6-AB7E-E3933A78C522}" presName="tx1" presStyleLbl="revTx" presStyleIdx="2" presStyleCnt="4"/>
      <dgm:spPr/>
    </dgm:pt>
    <dgm:pt modelId="{B9D70C90-F314-5D44-944F-CC9812C1B20C}" type="pres">
      <dgm:prSet presAssocID="{48CF3636-1A9B-46A6-AB7E-E3933A78C522}" presName="vert1" presStyleCnt="0"/>
      <dgm:spPr/>
    </dgm:pt>
    <dgm:pt modelId="{FE287703-BC7B-8644-81FC-F1A75E90308A}" type="pres">
      <dgm:prSet presAssocID="{3E09D733-B381-4621-A2B5-B27934DE5664}" presName="thickLine" presStyleLbl="alignNode1" presStyleIdx="3" presStyleCnt="4"/>
      <dgm:spPr/>
    </dgm:pt>
    <dgm:pt modelId="{47A3E5FB-CFEA-3F42-AC75-6AB97CB6E880}" type="pres">
      <dgm:prSet presAssocID="{3E09D733-B381-4621-A2B5-B27934DE5664}" presName="horz1" presStyleCnt="0"/>
      <dgm:spPr/>
    </dgm:pt>
    <dgm:pt modelId="{DEA6FE09-44C0-A548-99C5-EACBC59BD4DB}" type="pres">
      <dgm:prSet presAssocID="{3E09D733-B381-4621-A2B5-B27934DE5664}" presName="tx1" presStyleLbl="revTx" presStyleIdx="3" presStyleCnt="4"/>
      <dgm:spPr/>
    </dgm:pt>
    <dgm:pt modelId="{B128AA6A-51CA-1B4D-BBEF-95CFE1264484}" type="pres">
      <dgm:prSet presAssocID="{3E09D733-B381-4621-A2B5-B27934DE5664}" presName="vert1" presStyleCnt="0"/>
      <dgm:spPr/>
    </dgm:pt>
  </dgm:ptLst>
  <dgm:cxnLst>
    <dgm:cxn modelId="{FDA46A09-0791-4FB8-8778-9B481E989052}" srcId="{E7AB9BDD-D2AC-48A3-85E2-E22934283958}" destId="{3E09D733-B381-4621-A2B5-B27934DE5664}" srcOrd="3" destOrd="0" parTransId="{51F760E9-7AEA-4273-82A8-FDB53EA72655}" sibTransId="{D305CCCB-C1BA-48A9-8402-C8710EEF8CCD}"/>
    <dgm:cxn modelId="{6AC5A83E-4509-DA4F-BB52-1EBA4BF0BBD3}" type="presOf" srcId="{E7AB9BDD-D2AC-48A3-85E2-E22934283958}" destId="{405D7C82-7F46-9A4F-BAF7-A9645B5A0795}" srcOrd="0" destOrd="0" presId="urn:microsoft.com/office/officeart/2008/layout/LinedList"/>
    <dgm:cxn modelId="{E500245B-D8FD-4CE5-8995-6030B66AD29C}" srcId="{E7AB9BDD-D2AC-48A3-85E2-E22934283958}" destId="{4DC6D9E2-E79B-4FF5-A928-4731A232353D}" srcOrd="0" destOrd="0" parTransId="{C7F2F7DE-CB67-40D4-8814-D9B37F88CC68}" sibTransId="{BAD199CB-A93E-4706-9CB1-80738E776328}"/>
    <dgm:cxn modelId="{6B1A5B4A-ED3F-EA48-AD53-76C63DE5B0D8}" type="presOf" srcId="{E221785A-1C15-413A-BF53-FD9B4D93D3B9}" destId="{A607230A-734E-AE47-888A-08B2D0F51729}" srcOrd="0" destOrd="0" presId="urn:microsoft.com/office/officeart/2008/layout/LinedList"/>
    <dgm:cxn modelId="{8DAFB5A8-A8D9-3E43-ABAA-7270ACE9290A}" type="presOf" srcId="{48CF3636-1A9B-46A6-AB7E-E3933A78C522}" destId="{FEF6F2E6-BE38-E54B-8211-1FF77E9B178A}" srcOrd="0" destOrd="0" presId="urn:microsoft.com/office/officeart/2008/layout/LinedList"/>
    <dgm:cxn modelId="{646E30B1-AEAD-854C-89ED-CD27F38D044F}" type="presOf" srcId="{3E09D733-B381-4621-A2B5-B27934DE5664}" destId="{DEA6FE09-44C0-A548-99C5-EACBC59BD4DB}" srcOrd="0" destOrd="0" presId="urn:microsoft.com/office/officeart/2008/layout/LinedList"/>
    <dgm:cxn modelId="{C0E8F5C2-C5F8-495C-91FF-079044037A48}" srcId="{E7AB9BDD-D2AC-48A3-85E2-E22934283958}" destId="{E221785A-1C15-413A-BF53-FD9B4D93D3B9}" srcOrd="1" destOrd="0" parTransId="{57E8A92A-4F7A-4482-ACA9-8A56ED9D6373}" sibTransId="{5186FF59-69D1-45D9-87CF-0DB41DE8514B}"/>
    <dgm:cxn modelId="{539D42C5-DA75-407D-9E33-EEDF12015927}" srcId="{E7AB9BDD-D2AC-48A3-85E2-E22934283958}" destId="{48CF3636-1A9B-46A6-AB7E-E3933A78C522}" srcOrd="2" destOrd="0" parTransId="{BDDF3314-F34A-4A33-B22F-519B8A96B234}" sibTransId="{2C9740D8-287F-4EE8-8DC9-5EBE19FF87CE}"/>
    <dgm:cxn modelId="{E1AF36F3-BB64-3D4D-8987-08DE5567D4D5}" type="presOf" srcId="{4DC6D9E2-E79B-4FF5-A928-4731A232353D}" destId="{3CCC34C4-E39B-8743-8E5D-8D0D5D5600C5}" srcOrd="0" destOrd="0" presId="urn:microsoft.com/office/officeart/2008/layout/LinedList"/>
    <dgm:cxn modelId="{81279B4E-3612-8E4B-9B65-CDED7B0F1D6D}" type="presParOf" srcId="{405D7C82-7F46-9A4F-BAF7-A9645B5A0795}" destId="{1D70A020-6762-E74E-9D6D-668D3C95CE3A}" srcOrd="0" destOrd="0" presId="urn:microsoft.com/office/officeart/2008/layout/LinedList"/>
    <dgm:cxn modelId="{D68865C0-8306-4B48-BEC9-4D415E7DD906}" type="presParOf" srcId="{405D7C82-7F46-9A4F-BAF7-A9645B5A0795}" destId="{AC9514AA-6F66-E34B-BCD8-C1ADED8FEE14}" srcOrd="1" destOrd="0" presId="urn:microsoft.com/office/officeart/2008/layout/LinedList"/>
    <dgm:cxn modelId="{A4E78F11-C33B-BE4B-B1D2-074FB98DDD55}" type="presParOf" srcId="{AC9514AA-6F66-E34B-BCD8-C1ADED8FEE14}" destId="{3CCC34C4-E39B-8743-8E5D-8D0D5D5600C5}" srcOrd="0" destOrd="0" presId="urn:microsoft.com/office/officeart/2008/layout/LinedList"/>
    <dgm:cxn modelId="{3C2CA23A-524E-E649-9F6A-897F53C86DED}" type="presParOf" srcId="{AC9514AA-6F66-E34B-BCD8-C1ADED8FEE14}" destId="{F48C7B95-ACDA-1F49-945B-15CD109A1407}" srcOrd="1" destOrd="0" presId="urn:microsoft.com/office/officeart/2008/layout/LinedList"/>
    <dgm:cxn modelId="{E1DB0576-999C-384E-B4A7-D926945FB60F}" type="presParOf" srcId="{405D7C82-7F46-9A4F-BAF7-A9645B5A0795}" destId="{587FE207-F05E-6649-9C21-1EA9BF642201}" srcOrd="2" destOrd="0" presId="urn:microsoft.com/office/officeart/2008/layout/LinedList"/>
    <dgm:cxn modelId="{1ABD0A5E-CBBF-EA4D-851B-A82CBD9B4C07}" type="presParOf" srcId="{405D7C82-7F46-9A4F-BAF7-A9645B5A0795}" destId="{8BA0C28B-8E4D-8B49-A8E0-4CB49A0ED6BE}" srcOrd="3" destOrd="0" presId="urn:microsoft.com/office/officeart/2008/layout/LinedList"/>
    <dgm:cxn modelId="{F6F25FAF-914E-154F-BC87-D28B001F5E16}" type="presParOf" srcId="{8BA0C28B-8E4D-8B49-A8E0-4CB49A0ED6BE}" destId="{A607230A-734E-AE47-888A-08B2D0F51729}" srcOrd="0" destOrd="0" presId="urn:microsoft.com/office/officeart/2008/layout/LinedList"/>
    <dgm:cxn modelId="{CB2023B3-1FC1-E04F-8374-469F98735349}" type="presParOf" srcId="{8BA0C28B-8E4D-8B49-A8E0-4CB49A0ED6BE}" destId="{2FAED8D4-24C8-B446-965F-136862A7A345}" srcOrd="1" destOrd="0" presId="urn:microsoft.com/office/officeart/2008/layout/LinedList"/>
    <dgm:cxn modelId="{C96F4F5B-04AF-064A-AE23-AC06273C2766}" type="presParOf" srcId="{405D7C82-7F46-9A4F-BAF7-A9645B5A0795}" destId="{EDB7363F-3B69-C949-B305-A6E58425395E}" srcOrd="4" destOrd="0" presId="urn:microsoft.com/office/officeart/2008/layout/LinedList"/>
    <dgm:cxn modelId="{E1281DE4-8618-D043-AB31-C21B54ED7FCF}" type="presParOf" srcId="{405D7C82-7F46-9A4F-BAF7-A9645B5A0795}" destId="{04C98A7E-A5C6-3840-9B1D-29F42BDA44EA}" srcOrd="5" destOrd="0" presId="urn:microsoft.com/office/officeart/2008/layout/LinedList"/>
    <dgm:cxn modelId="{4E77D749-C2D8-724A-9173-04CE1ED836E6}" type="presParOf" srcId="{04C98A7E-A5C6-3840-9B1D-29F42BDA44EA}" destId="{FEF6F2E6-BE38-E54B-8211-1FF77E9B178A}" srcOrd="0" destOrd="0" presId="urn:microsoft.com/office/officeart/2008/layout/LinedList"/>
    <dgm:cxn modelId="{0D3D03BC-761B-B74A-8C5E-5C65B4366F14}" type="presParOf" srcId="{04C98A7E-A5C6-3840-9B1D-29F42BDA44EA}" destId="{B9D70C90-F314-5D44-944F-CC9812C1B20C}" srcOrd="1" destOrd="0" presId="urn:microsoft.com/office/officeart/2008/layout/LinedList"/>
    <dgm:cxn modelId="{D10BB026-0C8B-1143-B378-A739F738ABB2}" type="presParOf" srcId="{405D7C82-7F46-9A4F-BAF7-A9645B5A0795}" destId="{FE287703-BC7B-8644-81FC-F1A75E90308A}" srcOrd="6" destOrd="0" presId="urn:microsoft.com/office/officeart/2008/layout/LinedList"/>
    <dgm:cxn modelId="{A83FEAF5-3BB8-C34F-AFC8-776F7D8DDBCC}" type="presParOf" srcId="{405D7C82-7F46-9A4F-BAF7-A9645B5A0795}" destId="{47A3E5FB-CFEA-3F42-AC75-6AB97CB6E880}" srcOrd="7" destOrd="0" presId="urn:microsoft.com/office/officeart/2008/layout/LinedList"/>
    <dgm:cxn modelId="{69D3C1DF-1CC8-FE4B-978B-C8020BD94734}" type="presParOf" srcId="{47A3E5FB-CFEA-3F42-AC75-6AB97CB6E880}" destId="{DEA6FE09-44C0-A548-99C5-EACBC59BD4DB}" srcOrd="0" destOrd="0" presId="urn:microsoft.com/office/officeart/2008/layout/LinedList"/>
    <dgm:cxn modelId="{45376519-F3B8-0C48-876D-C8833F6D0779}" type="presParOf" srcId="{47A3E5FB-CFEA-3F42-AC75-6AB97CB6E880}" destId="{B128AA6A-51CA-1B4D-BBEF-95CFE126448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7AB9BDD-D2AC-48A3-85E2-E22934283958}"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en-US"/>
        </a:p>
      </dgm:t>
    </dgm:pt>
    <dgm:pt modelId="{4DC6D9E2-E79B-4FF5-A928-4731A232353D}">
      <dgm:prSet custT="1"/>
      <dgm:spPr/>
      <dgm:t>
        <a:bodyPr anchor="ctr"/>
        <a:lstStyle/>
        <a:p>
          <a:r>
            <a:rPr lang="sk-SK" sz="3200" b="0" dirty="0">
              <a:latin typeface="Helvetica Neue" panose="02000503000000020004" pitchFamily="2" charset="0"/>
              <a:ea typeface="Helvetica Neue" panose="02000503000000020004" pitchFamily="2" charset="0"/>
              <a:cs typeface="Helvetica Neue" panose="02000503000000020004" pitchFamily="2" charset="0"/>
            </a:rPr>
            <a:t>Ochrana osobných údajov</a:t>
          </a:r>
          <a:endParaRPr lang="en-US" sz="3200" b="0" dirty="0">
            <a:latin typeface="Helvetica Neue" panose="02000503000000020004" pitchFamily="2" charset="0"/>
            <a:ea typeface="Helvetica Neue" panose="02000503000000020004" pitchFamily="2" charset="0"/>
            <a:cs typeface="Helvetica Neue" panose="02000503000000020004" pitchFamily="2" charset="0"/>
          </a:endParaRPr>
        </a:p>
      </dgm:t>
    </dgm:pt>
    <dgm:pt modelId="{C7F2F7DE-CB67-40D4-8814-D9B37F88CC68}" type="parTrans" cxnId="{E500245B-D8FD-4CE5-8995-6030B66AD29C}">
      <dgm:prSet/>
      <dgm:spPr/>
      <dgm:t>
        <a:bodyPr/>
        <a:lstStyle/>
        <a:p>
          <a:endParaRPr lang="en-US"/>
        </a:p>
      </dgm:t>
    </dgm:pt>
    <dgm:pt modelId="{BAD199CB-A93E-4706-9CB1-80738E776328}" type="sibTrans" cxnId="{E500245B-D8FD-4CE5-8995-6030B66AD29C}">
      <dgm:prSet/>
      <dgm:spPr/>
      <dgm:t>
        <a:bodyPr/>
        <a:lstStyle/>
        <a:p>
          <a:endParaRPr lang="en-US"/>
        </a:p>
      </dgm:t>
    </dgm:pt>
    <dgm:pt modelId="{E221785A-1C15-413A-BF53-FD9B4D93D3B9}">
      <dgm:prSet custT="1"/>
      <dgm:spPr/>
      <dgm:t>
        <a:bodyPr anchor="ctr"/>
        <a:lstStyle/>
        <a:p>
          <a:r>
            <a:rPr lang="sk-SK" sz="3200" b="0" dirty="0">
              <a:latin typeface="Helvetica Neue" panose="02000503000000020004" pitchFamily="2" charset="0"/>
              <a:ea typeface="Helvetica Neue" panose="02000503000000020004" pitchFamily="2" charset="0"/>
              <a:cs typeface="Helvetica Neue" panose="02000503000000020004" pitchFamily="2" charset="0"/>
            </a:rPr>
            <a:t>Šifrovanie dát</a:t>
          </a:r>
          <a:endParaRPr lang="en-US" sz="3200" b="0" dirty="0">
            <a:latin typeface="Helvetica Neue" panose="02000503000000020004" pitchFamily="2" charset="0"/>
            <a:ea typeface="Helvetica Neue" panose="02000503000000020004" pitchFamily="2" charset="0"/>
            <a:cs typeface="Helvetica Neue" panose="02000503000000020004" pitchFamily="2" charset="0"/>
          </a:endParaRPr>
        </a:p>
      </dgm:t>
    </dgm:pt>
    <dgm:pt modelId="{57E8A92A-4F7A-4482-ACA9-8A56ED9D6373}" type="parTrans" cxnId="{C0E8F5C2-C5F8-495C-91FF-079044037A48}">
      <dgm:prSet/>
      <dgm:spPr/>
      <dgm:t>
        <a:bodyPr/>
        <a:lstStyle/>
        <a:p>
          <a:endParaRPr lang="en-US"/>
        </a:p>
      </dgm:t>
    </dgm:pt>
    <dgm:pt modelId="{5186FF59-69D1-45D9-87CF-0DB41DE8514B}" type="sibTrans" cxnId="{C0E8F5C2-C5F8-495C-91FF-079044037A48}">
      <dgm:prSet/>
      <dgm:spPr/>
      <dgm:t>
        <a:bodyPr/>
        <a:lstStyle/>
        <a:p>
          <a:endParaRPr lang="en-US"/>
        </a:p>
      </dgm:t>
    </dgm:pt>
    <dgm:pt modelId="{48CF3636-1A9B-46A6-AB7E-E3933A78C522}">
      <dgm:prSet custT="1"/>
      <dgm:spPr/>
      <dgm:t>
        <a:bodyPr anchor="ctr"/>
        <a:lstStyle/>
        <a:p>
          <a:r>
            <a:rPr lang="sk-SK" sz="3200" dirty="0">
              <a:latin typeface="Helvetica Neue" panose="02000503000000020004" pitchFamily="2" charset="0"/>
              <a:ea typeface="Helvetica Neue" panose="02000503000000020004" pitchFamily="2" charset="0"/>
              <a:cs typeface="Helvetica Neue" panose="02000503000000020004" pitchFamily="2" charset="0"/>
            </a:rPr>
            <a:t>Autentifikácia a autorizácia používateľov</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dgm:t>
    </dgm:pt>
    <dgm:pt modelId="{BDDF3314-F34A-4A33-B22F-519B8A96B234}" type="parTrans" cxnId="{539D42C5-DA75-407D-9E33-EEDF12015927}">
      <dgm:prSet/>
      <dgm:spPr/>
      <dgm:t>
        <a:bodyPr/>
        <a:lstStyle/>
        <a:p>
          <a:endParaRPr lang="en-US"/>
        </a:p>
      </dgm:t>
    </dgm:pt>
    <dgm:pt modelId="{2C9740D8-287F-4EE8-8DC9-5EBE19FF87CE}" type="sibTrans" cxnId="{539D42C5-DA75-407D-9E33-EEDF12015927}">
      <dgm:prSet/>
      <dgm:spPr/>
      <dgm:t>
        <a:bodyPr/>
        <a:lstStyle/>
        <a:p>
          <a:endParaRPr lang="en-US"/>
        </a:p>
      </dgm:t>
    </dgm:pt>
    <dgm:pt modelId="{3E09D733-B381-4621-A2B5-B27934DE5664}">
      <dgm:prSet custT="1"/>
      <dgm:spPr/>
      <dgm:t>
        <a:bodyPr anchor="ctr"/>
        <a:lstStyle/>
        <a:p>
          <a:r>
            <a:rPr lang="sk-SK" sz="3200" dirty="0">
              <a:latin typeface="Helvetica Neue" panose="02000503000000020004" pitchFamily="2" charset="0"/>
              <a:ea typeface="Helvetica Neue" panose="02000503000000020004" pitchFamily="2" charset="0"/>
              <a:cs typeface="Helvetica Neue" panose="02000503000000020004" pitchFamily="2" charset="0"/>
            </a:rPr>
            <a:t>Škálovateľnosť systému</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dgm:t>
    </dgm:pt>
    <dgm:pt modelId="{51F760E9-7AEA-4273-82A8-FDB53EA72655}" type="parTrans" cxnId="{FDA46A09-0791-4FB8-8778-9B481E989052}">
      <dgm:prSet/>
      <dgm:spPr/>
      <dgm:t>
        <a:bodyPr/>
        <a:lstStyle/>
        <a:p>
          <a:endParaRPr lang="en-US"/>
        </a:p>
      </dgm:t>
    </dgm:pt>
    <dgm:pt modelId="{D305CCCB-C1BA-48A9-8402-C8710EEF8CCD}" type="sibTrans" cxnId="{FDA46A09-0791-4FB8-8778-9B481E989052}">
      <dgm:prSet/>
      <dgm:spPr/>
      <dgm:t>
        <a:bodyPr/>
        <a:lstStyle/>
        <a:p>
          <a:endParaRPr lang="en-US"/>
        </a:p>
      </dgm:t>
    </dgm:pt>
    <dgm:pt modelId="{73FBC873-822E-41EA-A46A-58C09D173A50}">
      <dgm:prSet custT="1"/>
      <dgm:spPr/>
      <dgm:t>
        <a:bodyPr anchor="ctr"/>
        <a:lstStyle/>
        <a:p>
          <a:r>
            <a:rPr lang="sk-SK" sz="3200" dirty="0">
              <a:latin typeface="Helvetica Neue" panose="02000503000000020004" pitchFamily="2" charset="0"/>
              <a:ea typeface="Helvetica Neue" panose="02000503000000020004" pitchFamily="2" charset="0"/>
              <a:cs typeface="Helvetica Neue" panose="02000503000000020004" pitchFamily="2" charset="0"/>
            </a:rPr>
            <a:t>Zálohovanie dát</a:t>
          </a:r>
          <a:endParaRPr lang="en-US" sz="3200" dirty="0">
            <a:latin typeface="Helvetica Neue" panose="02000503000000020004" pitchFamily="2" charset="0"/>
            <a:ea typeface="Helvetica Neue" panose="02000503000000020004" pitchFamily="2" charset="0"/>
            <a:cs typeface="Helvetica Neue" panose="02000503000000020004" pitchFamily="2" charset="0"/>
          </a:endParaRPr>
        </a:p>
      </dgm:t>
    </dgm:pt>
    <dgm:pt modelId="{CCC7B8B0-A8A8-4203-BFB8-AC7FD6B922DB}" type="parTrans" cxnId="{E1AB8958-5F11-479C-B7A2-8C1AF4EFE5F0}">
      <dgm:prSet/>
      <dgm:spPr/>
      <dgm:t>
        <a:bodyPr/>
        <a:lstStyle/>
        <a:p>
          <a:endParaRPr lang="en-US"/>
        </a:p>
      </dgm:t>
    </dgm:pt>
    <dgm:pt modelId="{FFE3706A-A22E-45E2-A160-B50746687193}" type="sibTrans" cxnId="{E1AB8958-5F11-479C-B7A2-8C1AF4EFE5F0}">
      <dgm:prSet/>
      <dgm:spPr/>
      <dgm:t>
        <a:bodyPr/>
        <a:lstStyle/>
        <a:p>
          <a:endParaRPr lang="en-US"/>
        </a:p>
      </dgm:t>
    </dgm:pt>
    <dgm:pt modelId="{405D7C82-7F46-9A4F-BAF7-A9645B5A0795}" type="pres">
      <dgm:prSet presAssocID="{E7AB9BDD-D2AC-48A3-85E2-E22934283958}" presName="vert0" presStyleCnt="0">
        <dgm:presLayoutVars>
          <dgm:dir/>
          <dgm:animOne val="branch"/>
          <dgm:animLvl val="lvl"/>
        </dgm:presLayoutVars>
      </dgm:prSet>
      <dgm:spPr/>
    </dgm:pt>
    <dgm:pt modelId="{1D70A020-6762-E74E-9D6D-668D3C95CE3A}" type="pres">
      <dgm:prSet presAssocID="{4DC6D9E2-E79B-4FF5-A928-4731A232353D}" presName="thickLine" presStyleLbl="alignNode1" presStyleIdx="0" presStyleCnt="5"/>
      <dgm:spPr/>
    </dgm:pt>
    <dgm:pt modelId="{AC9514AA-6F66-E34B-BCD8-C1ADED8FEE14}" type="pres">
      <dgm:prSet presAssocID="{4DC6D9E2-E79B-4FF5-A928-4731A232353D}" presName="horz1" presStyleCnt="0"/>
      <dgm:spPr/>
    </dgm:pt>
    <dgm:pt modelId="{3CCC34C4-E39B-8743-8E5D-8D0D5D5600C5}" type="pres">
      <dgm:prSet presAssocID="{4DC6D9E2-E79B-4FF5-A928-4731A232353D}" presName="tx1" presStyleLbl="revTx" presStyleIdx="0" presStyleCnt="5"/>
      <dgm:spPr/>
    </dgm:pt>
    <dgm:pt modelId="{F48C7B95-ACDA-1F49-945B-15CD109A1407}" type="pres">
      <dgm:prSet presAssocID="{4DC6D9E2-E79B-4FF5-A928-4731A232353D}" presName="vert1" presStyleCnt="0"/>
      <dgm:spPr/>
    </dgm:pt>
    <dgm:pt modelId="{587FE207-F05E-6649-9C21-1EA9BF642201}" type="pres">
      <dgm:prSet presAssocID="{E221785A-1C15-413A-BF53-FD9B4D93D3B9}" presName="thickLine" presStyleLbl="alignNode1" presStyleIdx="1" presStyleCnt="5"/>
      <dgm:spPr/>
    </dgm:pt>
    <dgm:pt modelId="{8BA0C28B-8E4D-8B49-A8E0-4CB49A0ED6BE}" type="pres">
      <dgm:prSet presAssocID="{E221785A-1C15-413A-BF53-FD9B4D93D3B9}" presName="horz1" presStyleCnt="0"/>
      <dgm:spPr/>
    </dgm:pt>
    <dgm:pt modelId="{A607230A-734E-AE47-888A-08B2D0F51729}" type="pres">
      <dgm:prSet presAssocID="{E221785A-1C15-413A-BF53-FD9B4D93D3B9}" presName="tx1" presStyleLbl="revTx" presStyleIdx="1" presStyleCnt="5"/>
      <dgm:spPr/>
    </dgm:pt>
    <dgm:pt modelId="{2FAED8D4-24C8-B446-965F-136862A7A345}" type="pres">
      <dgm:prSet presAssocID="{E221785A-1C15-413A-BF53-FD9B4D93D3B9}" presName="vert1" presStyleCnt="0"/>
      <dgm:spPr/>
    </dgm:pt>
    <dgm:pt modelId="{EDB7363F-3B69-C949-B305-A6E58425395E}" type="pres">
      <dgm:prSet presAssocID="{48CF3636-1A9B-46A6-AB7E-E3933A78C522}" presName="thickLine" presStyleLbl="alignNode1" presStyleIdx="2" presStyleCnt="5"/>
      <dgm:spPr/>
    </dgm:pt>
    <dgm:pt modelId="{04C98A7E-A5C6-3840-9B1D-29F42BDA44EA}" type="pres">
      <dgm:prSet presAssocID="{48CF3636-1A9B-46A6-AB7E-E3933A78C522}" presName="horz1" presStyleCnt="0"/>
      <dgm:spPr/>
    </dgm:pt>
    <dgm:pt modelId="{FEF6F2E6-BE38-E54B-8211-1FF77E9B178A}" type="pres">
      <dgm:prSet presAssocID="{48CF3636-1A9B-46A6-AB7E-E3933A78C522}" presName="tx1" presStyleLbl="revTx" presStyleIdx="2" presStyleCnt="5"/>
      <dgm:spPr/>
    </dgm:pt>
    <dgm:pt modelId="{B9D70C90-F314-5D44-944F-CC9812C1B20C}" type="pres">
      <dgm:prSet presAssocID="{48CF3636-1A9B-46A6-AB7E-E3933A78C522}" presName="vert1" presStyleCnt="0"/>
      <dgm:spPr/>
    </dgm:pt>
    <dgm:pt modelId="{FE287703-BC7B-8644-81FC-F1A75E90308A}" type="pres">
      <dgm:prSet presAssocID="{3E09D733-B381-4621-A2B5-B27934DE5664}" presName="thickLine" presStyleLbl="alignNode1" presStyleIdx="3" presStyleCnt="5"/>
      <dgm:spPr/>
    </dgm:pt>
    <dgm:pt modelId="{47A3E5FB-CFEA-3F42-AC75-6AB97CB6E880}" type="pres">
      <dgm:prSet presAssocID="{3E09D733-B381-4621-A2B5-B27934DE5664}" presName="horz1" presStyleCnt="0"/>
      <dgm:spPr/>
    </dgm:pt>
    <dgm:pt modelId="{DEA6FE09-44C0-A548-99C5-EACBC59BD4DB}" type="pres">
      <dgm:prSet presAssocID="{3E09D733-B381-4621-A2B5-B27934DE5664}" presName="tx1" presStyleLbl="revTx" presStyleIdx="3" presStyleCnt="5"/>
      <dgm:spPr/>
    </dgm:pt>
    <dgm:pt modelId="{B128AA6A-51CA-1B4D-BBEF-95CFE1264484}" type="pres">
      <dgm:prSet presAssocID="{3E09D733-B381-4621-A2B5-B27934DE5664}" presName="vert1" presStyleCnt="0"/>
      <dgm:spPr/>
    </dgm:pt>
    <dgm:pt modelId="{2FD3CB5D-DE4E-9143-AE75-D1A3090EB986}" type="pres">
      <dgm:prSet presAssocID="{73FBC873-822E-41EA-A46A-58C09D173A50}" presName="thickLine" presStyleLbl="alignNode1" presStyleIdx="4" presStyleCnt="5"/>
      <dgm:spPr/>
    </dgm:pt>
    <dgm:pt modelId="{98D98CF1-A709-7245-A1D6-E52C53F1452E}" type="pres">
      <dgm:prSet presAssocID="{73FBC873-822E-41EA-A46A-58C09D173A50}" presName="horz1" presStyleCnt="0"/>
      <dgm:spPr/>
    </dgm:pt>
    <dgm:pt modelId="{0606F000-2AB3-D942-AE07-55B2772824A3}" type="pres">
      <dgm:prSet presAssocID="{73FBC873-822E-41EA-A46A-58C09D173A50}" presName="tx1" presStyleLbl="revTx" presStyleIdx="4" presStyleCnt="5"/>
      <dgm:spPr/>
    </dgm:pt>
    <dgm:pt modelId="{531395C5-60FE-7046-9225-2A724287F5B9}" type="pres">
      <dgm:prSet presAssocID="{73FBC873-822E-41EA-A46A-58C09D173A50}" presName="vert1" presStyleCnt="0"/>
      <dgm:spPr/>
    </dgm:pt>
  </dgm:ptLst>
  <dgm:cxnLst>
    <dgm:cxn modelId="{86AB4508-8C07-644C-8137-B3902D8ECF26}" type="presOf" srcId="{73FBC873-822E-41EA-A46A-58C09D173A50}" destId="{0606F000-2AB3-D942-AE07-55B2772824A3}" srcOrd="0" destOrd="0" presId="urn:microsoft.com/office/officeart/2008/layout/LinedList"/>
    <dgm:cxn modelId="{FDA46A09-0791-4FB8-8778-9B481E989052}" srcId="{E7AB9BDD-D2AC-48A3-85E2-E22934283958}" destId="{3E09D733-B381-4621-A2B5-B27934DE5664}" srcOrd="3" destOrd="0" parTransId="{51F760E9-7AEA-4273-82A8-FDB53EA72655}" sibTransId="{D305CCCB-C1BA-48A9-8402-C8710EEF8CCD}"/>
    <dgm:cxn modelId="{6AC5A83E-4509-DA4F-BB52-1EBA4BF0BBD3}" type="presOf" srcId="{E7AB9BDD-D2AC-48A3-85E2-E22934283958}" destId="{405D7C82-7F46-9A4F-BAF7-A9645B5A0795}" srcOrd="0" destOrd="0" presId="urn:microsoft.com/office/officeart/2008/layout/LinedList"/>
    <dgm:cxn modelId="{E500245B-D8FD-4CE5-8995-6030B66AD29C}" srcId="{E7AB9BDD-D2AC-48A3-85E2-E22934283958}" destId="{4DC6D9E2-E79B-4FF5-A928-4731A232353D}" srcOrd="0" destOrd="0" parTransId="{C7F2F7DE-CB67-40D4-8814-D9B37F88CC68}" sibTransId="{BAD199CB-A93E-4706-9CB1-80738E776328}"/>
    <dgm:cxn modelId="{6B1A5B4A-ED3F-EA48-AD53-76C63DE5B0D8}" type="presOf" srcId="{E221785A-1C15-413A-BF53-FD9B4D93D3B9}" destId="{A607230A-734E-AE47-888A-08B2D0F51729}" srcOrd="0" destOrd="0" presId="urn:microsoft.com/office/officeart/2008/layout/LinedList"/>
    <dgm:cxn modelId="{E1AB8958-5F11-479C-B7A2-8C1AF4EFE5F0}" srcId="{E7AB9BDD-D2AC-48A3-85E2-E22934283958}" destId="{73FBC873-822E-41EA-A46A-58C09D173A50}" srcOrd="4" destOrd="0" parTransId="{CCC7B8B0-A8A8-4203-BFB8-AC7FD6B922DB}" sibTransId="{FFE3706A-A22E-45E2-A160-B50746687193}"/>
    <dgm:cxn modelId="{8DAFB5A8-A8D9-3E43-ABAA-7270ACE9290A}" type="presOf" srcId="{48CF3636-1A9B-46A6-AB7E-E3933A78C522}" destId="{FEF6F2E6-BE38-E54B-8211-1FF77E9B178A}" srcOrd="0" destOrd="0" presId="urn:microsoft.com/office/officeart/2008/layout/LinedList"/>
    <dgm:cxn modelId="{646E30B1-AEAD-854C-89ED-CD27F38D044F}" type="presOf" srcId="{3E09D733-B381-4621-A2B5-B27934DE5664}" destId="{DEA6FE09-44C0-A548-99C5-EACBC59BD4DB}" srcOrd="0" destOrd="0" presId="urn:microsoft.com/office/officeart/2008/layout/LinedList"/>
    <dgm:cxn modelId="{C0E8F5C2-C5F8-495C-91FF-079044037A48}" srcId="{E7AB9BDD-D2AC-48A3-85E2-E22934283958}" destId="{E221785A-1C15-413A-BF53-FD9B4D93D3B9}" srcOrd="1" destOrd="0" parTransId="{57E8A92A-4F7A-4482-ACA9-8A56ED9D6373}" sibTransId="{5186FF59-69D1-45D9-87CF-0DB41DE8514B}"/>
    <dgm:cxn modelId="{539D42C5-DA75-407D-9E33-EEDF12015927}" srcId="{E7AB9BDD-D2AC-48A3-85E2-E22934283958}" destId="{48CF3636-1A9B-46A6-AB7E-E3933A78C522}" srcOrd="2" destOrd="0" parTransId="{BDDF3314-F34A-4A33-B22F-519B8A96B234}" sibTransId="{2C9740D8-287F-4EE8-8DC9-5EBE19FF87CE}"/>
    <dgm:cxn modelId="{E1AF36F3-BB64-3D4D-8987-08DE5567D4D5}" type="presOf" srcId="{4DC6D9E2-E79B-4FF5-A928-4731A232353D}" destId="{3CCC34C4-E39B-8743-8E5D-8D0D5D5600C5}" srcOrd="0" destOrd="0" presId="urn:microsoft.com/office/officeart/2008/layout/LinedList"/>
    <dgm:cxn modelId="{81279B4E-3612-8E4B-9B65-CDED7B0F1D6D}" type="presParOf" srcId="{405D7C82-7F46-9A4F-BAF7-A9645B5A0795}" destId="{1D70A020-6762-E74E-9D6D-668D3C95CE3A}" srcOrd="0" destOrd="0" presId="urn:microsoft.com/office/officeart/2008/layout/LinedList"/>
    <dgm:cxn modelId="{D68865C0-8306-4B48-BEC9-4D415E7DD906}" type="presParOf" srcId="{405D7C82-7F46-9A4F-BAF7-A9645B5A0795}" destId="{AC9514AA-6F66-E34B-BCD8-C1ADED8FEE14}" srcOrd="1" destOrd="0" presId="urn:microsoft.com/office/officeart/2008/layout/LinedList"/>
    <dgm:cxn modelId="{A4E78F11-C33B-BE4B-B1D2-074FB98DDD55}" type="presParOf" srcId="{AC9514AA-6F66-E34B-BCD8-C1ADED8FEE14}" destId="{3CCC34C4-E39B-8743-8E5D-8D0D5D5600C5}" srcOrd="0" destOrd="0" presId="urn:microsoft.com/office/officeart/2008/layout/LinedList"/>
    <dgm:cxn modelId="{3C2CA23A-524E-E649-9F6A-897F53C86DED}" type="presParOf" srcId="{AC9514AA-6F66-E34B-BCD8-C1ADED8FEE14}" destId="{F48C7B95-ACDA-1F49-945B-15CD109A1407}" srcOrd="1" destOrd="0" presId="urn:microsoft.com/office/officeart/2008/layout/LinedList"/>
    <dgm:cxn modelId="{E1DB0576-999C-384E-B4A7-D926945FB60F}" type="presParOf" srcId="{405D7C82-7F46-9A4F-BAF7-A9645B5A0795}" destId="{587FE207-F05E-6649-9C21-1EA9BF642201}" srcOrd="2" destOrd="0" presId="urn:microsoft.com/office/officeart/2008/layout/LinedList"/>
    <dgm:cxn modelId="{1ABD0A5E-CBBF-EA4D-851B-A82CBD9B4C07}" type="presParOf" srcId="{405D7C82-7F46-9A4F-BAF7-A9645B5A0795}" destId="{8BA0C28B-8E4D-8B49-A8E0-4CB49A0ED6BE}" srcOrd="3" destOrd="0" presId="urn:microsoft.com/office/officeart/2008/layout/LinedList"/>
    <dgm:cxn modelId="{F6F25FAF-914E-154F-BC87-D28B001F5E16}" type="presParOf" srcId="{8BA0C28B-8E4D-8B49-A8E0-4CB49A0ED6BE}" destId="{A607230A-734E-AE47-888A-08B2D0F51729}" srcOrd="0" destOrd="0" presId="urn:microsoft.com/office/officeart/2008/layout/LinedList"/>
    <dgm:cxn modelId="{CB2023B3-1FC1-E04F-8374-469F98735349}" type="presParOf" srcId="{8BA0C28B-8E4D-8B49-A8E0-4CB49A0ED6BE}" destId="{2FAED8D4-24C8-B446-965F-136862A7A345}" srcOrd="1" destOrd="0" presId="urn:microsoft.com/office/officeart/2008/layout/LinedList"/>
    <dgm:cxn modelId="{C96F4F5B-04AF-064A-AE23-AC06273C2766}" type="presParOf" srcId="{405D7C82-7F46-9A4F-BAF7-A9645B5A0795}" destId="{EDB7363F-3B69-C949-B305-A6E58425395E}" srcOrd="4" destOrd="0" presId="urn:microsoft.com/office/officeart/2008/layout/LinedList"/>
    <dgm:cxn modelId="{E1281DE4-8618-D043-AB31-C21B54ED7FCF}" type="presParOf" srcId="{405D7C82-7F46-9A4F-BAF7-A9645B5A0795}" destId="{04C98A7E-A5C6-3840-9B1D-29F42BDA44EA}" srcOrd="5" destOrd="0" presId="urn:microsoft.com/office/officeart/2008/layout/LinedList"/>
    <dgm:cxn modelId="{4E77D749-C2D8-724A-9173-04CE1ED836E6}" type="presParOf" srcId="{04C98A7E-A5C6-3840-9B1D-29F42BDA44EA}" destId="{FEF6F2E6-BE38-E54B-8211-1FF77E9B178A}" srcOrd="0" destOrd="0" presId="urn:microsoft.com/office/officeart/2008/layout/LinedList"/>
    <dgm:cxn modelId="{0D3D03BC-761B-B74A-8C5E-5C65B4366F14}" type="presParOf" srcId="{04C98A7E-A5C6-3840-9B1D-29F42BDA44EA}" destId="{B9D70C90-F314-5D44-944F-CC9812C1B20C}" srcOrd="1" destOrd="0" presId="urn:microsoft.com/office/officeart/2008/layout/LinedList"/>
    <dgm:cxn modelId="{D10BB026-0C8B-1143-B378-A739F738ABB2}" type="presParOf" srcId="{405D7C82-7F46-9A4F-BAF7-A9645B5A0795}" destId="{FE287703-BC7B-8644-81FC-F1A75E90308A}" srcOrd="6" destOrd="0" presId="urn:microsoft.com/office/officeart/2008/layout/LinedList"/>
    <dgm:cxn modelId="{A83FEAF5-3BB8-C34F-AFC8-776F7D8DDBCC}" type="presParOf" srcId="{405D7C82-7F46-9A4F-BAF7-A9645B5A0795}" destId="{47A3E5FB-CFEA-3F42-AC75-6AB97CB6E880}" srcOrd="7" destOrd="0" presId="urn:microsoft.com/office/officeart/2008/layout/LinedList"/>
    <dgm:cxn modelId="{69D3C1DF-1CC8-FE4B-978B-C8020BD94734}" type="presParOf" srcId="{47A3E5FB-CFEA-3F42-AC75-6AB97CB6E880}" destId="{DEA6FE09-44C0-A548-99C5-EACBC59BD4DB}" srcOrd="0" destOrd="0" presId="urn:microsoft.com/office/officeart/2008/layout/LinedList"/>
    <dgm:cxn modelId="{45376519-F3B8-0C48-876D-C8833F6D0779}" type="presParOf" srcId="{47A3E5FB-CFEA-3F42-AC75-6AB97CB6E880}" destId="{B128AA6A-51CA-1B4D-BBEF-95CFE1264484}" srcOrd="1" destOrd="0" presId="urn:microsoft.com/office/officeart/2008/layout/LinedList"/>
    <dgm:cxn modelId="{D8A28347-A652-6A42-9A58-D87D97A98E83}" type="presParOf" srcId="{405D7C82-7F46-9A4F-BAF7-A9645B5A0795}" destId="{2FD3CB5D-DE4E-9143-AE75-D1A3090EB986}" srcOrd="8" destOrd="0" presId="urn:microsoft.com/office/officeart/2008/layout/LinedList"/>
    <dgm:cxn modelId="{B28FAC6A-E744-3D49-BFB7-1D38533F3297}" type="presParOf" srcId="{405D7C82-7F46-9A4F-BAF7-A9645B5A0795}" destId="{98D98CF1-A709-7245-A1D6-E52C53F1452E}" srcOrd="9" destOrd="0" presId="urn:microsoft.com/office/officeart/2008/layout/LinedList"/>
    <dgm:cxn modelId="{F683054B-585D-F644-8FAC-3366925F67FD}" type="presParOf" srcId="{98D98CF1-A709-7245-A1D6-E52C53F1452E}" destId="{0606F000-2AB3-D942-AE07-55B2772824A3}" srcOrd="0" destOrd="0" presId="urn:microsoft.com/office/officeart/2008/layout/LinedList"/>
    <dgm:cxn modelId="{D8E5E7CC-3D73-3547-8B11-AF7B61B631F9}" type="presParOf" srcId="{98D98CF1-A709-7245-A1D6-E52C53F1452E}" destId="{531395C5-60FE-7046-9225-2A724287F5B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EC2BAD-F314-4BFB-9F0A-57793AEE8A24}">
      <dsp:nvSpPr>
        <dsp:cNvPr id="0" name=""/>
        <dsp:cNvSpPr/>
      </dsp:nvSpPr>
      <dsp:spPr>
        <a:xfrm>
          <a:off x="-4547637" y="-697308"/>
          <a:ext cx="5417342" cy="5417342"/>
        </a:xfrm>
        <a:prstGeom prst="blockArc">
          <a:avLst>
            <a:gd name="adj1" fmla="val 18900000"/>
            <a:gd name="adj2" fmla="val 2700000"/>
            <a:gd name="adj3" fmla="val 399"/>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EE391F-4F23-47F6-BA6A-F88217927C69}">
      <dsp:nvSpPr>
        <dsp:cNvPr id="0" name=""/>
        <dsp:cNvSpPr/>
      </dsp:nvSpPr>
      <dsp:spPr>
        <a:xfrm>
          <a:off x="455546" y="309267"/>
          <a:ext cx="4333066" cy="61885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1217" tIns="81280" rIns="81280" bIns="81280" numCol="1" spcCol="1270" anchor="ctr" anchorCtr="0">
          <a:noAutofit/>
        </a:bodyPr>
        <a:lstStyle/>
        <a:p>
          <a:pPr marL="0" lvl="0" indent="0" algn="l" defTabSz="1422400">
            <a:lnSpc>
              <a:spcPct val="90000"/>
            </a:lnSpc>
            <a:spcBef>
              <a:spcPct val="0"/>
            </a:spcBef>
            <a:spcAft>
              <a:spcPct val="35000"/>
            </a:spcAft>
            <a:buNone/>
          </a:pPr>
          <a:r>
            <a:rPr lang="sk-SK" sz="3200" kern="1200" dirty="0"/>
            <a:t>Nejednotné</a:t>
          </a:r>
          <a:endParaRPr lang="en-US" sz="3200" kern="1200" dirty="0"/>
        </a:p>
      </dsp:txBody>
      <dsp:txXfrm>
        <a:off x="455546" y="309267"/>
        <a:ext cx="4333066" cy="618856"/>
      </dsp:txXfrm>
    </dsp:sp>
    <dsp:sp modelId="{FE9AF81E-3936-400D-9CED-A7B4EAA400F6}">
      <dsp:nvSpPr>
        <dsp:cNvPr id="0" name=""/>
        <dsp:cNvSpPr/>
      </dsp:nvSpPr>
      <dsp:spPr>
        <a:xfrm>
          <a:off x="68761" y="231910"/>
          <a:ext cx="773570" cy="773570"/>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4A2B297-6439-48B0-BC3A-63C5E02D67C2}">
      <dsp:nvSpPr>
        <dsp:cNvPr id="0" name=""/>
        <dsp:cNvSpPr/>
      </dsp:nvSpPr>
      <dsp:spPr>
        <a:xfrm>
          <a:off x="810351" y="1237712"/>
          <a:ext cx="3978262" cy="61885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1217" tIns="81280" rIns="81280" bIns="81280" numCol="1" spcCol="1270" anchor="ctr" anchorCtr="0">
          <a:noAutofit/>
        </a:bodyPr>
        <a:lstStyle/>
        <a:p>
          <a:pPr marL="0" lvl="0" indent="0" algn="l" defTabSz="1422400">
            <a:lnSpc>
              <a:spcPct val="90000"/>
            </a:lnSpc>
            <a:spcBef>
              <a:spcPct val="0"/>
            </a:spcBef>
            <a:spcAft>
              <a:spcPct val="35000"/>
            </a:spcAft>
            <a:buNone/>
          </a:pPr>
          <a:r>
            <a:rPr lang="en-US" sz="3200" kern="1200" dirty="0" err="1"/>
            <a:t>Časovo</a:t>
          </a:r>
          <a:r>
            <a:rPr lang="en-US" sz="3200" kern="1200" dirty="0"/>
            <a:t> </a:t>
          </a:r>
          <a:r>
            <a:rPr lang="en-US" sz="3200" kern="1200" dirty="0" err="1"/>
            <a:t>náročné</a:t>
          </a:r>
          <a:endParaRPr lang="sk-SK" sz="3200" kern="1200" dirty="0"/>
        </a:p>
      </dsp:txBody>
      <dsp:txXfrm>
        <a:off x="810351" y="1237712"/>
        <a:ext cx="3978262" cy="618856"/>
      </dsp:txXfrm>
    </dsp:sp>
    <dsp:sp modelId="{41BEAA9C-E9DF-47D4-A2D6-B076583ECD2E}">
      <dsp:nvSpPr>
        <dsp:cNvPr id="0" name=""/>
        <dsp:cNvSpPr/>
      </dsp:nvSpPr>
      <dsp:spPr>
        <a:xfrm>
          <a:off x="423566" y="1160355"/>
          <a:ext cx="773570" cy="773570"/>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8EA9444-B246-428D-BA84-5818D5EF0752}">
      <dsp:nvSpPr>
        <dsp:cNvPr id="0" name=""/>
        <dsp:cNvSpPr/>
      </dsp:nvSpPr>
      <dsp:spPr>
        <a:xfrm>
          <a:off x="810351" y="2166156"/>
          <a:ext cx="3978262" cy="61885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1217" tIns="81280" rIns="81280" bIns="81280" numCol="1" spcCol="1270" anchor="ctr" anchorCtr="0">
          <a:noAutofit/>
        </a:bodyPr>
        <a:lstStyle/>
        <a:p>
          <a:pPr marL="0" lvl="0" indent="0" algn="l" defTabSz="1422400">
            <a:lnSpc>
              <a:spcPct val="90000"/>
            </a:lnSpc>
            <a:spcBef>
              <a:spcPct val="0"/>
            </a:spcBef>
            <a:spcAft>
              <a:spcPct val="35000"/>
            </a:spcAft>
            <a:buNone/>
          </a:pPr>
          <a:r>
            <a:rPr lang="sk-SK" sz="3200" kern="1200" dirty="0"/>
            <a:t>Z</a:t>
          </a:r>
          <a:r>
            <a:rPr lang="en-US" sz="3200" kern="1200" dirty="0" err="1"/>
            <a:t>astaral</a:t>
          </a:r>
          <a:r>
            <a:rPr lang="sk-SK" sz="3200" kern="1200" dirty="0"/>
            <a:t>é</a:t>
          </a:r>
        </a:p>
      </dsp:txBody>
      <dsp:txXfrm>
        <a:off x="810351" y="2166156"/>
        <a:ext cx="3978262" cy="618856"/>
      </dsp:txXfrm>
    </dsp:sp>
    <dsp:sp modelId="{0DD0CC33-66B1-449A-9D9D-67716D755274}">
      <dsp:nvSpPr>
        <dsp:cNvPr id="0" name=""/>
        <dsp:cNvSpPr/>
      </dsp:nvSpPr>
      <dsp:spPr>
        <a:xfrm>
          <a:off x="423566" y="2088799"/>
          <a:ext cx="773570" cy="773570"/>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90400F0-1C96-4180-B927-F198FF0F5E49}">
      <dsp:nvSpPr>
        <dsp:cNvPr id="0" name=""/>
        <dsp:cNvSpPr/>
      </dsp:nvSpPr>
      <dsp:spPr>
        <a:xfrm>
          <a:off x="455546" y="3094601"/>
          <a:ext cx="4333066" cy="61885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1217" tIns="81280" rIns="81280" bIns="81280" numCol="1" spcCol="1270" anchor="ctr" anchorCtr="0">
          <a:noAutofit/>
        </a:bodyPr>
        <a:lstStyle/>
        <a:p>
          <a:pPr marL="0" lvl="0" indent="0" algn="l" defTabSz="1422400">
            <a:lnSpc>
              <a:spcPct val="90000"/>
            </a:lnSpc>
            <a:spcBef>
              <a:spcPct val="0"/>
            </a:spcBef>
            <a:spcAft>
              <a:spcPct val="35000"/>
            </a:spcAft>
            <a:buNone/>
          </a:pPr>
          <a:r>
            <a:rPr lang="sk-SK" sz="3200" kern="1200" dirty="0"/>
            <a:t>Preťažené</a:t>
          </a:r>
        </a:p>
      </dsp:txBody>
      <dsp:txXfrm>
        <a:off x="455546" y="3094601"/>
        <a:ext cx="4333066" cy="618856"/>
      </dsp:txXfrm>
    </dsp:sp>
    <dsp:sp modelId="{C0876D6E-10A0-438D-97E6-CDB471216116}">
      <dsp:nvSpPr>
        <dsp:cNvPr id="0" name=""/>
        <dsp:cNvSpPr/>
      </dsp:nvSpPr>
      <dsp:spPr>
        <a:xfrm>
          <a:off x="68761" y="3017244"/>
          <a:ext cx="773570" cy="773570"/>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48DC1A-EC91-407A-92F0-EF740B9BFEB0}">
      <dsp:nvSpPr>
        <dsp:cNvPr id="0" name=""/>
        <dsp:cNvSpPr/>
      </dsp:nvSpPr>
      <dsp:spPr>
        <a:xfrm>
          <a:off x="0" y="10423"/>
          <a:ext cx="4745424" cy="1280199"/>
        </a:xfrm>
        <a:prstGeom prst="roundRect">
          <a:avLst/>
        </a:prstGeom>
        <a:solidFill>
          <a:srgbClr val="FFC000"/>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sk-SK" sz="2800" kern="1200" dirty="0"/>
            <a:t>Webová a mobilná aplikácia</a:t>
          </a:r>
          <a:endParaRPr lang="en-US" sz="2800" kern="1200" dirty="0"/>
        </a:p>
      </dsp:txBody>
      <dsp:txXfrm>
        <a:off x="62494" y="72917"/>
        <a:ext cx="4620436" cy="1155211"/>
      </dsp:txXfrm>
    </dsp:sp>
    <dsp:sp modelId="{9D99035B-939A-4C66-BF76-B555469F6CBD}">
      <dsp:nvSpPr>
        <dsp:cNvPr id="0" name=""/>
        <dsp:cNvSpPr/>
      </dsp:nvSpPr>
      <dsp:spPr>
        <a:xfrm>
          <a:off x="0" y="1371262"/>
          <a:ext cx="4745424" cy="1280199"/>
        </a:xfrm>
        <a:prstGeom prst="roundRect">
          <a:avLst/>
        </a:prstGeom>
        <a:solidFill>
          <a:srgbClr val="92D050"/>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sk-SK" sz="2800" kern="1200"/>
            <a:t>Digitalizuje proces</a:t>
          </a:r>
          <a:endParaRPr lang="en-US" sz="2800" kern="1200"/>
        </a:p>
      </dsp:txBody>
      <dsp:txXfrm>
        <a:off x="62494" y="1433756"/>
        <a:ext cx="4620436" cy="1155211"/>
      </dsp:txXfrm>
    </dsp:sp>
    <dsp:sp modelId="{BCE70906-6FC9-40C2-9AB0-59A28A1B3564}">
      <dsp:nvSpPr>
        <dsp:cNvPr id="0" name=""/>
        <dsp:cNvSpPr/>
      </dsp:nvSpPr>
      <dsp:spPr>
        <a:xfrm>
          <a:off x="0" y="2732102"/>
          <a:ext cx="4745424" cy="1280199"/>
        </a:xfrm>
        <a:prstGeom prst="roundRect">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sk-SK" sz="2800" kern="1200" dirty="0"/>
            <a:t>Prepája </a:t>
          </a:r>
        </a:p>
        <a:p>
          <a:pPr marL="0" lvl="0" indent="0" algn="l" defTabSz="1244600">
            <a:lnSpc>
              <a:spcPct val="90000"/>
            </a:lnSpc>
            <a:spcBef>
              <a:spcPct val="0"/>
            </a:spcBef>
            <a:spcAft>
              <a:spcPct val="35000"/>
            </a:spcAft>
            <a:buNone/>
          </a:pPr>
          <a:r>
            <a:rPr lang="sk-SK" sz="2800" kern="1200" dirty="0"/>
            <a:t>pacientov a lekárov </a:t>
          </a:r>
          <a:endParaRPr lang="en-US" sz="2800" kern="1200" dirty="0"/>
        </a:p>
      </dsp:txBody>
      <dsp:txXfrm>
        <a:off x="62494" y="2794596"/>
        <a:ext cx="4620436" cy="11552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CBEAFA-F720-4FF8-85C3-EE952442044F}">
      <dsp:nvSpPr>
        <dsp:cNvPr id="0" name=""/>
        <dsp:cNvSpPr/>
      </dsp:nvSpPr>
      <dsp:spPr>
        <a:xfrm>
          <a:off x="7771001" y="2954056"/>
          <a:ext cx="993538" cy="472834"/>
        </a:xfrm>
        <a:custGeom>
          <a:avLst/>
          <a:gdLst/>
          <a:ahLst/>
          <a:cxnLst/>
          <a:rect l="0" t="0" r="0" b="0"/>
          <a:pathLst>
            <a:path>
              <a:moveTo>
                <a:pt x="0" y="0"/>
              </a:moveTo>
              <a:lnTo>
                <a:pt x="0" y="322222"/>
              </a:lnTo>
              <a:lnTo>
                <a:pt x="993538" y="322222"/>
              </a:lnTo>
              <a:lnTo>
                <a:pt x="993538" y="472834"/>
              </a:lnTo>
            </a:path>
          </a:pathLst>
        </a:custGeom>
        <a:noFill/>
        <a:ln w="15875" cap="flat" cmpd="sng" algn="ctr">
          <a:solidFill>
            <a:srgbClr val="4DADCF">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F823274A-F718-4A8C-B548-2165A0FC6078}">
      <dsp:nvSpPr>
        <dsp:cNvPr id="0" name=""/>
        <dsp:cNvSpPr/>
      </dsp:nvSpPr>
      <dsp:spPr>
        <a:xfrm>
          <a:off x="6777462" y="2954056"/>
          <a:ext cx="993538" cy="472834"/>
        </a:xfrm>
        <a:custGeom>
          <a:avLst/>
          <a:gdLst/>
          <a:ahLst/>
          <a:cxnLst/>
          <a:rect l="0" t="0" r="0" b="0"/>
          <a:pathLst>
            <a:path>
              <a:moveTo>
                <a:pt x="993538" y="0"/>
              </a:moveTo>
              <a:lnTo>
                <a:pt x="993538" y="322222"/>
              </a:lnTo>
              <a:lnTo>
                <a:pt x="0" y="322222"/>
              </a:lnTo>
              <a:lnTo>
                <a:pt x="0" y="472834"/>
              </a:lnTo>
            </a:path>
          </a:pathLst>
        </a:custGeom>
        <a:noFill/>
        <a:ln w="15875" cap="flat" cmpd="sng" algn="ctr">
          <a:solidFill>
            <a:srgbClr val="4DADCF">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872B6060-F4E4-4CA9-A0FD-939830BD3B41}">
      <dsp:nvSpPr>
        <dsp:cNvPr id="0" name=""/>
        <dsp:cNvSpPr/>
      </dsp:nvSpPr>
      <dsp:spPr>
        <a:xfrm>
          <a:off x="5287155" y="1448845"/>
          <a:ext cx="2483846" cy="472834"/>
        </a:xfrm>
        <a:custGeom>
          <a:avLst/>
          <a:gdLst/>
          <a:ahLst/>
          <a:cxnLst/>
          <a:rect l="0" t="0" r="0" b="0"/>
          <a:pathLst>
            <a:path>
              <a:moveTo>
                <a:pt x="0" y="0"/>
              </a:moveTo>
              <a:lnTo>
                <a:pt x="0" y="305207"/>
              </a:lnTo>
              <a:lnTo>
                <a:pt x="2352689" y="305207"/>
              </a:lnTo>
              <a:lnTo>
                <a:pt x="2352689" y="447866"/>
              </a:lnTo>
            </a:path>
          </a:pathLst>
        </a:custGeom>
        <a:noFill/>
        <a:ln w="15875" cap="flat" cmpd="sng" algn="ctr">
          <a:solidFill>
            <a:srgbClr val="92D050"/>
          </a:solidFill>
          <a:prstDash val="solid"/>
        </a:ln>
        <a:effectLst/>
      </dsp:spPr>
      <dsp:style>
        <a:lnRef idx="2">
          <a:scrgbClr r="0" g="0" b="0"/>
        </a:lnRef>
        <a:fillRef idx="0">
          <a:scrgbClr r="0" g="0" b="0"/>
        </a:fillRef>
        <a:effectRef idx="0">
          <a:scrgbClr r="0" g="0" b="0"/>
        </a:effectRef>
        <a:fontRef idx="minor"/>
      </dsp:style>
    </dsp:sp>
    <dsp:sp modelId="{F3381AC4-83E8-405A-B85D-E3A200F2AB1E}">
      <dsp:nvSpPr>
        <dsp:cNvPr id="0" name=""/>
        <dsp:cNvSpPr/>
      </dsp:nvSpPr>
      <dsp:spPr>
        <a:xfrm>
          <a:off x="2803308" y="2954056"/>
          <a:ext cx="1987077" cy="472834"/>
        </a:xfrm>
        <a:custGeom>
          <a:avLst/>
          <a:gdLst/>
          <a:ahLst/>
          <a:cxnLst/>
          <a:rect l="0" t="0" r="0" b="0"/>
          <a:pathLst>
            <a:path>
              <a:moveTo>
                <a:pt x="0" y="0"/>
              </a:moveTo>
              <a:lnTo>
                <a:pt x="0" y="305207"/>
              </a:lnTo>
              <a:lnTo>
                <a:pt x="1882151" y="305207"/>
              </a:lnTo>
              <a:lnTo>
                <a:pt x="1882151" y="447866"/>
              </a:lnTo>
            </a:path>
          </a:pathLst>
        </a:custGeom>
        <a:noFill/>
        <a:ln w="15875" cap="flat" cmpd="sng" algn="ctr">
          <a:solidFill>
            <a:srgbClr val="5EC795">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DE28A2EE-C62A-43DD-8050-91B21061EB70}">
      <dsp:nvSpPr>
        <dsp:cNvPr id="0" name=""/>
        <dsp:cNvSpPr/>
      </dsp:nvSpPr>
      <dsp:spPr>
        <a:xfrm>
          <a:off x="2757588" y="2954056"/>
          <a:ext cx="91440" cy="472834"/>
        </a:xfrm>
        <a:custGeom>
          <a:avLst/>
          <a:gdLst/>
          <a:ahLst/>
          <a:cxnLst/>
          <a:rect l="0" t="0" r="0" b="0"/>
          <a:pathLst>
            <a:path>
              <a:moveTo>
                <a:pt x="45720" y="0"/>
              </a:moveTo>
              <a:lnTo>
                <a:pt x="45720" y="447866"/>
              </a:lnTo>
            </a:path>
          </a:pathLst>
        </a:custGeom>
        <a:noFill/>
        <a:ln w="15875" cap="flat" cmpd="sng" algn="ctr">
          <a:solidFill>
            <a:srgbClr val="5EC795">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EBB3C75C-8CA6-4ACE-832D-5804DF2B609C}">
      <dsp:nvSpPr>
        <dsp:cNvPr id="0" name=""/>
        <dsp:cNvSpPr/>
      </dsp:nvSpPr>
      <dsp:spPr>
        <a:xfrm>
          <a:off x="816231" y="2954056"/>
          <a:ext cx="1987077" cy="472834"/>
        </a:xfrm>
        <a:custGeom>
          <a:avLst/>
          <a:gdLst/>
          <a:ahLst/>
          <a:cxnLst/>
          <a:rect l="0" t="0" r="0" b="0"/>
          <a:pathLst>
            <a:path>
              <a:moveTo>
                <a:pt x="1882151" y="0"/>
              </a:moveTo>
              <a:lnTo>
                <a:pt x="1882151" y="305207"/>
              </a:lnTo>
              <a:lnTo>
                <a:pt x="0" y="305207"/>
              </a:lnTo>
              <a:lnTo>
                <a:pt x="0" y="447866"/>
              </a:lnTo>
            </a:path>
          </a:pathLst>
        </a:custGeom>
        <a:noFill/>
        <a:ln w="15875" cap="flat" cmpd="sng" algn="ctr">
          <a:solidFill>
            <a:srgbClr val="5EC795">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CAFF84E9-68AD-4800-B2A1-909B87FDADCE}">
      <dsp:nvSpPr>
        <dsp:cNvPr id="0" name=""/>
        <dsp:cNvSpPr/>
      </dsp:nvSpPr>
      <dsp:spPr>
        <a:xfrm>
          <a:off x="2803308" y="1448845"/>
          <a:ext cx="2483846" cy="472834"/>
        </a:xfrm>
        <a:custGeom>
          <a:avLst/>
          <a:gdLst/>
          <a:ahLst/>
          <a:cxnLst/>
          <a:rect l="0" t="0" r="0" b="0"/>
          <a:pathLst>
            <a:path>
              <a:moveTo>
                <a:pt x="2483846" y="0"/>
              </a:moveTo>
              <a:lnTo>
                <a:pt x="2483846" y="322222"/>
              </a:lnTo>
              <a:lnTo>
                <a:pt x="0" y="322222"/>
              </a:lnTo>
              <a:lnTo>
                <a:pt x="0" y="472834"/>
              </a:lnTo>
            </a:path>
          </a:pathLst>
        </a:custGeom>
        <a:noFill/>
        <a:ln w="15875" cap="flat" cmpd="sng" algn="ctr">
          <a:solidFill>
            <a:srgbClr val="92D050"/>
          </a:solidFill>
          <a:prstDash val="solid"/>
        </a:ln>
        <a:effectLst/>
      </dsp:spPr>
      <dsp:style>
        <a:lnRef idx="2">
          <a:scrgbClr r="0" g="0" b="0"/>
        </a:lnRef>
        <a:fillRef idx="0">
          <a:scrgbClr r="0" g="0" b="0"/>
        </a:fillRef>
        <a:effectRef idx="0">
          <a:scrgbClr r="0" g="0" b="0"/>
        </a:effectRef>
        <a:fontRef idx="minor"/>
      </dsp:style>
    </dsp:sp>
    <dsp:sp modelId="{E00636BA-9BB6-4834-B4F9-B898DF9DF1BF}">
      <dsp:nvSpPr>
        <dsp:cNvPr id="0" name=""/>
        <dsp:cNvSpPr/>
      </dsp:nvSpPr>
      <dsp:spPr>
        <a:xfrm>
          <a:off x="4474259" y="416469"/>
          <a:ext cx="1625790" cy="1032376"/>
        </a:xfrm>
        <a:prstGeom prst="roundRect">
          <a:avLst>
            <a:gd name="adj" fmla="val 10000"/>
          </a:avLst>
        </a:prstGeom>
        <a:solidFill>
          <a:srgbClr val="92D050"/>
        </a:solidFill>
        <a:ln w="22225" cap="flat" cmpd="sng" algn="ctr">
          <a:solidFill>
            <a:prstClr val="white">
              <a:hueOff val="0"/>
              <a:satOff val="0"/>
              <a:lumOff val="0"/>
              <a:alphaOff val="0"/>
            </a:prstClr>
          </a:solidFill>
          <a:prstDash val="solid"/>
        </a:ln>
        <a:effectLst/>
      </dsp:spPr>
      <dsp:style>
        <a:lnRef idx="3">
          <a:scrgbClr r="0" g="0" b="0"/>
        </a:lnRef>
        <a:fillRef idx="1">
          <a:scrgbClr r="0" g="0" b="0"/>
        </a:fillRef>
        <a:effectRef idx="1">
          <a:scrgbClr r="0" g="0" b="0"/>
        </a:effectRef>
        <a:fontRef idx="minor">
          <a:schemeClr val="lt1"/>
        </a:fontRef>
      </dsp:style>
    </dsp:sp>
    <dsp:sp modelId="{ED547C46-EAF4-4FE6-A1E6-D24D07004785}">
      <dsp:nvSpPr>
        <dsp:cNvPr id="0" name=""/>
        <dsp:cNvSpPr/>
      </dsp:nvSpPr>
      <dsp:spPr>
        <a:xfrm>
          <a:off x="4654903" y="588080"/>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A1D68B">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sk-SK" sz="2900" kern="1200" dirty="0">
              <a:solidFill>
                <a:sysClr val="windowText" lastClr="000000">
                  <a:hueOff val="0"/>
                  <a:satOff val="0"/>
                  <a:lumOff val="0"/>
                  <a:alphaOff val="0"/>
                </a:sysClr>
              </a:solidFill>
              <a:latin typeface="Arial" panose="020B0604020202020204"/>
              <a:ea typeface="+mn-ea"/>
              <a:cs typeface="+mn-cs"/>
            </a:rPr>
            <a:t>eTermín</a:t>
          </a:r>
          <a:endParaRPr lang="en-US" sz="2900" kern="1200" dirty="0">
            <a:solidFill>
              <a:sysClr val="windowText" lastClr="000000">
                <a:hueOff val="0"/>
                <a:satOff val="0"/>
                <a:lumOff val="0"/>
                <a:alphaOff val="0"/>
              </a:sysClr>
            </a:solidFill>
            <a:latin typeface="Arial" panose="020B0604020202020204"/>
            <a:ea typeface="+mn-ea"/>
            <a:cs typeface="+mn-cs"/>
          </a:endParaRPr>
        </a:p>
      </dsp:txBody>
      <dsp:txXfrm>
        <a:off x="4685140" y="618317"/>
        <a:ext cx="1565316" cy="971902"/>
      </dsp:txXfrm>
    </dsp:sp>
    <dsp:sp modelId="{877150CE-1506-4FF7-B0C8-E168C826700B}">
      <dsp:nvSpPr>
        <dsp:cNvPr id="0" name=""/>
        <dsp:cNvSpPr/>
      </dsp:nvSpPr>
      <dsp:spPr>
        <a:xfrm>
          <a:off x="1990413" y="1921679"/>
          <a:ext cx="1625790" cy="1032376"/>
        </a:xfrm>
        <a:prstGeom prst="roundRect">
          <a:avLst>
            <a:gd name="adj" fmla="val 10000"/>
          </a:avLst>
        </a:prstGeom>
        <a:solidFill>
          <a:srgbClr val="5EC795">
            <a:hueOff val="0"/>
            <a:satOff val="0"/>
            <a:lumOff val="0"/>
            <a:alphaOff val="0"/>
          </a:srgbClr>
        </a:solidFill>
        <a:ln w="22225" cap="flat" cmpd="sng" algn="ctr">
          <a:solidFill>
            <a:sysClr val="window" lastClr="FFFFFF">
              <a:hueOff val="0"/>
              <a:satOff val="0"/>
              <a:lumOff val="0"/>
              <a:alphaOff val="0"/>
            </a:sysClr>
          </a:solidFill>
          <a:prstDash val="solid"/>
        </a:ln>
        <a:effectLst/>
      </dsp:spPr>
      <dsp:style>
        <a:lnRef idx="3">
          <a:scrgbClr r="0" g="0" b="0"/>
        </a:lnRef>
        <a:fillRef idx="1">
          <a:scrgbClr r="0" g="0" b="0"/>
        </a:fillRef>
        <a:effectRef idx="1">
          <a:scrgbClr r="0" g="0" b="0"/>
        </a:effectRef>
        <a:fontRef idx="minor">
          <a:schemeClr val="lt1"/>
        </a:fontRef>
      </dsp:style>
    </dsp:sp>
    <dsp:sp modelId="{54E502FF-189E-4B43-8B4D-DE4009B0989C}">
      <dsp:nvSpPr>
        <dsp:cNvPr id="0" name=""/>
        <dsp:cNvSpPr/>
      </dsp:nvSpPr>
      <dsp:spPr>
        <a:xfrm>
          <a:off x="2171056" y="2093291"/>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5EC795">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sk-SK" sz="1500" kern="1200" dirty="0">
              <a:solidFill>
                <a:sysClr val="windowText" lastClr="000000">
                  <a:hueOff val="0"/>
                  <a:satOff val="0"/>
                  <a:lumOff val="0"/>
                  <a:alphaOff val="0"/>
                </a:sysClr>
              </a:solidFill>
              <a:latin typeface="Arial" panose="020B0604020202020204"/>
              <a:ea typeface="+mn-ea"/>
              <a:cs typeface="+mn-cs"/>
            </a:rPr>
            <a:t>Pacientsky portál</a:t>
          </a:r>
          <a:endParaRPr lang="en-US" sz="1500" kern="1200" dirty="0">
            <a:solidFill>
              <a:sysClr val="windowText" lastClr="000000">
                <a:hueOff val="0"/>
                <a:satOff val="0"/>
                <a:lumOff val="0"/>
                <a:alphaOff val="0"/>
              </a:sysClr>
            </a:solidFill>
            <a:latin typeface="Arial" panose="020B0604020202020204"/>
            <a:ea typeface="+mn-ea"/>
            <a:cs typeface="+mn-cs"/>
          </a:endParaRPr>
        </a:p>
      </dsp:txBody>
      <dsp:txXfrm>
        <a:off x="2201293" y="2123528"/>
        <a:ext cx="1565316" cy="971902"/>
      </dsp:txXfrm>
    </dsp:sp>
    <dsp:sp modelId="{FEE6B1F7-E40A-4652-866C-1B42912FDB91}">
      <dsp:nvSpPr>
        <dsp:cNvPr id="0" name=""/>
        <dsp:cNvSpPr/>
      </dsp:nvSpPr>
      <dsp:spPr>
        <a:xfrm>
          <a:off x="3336" y="3426890"/>
          <a:ext cx="1625790" cy="1032376"/>
        </a:xfrm>
        <a:prstGeom prst="roundRect">
          <a:avLst>
            <a:gd name="adj" fmla="val 10000"/>
          </a:avLst>
        </a:prstGeom>
        <a:solidFill>
          <a:srgbClr val="5EC795">
            <a:hueOff val="0"/>
            <a:satOff val="0"/>
            <a:lumOff val="0"/>
            <a:alphaOff val="0"/>
          </a:srgbClr>
        </a:solidFill>
        <a:ln w="22225" cap="flat" cmpd="sng" algn="ctr">
          <a:solidFill>
            <a:prstClr val="white">
              <a:hueOff val="0"/>
              <a:satOff val="0"/>
              <a:lumOff val="0"/>
              <a:alphaOff val="0"/>
            </a:prstClr>
          </a:solidFill>
          <a:prstDash val="solid"/>
        </a:ln>
        <a:effectLst/>
      </dsp:spPr>
      <dsp:style>
        <a:lnRef idx="3">
          <a:scrgbClr r="0" g="0" b="0"/>
        </a:lnRef>
        <a:fillRef idx="1">
          <a:scrgbClr r="0" g="0" b="0"/>
        </a:fillRef>
        <a:effectRef idx="1">
          <a:scrgbClr r="0" g="0" b="0"/>
        </a:effectRef>
        <a:fontRef idx="minor">
          <a:schemeClr val="lt1"/>
        </a:fontRef>
      </dsp:style>
    </dsp:sp>
    <dsp:sp modelId="{CA1F5F0D-301A-4634-B38E-1C023E293A28}">
      <dsp:nvSpPr>
        <dsp:cNvPr id="0" name=""/>
        <dsp:cNvSpPr/>
      </dsp:nvSpPr>
      <dsp:spPr>
        <a:xfrm>
          <a:off x="183979" y="3598502"/>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5EC795">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sk-SK" sz="1700" kern="1200" dirty="0">
              <a:solidFill>
                <a:prstClr val="black">
                  <a:hueOff val="0"/>
                  <a:satOff val="0"/>
                  <a:lumOff val="0"/>
                  <a:alphaOff val="0"/>
                </a:prstClr>
              </a:solidFill>
              <a:latin typeface="Arial" panose="020B0604020202020204"/>
              <a:ea typeface="+mn-ea"/>
              <a:cs typeface="+mn-cs"/>
            </a:rPr>
            <a:t>Vyhľadávanie lekára</a:t>
          </a:r>
          <a:endParaRPr lang="en-US" sz="1700" kern="1200" dirty="0">
            <a:solidFill>
              <a:prstClr val="black">
                <a:hueOff val="0"/>
                <a:satOff val="0"/>
                <a:lumOff val="0"/>
                <a:alphaOff val="0"/>
              </a:prstClr>
            </a:solidFill>
            <a:latin typeface="Arial" panose="020B0604020202020204"/>
            <a:ea typeface="+mn-ea"/>
            <a:cs typeface="+mn-cs"/>
          </a:endParaRPr>
        </a:p>
      </dsp:txBody>
      <dsp:txXfrm>
        <a:off x="214216" y="3628739"/>
        <a:ext cx="1565316" cy="971902"/>
      </dsp:txXfrm>
    </dsp:sp>
    <dsp:sp modelId="{C1D03790-1868-4C7E-847E-D14B1997074B}">
      <dsp:nvSpPr>
        <dsp:cNvPr id="0" name=""/>
        <dsp:cNvSpPr/>
      </dsp:nvSpPr>
      <dsp:spPr>
        <a:xfrm>
          <a:off x="1990413" y="3426890"/>
          <a:ext cx="1625790" cy="1032376"/>
        </a:xfrm>
        <a:prstGeom prst="roundRect">
          <a:avLst>
            <a:gd name="adj" fmla="val 10000"/>
          </a:avLst>
        </a:prstGeom>
        <a:solidFill>
          <a:srgbClr val="5EC795">
            <a:hueOff val="0"/>
            <a:satOff val="0"/>
            <a:lumOff val="0"/>
            <a:alphaOff val="0"/>
          </a:srgbClr>
        </a:solidFill>
        <a:ln w="22225" cap="flat" cmpd="sng" algn="ctr">
          <a:solidFill>
            <a:prstClr val="white">
              <a:hueOff val="0"/>
              <a:satOff val="0"/>
              <a:lumOff val="0"/>
              <a:alphaOff val="0"/>
            </a:prstClr>
          </a:solidFill>
          <a:prstDash val="solid"/>
        </a:ln>
        <a:effectLst/>
      </dsp:spPr>
      <dsp:style>
        <a:lnRef idx="3">
          <a:scrgbClr r="0" g="0" b="0"/>
        </a:lnRef>
        <a:fillRef idx="1">
          <a:scrgbClr r="0" g="0" b="0"/>
        </a:fillRef>
        <a:effectRef idx="1">
          <a:scrgbClr r="0" g="0" b="0"/>
        </a:effectRef>
        <a:fontRef idx="minor">
          <a:schemeClr val="lt1"/>
        </a:fontRef>
      </dsp:style>
    </dsp:sp>
    <dsp:sp modelId="{113D8BD1-9DCB-4CAF-93E1-326B489FD8AE}">
      <dsp:nvSpPr>
        <dsp:cNvPr id="0" name=""/>
        <dsp:cNvSpPr/>
      </dsp:nvSpPr>
      <dsp:spPr>
        <a:xfrm>
          <a:off x="2171056" y="3598502"/>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5EC795">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sk-SK" sz="1700" kern="1200" dirty="0">
              <a:solidFill>
                <a:prstClr val="black">
                  <a:hueOff val="0"/>
                  <a:satOff val="0"/>
                  <a:lumOff val="0"/>
                  <a:alphaOff val="0"/>
                </a:prstClr>
              </a:solidFill>
              <a:latin typeface="Arial" panose="020B0604020202020204"/>
              <a:ea typeface="+mn-ea"/>
              <a:cs typeface="+mn-cs"/>
            </a:rPr>
            <a:t>Prehľad termínov</a:t>
          </a:r>
          <a:endParaRPr lang="en-US" sz="1700" kern="1200" dirty="0">
            <a:solidFill>
              <a:prstClr val="black">
                <a:hueOff val="0"/>
                <a:satOff val="0"/>
                <a:lumOff val="0"/>
                <a:alphaOff val="0"/>
              </a:prstClr>
            </a:solidFill>
            <a:latin typeface="Arial" panose="020B0604020202020204"/>
            <a:ea typeface="+mn-ea"/>
            <a:cs typeface="+mn-cs"/>
          </a:endParaRPr>
        </a:p>
      </dsp:txBody>
      <dsp:txXfrm>
        <a:off x="2201293" y="3628739"/>
        <a:ext cx="1565316" cy="971902"/>
      </dsp:txXfrm>
    </dsp:sp>
    <dsp:sp modelId="{2ED9699D-EEF4-41FC-9FBD-9A0E91A436D9}">
      <dsp:nvSpPr>
        <dsp:cNvPr id="0" name=""/>
        <dsp:cNvSpPr/>
      </dsp:nvSpPr>
      <dsp:spPr>
        <a:xfrm>
          <a:off x="3977490" y="3426890"/>
          <a:ext cx="1625790" cy="1032376"/>
        </a:xfrm>
        <a:prstGeom prst="roundRect">
          <a:avLst>
            <a:gd name="adj" fmla="val 10000"/>
          </a:avLst>
        </a:prstGeom>
        <a:solidFill>
          <a:srgbClr val="5EC795">
            <a:hueOff val="0"/>
            <a:satOff val="0"/>
            <a:lumOff val="0"/>
            <a:alphaOff val="0"/>
          </a:srgbClr>
        </a:solidFill>
        <a:ln w="22225" cap="flat" cmpd="sng" algn="ctr">
          <a:solidFill>
            <a:prstClr val="white">
              <a:hueOff val="0"/>
              <a:satOff val="0"/>
              <a:lumOff val="0"/>
              <a:alphaOff val="0"/>
            </a:prstClr>
          </a:solidFill>
          <a:prstDash val="solid"/>
        </a:ln>
        <a:effectLst/>
      </dsp:spPr>
      <dsp:style>
        <a:lnRef idx="3">
          <a:scrgbClr r="0" g="0" b="0"/>
        </a:lnRef>
        <a:fillRef idx="1">
          <a:scrgbClr r="0" g="0" b="0"/>
        </a:fillRef>
        <a:effectRef idx="1">
          <a:scrgbClr r="0" g="0" b="0"/>
        </a:effectRef>
        <a:fontRef idx="minor">
          <a:schemeClr val="lt1"/>
        </a:fontRef>
      </dsp:style>
    </dsp:sp>
    <dsp:sp modelId="{D2D86782-E476-4315-9D90-01B9188D9A6A}">
      <dsp:nvSpPr>
        <dsp:cNvPr id="0" name=""/>
        <dsp:cNvSpPr/>
      </dsp:nvSpPr>
      <dsp:spPr>
        <a:xfrm>
          <a:off x="4158134" y="3598502"/>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5EC795">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sk-SK" sz="1700" kern="1200" dirty="0">
              <a:solidFill>
                <a:prstClr val="black">
                  <a:hueOff val="0"/>
                  <a:satOff val="0"/>
                  <a:lumOff val="0"/>
                  <a:alphaOff val="0"/>
                </a:prstClr>
              </a:solidFill>
              <a:latin typeface="Arial" panose="020B0604020202020204"/>
              <a:ea typeface="+mn-ea"/>
              <a:cs typeface="+mn-cs"/>
            </a:rPr>
            <a:t>Rezervácia</a:t>
          </a:r>
          <a:r>
            <a:rPr lang="sk-SK" sz="2100" kern="1200" dirty="0">
              <a:solidFill>
                <a:prstClr val="black">
                  <a:hueOff val="0"/>
                  <a:satOff val="0"/>
                  <a:lumOff val="0"/>
                  <a:alphaOff val="0"/>
                </a:prstClr>
              </a:solidFill>
              <a:latin typeface="Arial" panose="020B0604020202020204"/>
              <a:ea typeface="+mn-ea"/>
              <a:cs typeface="+mn-cs"/>
            </a:rPr>
            <a:t> </a:t>
          </a:r>
          <a:r>
            <a:rPr lang="sk-SK" sz="1700" kern="1200" dirty="0">
              <a:solidFill>
                <a:prstClr val="black">
                  <a:hueOff val="0"/>
                  <a:satOff val="0"/>
                  <a:lumOff val="0"/>
                  <a:alphaOff val="0"/>
                </a:prstClr>
              </a:solidFill>
              <a:latin typeface="Arial" panose="020B0604020202020204"/>
              <a:ea typeface="+mn-ea"/>
              <a:cs typeface="+mn-cs"/>
            </a:rPr>
            <a:t>návštevy</a:t>
          </a:r>
          <a:endParaRPr lang="en-US" sz="1700" kern="1200" dirty="0">
            <a:solidFill>
              <a:prstClr val="black">
                <a:hueOff val="0"/>
                <a:satOff val="0"/>
                <a:lumOff val="0"/>
                <a:alphaOff val="0"/>
              </a:prstClr>
            </a:solidFill>
            <a:latin typeface="Arial" panose="020B0604020202020204"/>
            <a:ea typeface="+mn-ea"/>
            <a:cs typeface="+mn-cs"/>
          </a:endParaRPr>
        </a:p>
      </dsp:txBody>
      <dsp:txXfrm>
        <a:off x="4188371" y="3628739"/>
        <a:ext cx="1565316" cy="971902"/>
      </dsp:txXfrm>
    </dsp:sp>
    <dsp:sp modelId="{62E72D48-D2F6-4274-9D8E-AC1B943AF0BC}">
      <dsp:nvSpPr>
        <dsp:cNvPr id="0" name=""/>
        <dsp:cNvSpPr/>
      </dsp:nvSpPr>
      <dsp:spPr>
        <a:xfrm>
          <a:off x="6958106" y="1921679"/>
          <a:ext cx="1625790" cy="1032376"/>
        </a:xfrm>
        <a:prstGeom prst="roundRect">
          <a:avLst>
            <a:gd name="adj" fmla="val 10000"/>
          </a:avLst>
        </a:prstGeom>
        <a:solidFill>
          <a:srgbClr val="4DADCF">
            <a:hueOff val="0"/>
            <a:satOff val="0"/>
            <a:lumOff val="0"/>
            <a:alphaOff val="0"/>
          </a:srgbClr>
        </a:solidFill>
        <a:ln w="22225" cap="flat" cmpd="sng" algn="ctr">
          <a:solidFill>
            <a:prstClr val="white">
              <a:hueOff val="0"/>
              <a:satOff val="0"/>
              <a:lumOff val="0"/>
              <a:alphaOff val="0"/>
            </a:prstClr>
          </a:solidFill>
          <a:prstDash val="solid"/>
        </a:ln>
        <a:effectLst/>
      </dsp:spPr>
      <dsp:style>
        <a:lnRef idx="3">
          <a:scrgbClr r="0" g="0" b="0"/>
        </a:lnRef>
        <a:fillRef idx="1">
          <a:scrgbClr r="0" g="0" b="0"/>
        </a:fillRef>
        <a:effectRef idx="1">
          <a:scrgbClr r="0" g="0" b="0"/>
        </a:effectRef>
        <a:fontRef idx="minor">
          <a:schemeClr val="lt1"/>
        </a:fontRef>
      </dsp:style>
    </dsp:sp>
    <dsp:sp modelId="{D682DDB7-0493-4D3B-BE9F-F3B77EC84507}">
      <dsp:nvSpPr>
        <dsp:cNvPr id="0" name=""/>
        <dsp:cNvSpPr/>
      </dsp:nvSpPr>
      <dsp:spPr>
        <a:xfrm>
          <a:off x="7138749" y="2093291"/>
          <a:ext cx="1625790" cy="1032376"/>
        </a:xfrm>
        <a:prstGeom prst="roundRect">
          <a:avLst>
            <a:gd name="adj" fmla="val 10000"/>
          </a:avLst>
        </a:prstGeom>
        <a:solidFill>
          <a:prstClr val="white">
            <a:alpha val="90000"/>
            <a:hueOff val="0"/>
            <a:satOff val="0"/>
            <a:lumOff val="0"/>
            <a:alphaOff val="0"/>
          </a:prstClr>
        </a:solidFill>
        <a:ln w="15875" cap="flat" cmpd="sng" algn="ctr">
          <a:solidFill>
            <a:srgbClr val="4DADCF">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sk-SK" sz="1500" kern="1200" dirty="0">
              <a:solidFill>
                <a:prstClr val="black">
                  <a:hueOff val="0"/>
                  <a:satOff val="0"/>
                  <a:lumOff val="0"/>
                  <a:alphaOff val="0"/>
                </a:prstClr>
              </a:solidFill>
              <a:latin typeface="Arial" panose="020B0604020202020204"/>
              <a:ea typeface="+mn-ea"/>
              <a:cs typeface="+mn-cs"/>
            </a:rPr>
            <a:t>Administratívny portál</a:t>
          </a:r>
          <a:endParaRPr lang="en-US" sz="1500" kern="1200" dirty="0">
            <a:solidFill>
              <a:prstClr val="black">
                <a:hueOff val="0"/>
                <a:satOff val="0"/>
                <a:lumOff val="0"/>
                <a:alphaOff val="0"/>
              </a:prstClr>
            </a:solidFill>
            <a:latin typeface="Arial" panose="020B0604020202020204"/>
            <a:ea typeface="+mn-ea"/>
            <a:cs typeface="+mn-cs"/>
          </a:endParaRPr>
        </a:p>
      </dsp:txBody>
      <dsp:txXfrm>
        <a:off x="7168986" y="2123528"/>
        <a:ext cx="1565316" cy="971902"/>
      </dsp:txXfrm>
    </dsp:sp>
    <dsp:sp modelId="{A8CB4F81-FF69-4A0B-A27B-1946FB954873}">
      <dsp:nvSpPr>
        <dsp:cNvPr id="0" name=""/>
        <dsp:cNvSpPr/>
      </dsp:nvSpPr>
      <dsp:spPr>
        <a:xfrm>
          <a:off x="5964567" y="3426890"/>
          <a:ext cx="1625790" cy="1032376"/>
        </a:xfrm>
        <a:prstGeom prst="roundRect">
          <a:avLst>
            <a:gd name="adj" fmla="val 10000"/>
          </a:avLst>
        </a:prstGeom>
        <a:solidFill>
          <a:srgbClr val="4DADCF">
            <a:hueOff val="0"/>
            <a:satOff val="0"/>
            <a:lumOff val="0"/>
            <a:alphaOff val="0"/>
          </a:srgbClr>
        </a:solidFill>
        <a:ln w="22225" cap="flat" cmpd="sng" algn="ctr">
          <a:solidFill>
            <a:sysClr val="window" lastClr="FFFFFF">
              <a:hueOff val="0"/>
              <a:satOff val="0"/>
              <a:lumOff val="0"/>
              <a:alphaOff val="0"/>
            </a:sysClr>
          </a:solidFill>
          <a:prstDash val="solid"/>
        </a:ln>
        <a:effectLst/>
      </dsp:spPr>
      <dsp:style>
        <a:lnRef idx="3">
          <a:scrgbClr r="0" g="0" b="0"/>
        </a:lnRef>
        <a:fillRef idx="1">
          <a:scrgbClr r="0" g="0" b="0"/>
        </a:fillRef>
        <a:effectRef idx="1">
          <a:scrgbClr r="0" g="0" b="0"/>
        </a:effectRef>
        <a:fontRef idx="minor">
          <a:schemeClr val="lt1"/>
        </a:fontRef>
      </dsp:style>
    </dsp:sp>
    <dsp:sp modelId="{1DE0426A-7448-4AB8-8E25-565FFF7964D5}">
      <dsp:nvSpPr>
        <dsp:cNvPr id="0" name=""/>
        <dsp:cNvSpPr/>
      </dsp:nvSpPr>
      <dsp:spPr>
        <a:xfrm>
          <a:off x="6145211" y="3598502"/>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4DADCF">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sk-SK" sz="1700" kern="1200" dirty="0">
              <a:solidFill>
                <a:prstClr val="black">
                  <a:hueOff val="0"/>
                  <a:satOff val="0"/>
                  <a:lumOff val="0"/>
                  <a:alphaOff val="0"/>
                </a:prstClr>
              </a:solidFill>
              <a:latin typeface="Arial" panose="020B0604020202020204"/>
              <a:ea typeface="+mn-ea"/>
              <a:cs typeface="+mn-cs"/>
            </a:rPr>
            <a:t>Správa</a:t>
          </a:r>
          <a:r>
            <a:rPr lang="sk-SK" sz="2200" kern="1200" dirty="0">
              <a:solidFill>
                <a:sysClr val="windowText" lastClr="000000">
                  <a:hueOff val="0"/>
                  <a:satOff val="0"/>
                  <a:lumOff val="0"/>
                  <a:alphaOff val="0"/>
                </a:sysClr>
              </a:solidFill>
              <a:latin typeface="Arial" panose="020B0604020202020204"/>
              <a:ea typeface="+mn-ea"/>
              <a:cs typeface="+mn-cs"/>
            </a:rPr>
            <a:t> </a:t>
          </a:r>
          <a:r>
            <a:rPr lang="sk-SK" sz="1700" kern="1200" dirty="0">
              <a:solidFill>
                <a:prstClr val="black">
                  <a:hueOff val="0"/>
                  <a:satOff val="0"/>
                  <a:lumOff val="0"/>
                  <a:alphaOff val="0"/>
                </a:prstClr>
              </a:solidFill>
              <a:latin typeface="Arial" panose="020B0604020202020204"/>
              <a:ea typeface="+mn-ea"/>
              <a:cs typeface="+mn-cs"/>
            </a:rPr>
            <a:t>kalendára</a:t>
          </a:r>
          <a:endParaRPr lang="en-US" sz="1700" kern="1200" dirty="0">
            <a:solidFill>
              <a:prstClr val="black">
                <a:hueOff val="0"/>
                <a:satOff val="0"/>
                <a:lumOff val="0"/>
                <a:alphaOff val="0"/>
              </a:prstClr>
            </a:solidFill>
            <a:latin typeface="Arial" panose="020B0604020202020204"/>
            <a:ea typeface="+mn-ea"/>
            <a:cs typeface="+mn-cs"/>
          </a:endParaRPr>
        </a:p>
      </dsp:txBody>
      <dsp:txXfrm>
        <a:off x="6175448" y="3628739"/>
        <a:ext cx="1565316" cy="971902"/>
      </dsp:txXfrm>
    </dsp:sp>
    <dsp:sp modelId="{2FC3F9B4-A260-4EAD-9451-1A57ADE6FB08}">
      <dsp:nvSpPr>
        <dsp:cNvPr id="0" name=""/>
        <dsp:cNvSpPr/>
      </dsp:nvSpPr>
      <dsp:spPr>
        <a:xfrm>
          <a:off x="7951644" y="3426890"/>
          <a:ext cx="1625790" cy="1032376"/>
        </a:xfrm>
        <a:prstGeom prst="roundRect">
          <a:avLst>
            <a:gd name="adj" fmla="val 10000"/>
          </a:avLst>
        </a:prstGeom>
        <a:solidFill>
          <a:srgbClr val="4DADCF">
            <a:hueOff val="0"/>
            <a:satOff val="0"/>
            <a:lumOff val="0"/>
            <a:alphaOff val="0"/>
          </a:srgbClr>
        </a:solidFill>
        <a:ln w="22225" cap="flat" cmpd="sng" algn="ctr">
          <a:solidFill>
            <a:sysClr val="window" lastClr="FFFFFF">
              <a:hueOff val="0"/>
              <a:satOff val="0"/>
              <a:lumOff val="0"/>
              <a:alphaOff val="0"/>
            </a:sysClr>
          </a:solidFill>
          <a:prstDash val="solid"/>
        </a:ln>
        <a:effectLst/>
      </dsp:spPr>
      <dsp:style>
        <a:lnRef idx="3">
          <a:scrgbClr r="0" g="0" b="0"/>
        </a:lnRef>
        <a:fillRef idx="1">
          <a:scrgbClr r="0" g="0" b="0"/>
        </a:fillRef>
        <a:effectRef idx="1">
          <a:scrgbClr r="0" g="0" b="0"/>
        </a:effectRef>
        <a:fontRef idx="minor">
          <a:schemeClr val="lt1"/>
        </a:fontRef>
      </dsp:style>
    </dsp:sp>
    <dsp:sp modelId="{338D459D-7F9E-4A63-AE8E-6B3ED42F6687}">
      <dsp:nvSpPr>
        <dsp:cNvPr id="0" name=""/>
        <dsp:cNvSpPr/>
      </dsp:nvSpPr>
      <dsp:spPr>
        <a:xfrm>
          <a:off x="8132288" y="3598502"/>
          <a:ext cx="1625790" cy="1032376"/>
        </a:xfrm>
        <a:prstGeom prst="roundRect">
          <a:avLst>
            <a:gd name="adj" fmla="val 10000"/>
          </a:avLst>
        </a:prstGeom>
        <a:solidFill>
          <a:sysClr val="window" lastClr="FFFFFF">
            <a:alpha val="90000"/>
            <a:hueOff val="0"/>
            <a:satOff val="0"/>
            <a:lumOff val="0"/>
            <a:alphaOff val="0"/>
          </a:sysClr>
        </a:solidFill>
        <a:ln w="15875" cap="flat" cmpd="sng" algn="ctr">
          <a:solidFill>
            <a:srgbClr val="4DADCF">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sk-SK" sz="1700" kern="1200" dirty="0">
              <a:solidFill>
                <a:prstClr val="black">
                  <a:hueOff val="0"/>
                  <a:satOff val="0"/>
                  <a:lumOff val="0"/>
                  <a:alphaOff val="0"/>
                </a:prstClr>
              </a:solidFill>
              <a:latin typeface="Arial" panose="020B0604020202020204"/>
              <a:ea typeface="+mn-ea"/>
              <a:cs typeface="+mn-cs"/>
            </a:rPr>
            <a:t>Správa</a:t>
          </a:r>
          <a:r>
            <a:rPr lang="sk-SK" sz="2200" kern="1200" dirty="0">
              <a:solidFill>
                <a:sysClr val="windowText" lastClr="000000">
                  <a:hueOff val="0"/>
                  <a:satOff val="0"/>
                  <a:lumOff val="0"/>
                  <a:alphaOff val="0"/>
                </a:sysClr>
              </a:solidFill>
              <a:latin typeface="Arial" panose="020B0604020202020204"/>
              <a:ea typeface="+mn-ea"/>
              <a:cs typeface="+mn-cs"/>
            </a:rPr>
            <a:t> </a:t>
          </a:r>
          <a:r>
            <a:rPr lang="sk-SK" sz="1700" kern="1200" dirty="0">
              <a:solidFill>
                <a:prstClr val="black">
                  <a:hueOff val="0"/>
                  <a:satOff val="0"/>
                  <a:lumOff val="0"/>
                  <a:alphaOff val="0"/>
                </a:prstClr>
              </a:solidFill>
              <a:latin typeface="Arial" panose="020B0604020202020204"/>
              <a:ea typeface="+mn-ea"/>
              <a:cs typeface="+mn-cs"/>
            </a:rPr>
            <a:t>záznamov</a:t>
          </a:r>
          <a:endParaRPr lang="en-US" sz="1700" kern="1200" dirty="0">
            <a:solidFill>
              <a:prstClr val="black">
                <a:hueOff val="0"/>
                <a:satOff val="0"/>
                <a:lumOff val="0"/>
                <a:alphaOff val="0"/>
              </a:prstClr>
            </a:solidFill>
            <a:latin typeface="Arial" panose="020B0604020202020204"/>
            <a:ea typeface="+mn-ea"/>
            <a:cs typeface="+mn-cs"/>
          </a:endParaRPr>
        </a:p>
      </dsp:txBody>
      <dsp:txXfrm>
        <a:off x="8162525" y="3628739"/>
        <a:ext cx="1565316" cy="9719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EB5DD3-0B22-494C-BEEF-5162078CA747}">
      <dsp:nvSpPr>
        <dsp:cNvPr id="0" name=""/>
        <dsp:cNvSpPr/>
      </dsp:nvSpPr>
      <dsp:spPr>
        <a:xfrm>
          <a:off x="0" y="0"/>
          <a:ext cx="2659439"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8ABFB1-7419-48F4-B04E-8F1475341958}">
      <dsp:nvSpPr>
        <dsp:cNvPr id="0" name=""/>
        <dsp:cNvSpPr/>
      </dsp:nvSpPr>
      <dsp:spPr>
        <a:xfrm>
          <a:off x="0" y="0"/>
          <a:ext cx="2659439" cy="101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sk-SK" sz="4600" kern="1200" dirty="0"/>
            <a:t>Intuitívna </a:t>
          </a:r>
          <a:endParaRPr lang="en-US" sz="4600" kern="1200" dirty="0"/>
        </a:p>
      </dsp:txBody>
      <dsp:txXfrm>
        <a:off x="0" y="0"/>
        <a:ext cx="2659439" cy="1014406"/>
      </dsp:txXfrm>
    </dsp:sp>
    <dsp:sp modelId="{4214E725-154A-4C77-A780-3CCF82AAB322}">
      <dsp:nvSpPr>
        <dsp:cNvPr id="0" name=""/>
        <dsp:cNvSpPr/>
      </dsp:nvSpPr>
      <dsp:spPr>
        <a:xfrm>
          <a:off x="0" y="1014406"/>
          <a:ext cx="2659439" cy="0"/>
        </a:xfrm>
        <a:prstGeom prst="line">
          <a:avLst/>
        </a:prstGeom>
        <a:solidFill>
          <a:schemeClr val="accent3">
            <a:hueOff val="0"/>
            <a:satOff val="0"/>
            <a:lumOff val="0"/>
            <a:alphaOff val="0"/>
          </a:schemeClr>
        </a:solidFill>
        <a:ln w="15875" cap="flat" cmpd="sng" algn="ctr">
          <a:solidFill>
            <a:srgbClr val="00B0F0"/>
          </a:solidFill>
          <a:prstDash val="solid"/>
        </a:ln>
        <a:effectLst/>
      </dsp:spPr>
      <dsp:style>
        <a:lnRef idx="2">
          <a:scrgbClr r="0" g="0" b="0"/>
        </a:lnRef>
        <a:fillRef idx="1">
          <a:scrgbClr r="0" g="0" b="0"/>
        </a:fillRef>
        <a:effectRef idx="0">
          <a:scrgbClr r="0" g="0" b="0"/>
        </a:effectRef>
        <a:fontRef idx="minor">
          <a:schemeClr val="lt1"/>
        </a:fontRef>
      </dsp:style>
    </dsp:sp>
    <dsp:sp modelId="{3612C6CF-A998-4C57-8744-D2519EF928EE}">
      <dsp:nvSpPr>
        <dsp:cNvPr id="0" name=""/>
        <dsp:cNvSpPr/>
      </dsp:nvSpPr>
      <dsp:spPr>
        <a:xfrm>
          <a:off x="0" y="1014406"/>
          <a:ext cx="2659439" cy="101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sk-SK" sz="4600" kern="1200" dirty="0"/>
            <a:t>Bezpečná</a:t>
          </a:r>
          <a:endParaRPr lang="en-US" sz="4600" kern="1200" dirty="0"/>
        </a:p>
      </dsp:txBody>
      <dsp:txXfrm>
        <a:off x="0" y="1014406"/>
        <a:ext cx="2659439" cy="1014406"/>
      </dsp:txXfrm>
    </dsp:sp>
    <dsp:sp modelId="{89911CF5-3364-4BD4-9681-9C1DB2CCCB17}">
      <dsp:nvSpPr>
        <dsp:cNvPr id="0" name=""/>
        <dsp:cNvSpPr/>
      </dsp:nvSpPr>
      <dsp:spPr>
        <a:xfrm>
          <a:off x="0" y="2028812"/>
          <a:ext cx="2659439" cy="0"/>
        </a:xfrm>
        <a:prstGeom prst="line">
          <a:avLst/>
        </a:prstGeom>
        <a:solidFill>
          <a:schemeClr val="accent4">
            <a:hueOff val="0"/>
            <a:satOff val="0"/>
            <a:lumOff val="0"/>
            <a:alphaOff val="0"/>
          </a:schemeClr>
        </a:solidFill>
        <a:ln w="15875" cap="flat" cmpd="sng" algn="ctr">
          <a:solidFill>
            <a:srgbClr val="FFFF00"/>
          </a:solidFill>
          <a:prstDash val="solid"/>
        </a:ln>
        <a:effectLst/>
      </dsp:spPr>
      <dsp:style>
        <a:lnRef idx="2">
          <a:scrgbClr r="0" g="0" b="0"/>
        </a:lnRef>
        <a:fillRef idx="1">
          <a:scrgbClr r="0" g="0" b="0"/>
        </a:fillRef>
        <a:effectRef idx="0">
          <a:scrgbClr r="0" g="0" b="0"/>
        </a:effectRef>
        <a:fontRef idx="minor">
          <a:schemeClr val="lt1"/>
        </a:fontRef>
      </dsp:style>
    </dsp:sp>
    <dsp:sp modelId="{D04EE77B-3212-4191-97DD-B07D3F94EAE6}">
      <dsp:nvSpPr>
        <dsp:cNvPr id="0" name=""/>
        <dsp:cNvSpPr/>
      </dsp:nvSpPr>
      <dsp:spPr>
        <a:xfrm>
          <a:off x="0" y="2028812"/>
          <a:ext cx="2659439" cy="101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sk-SK" sz="4600" kern="1200" dirty="0"/>
            <a:t>Praktická</a:t>
          </a:r>
          <a:endParaRPr lang="en-US" sz="4600" kern="1200" dirty="0"/>
        </a:p>
      </dsp:txBody>
      <dsp:txXfrm>
        <a:off x="0" y="2028812"/>
        <a:ext cx="2659439" cy="1014406"/>
      </dsp:txXfrm>
    </dsp:sp>
    <dsp:sp modelId="{3781E31C-009A-490F-A4AD-0979BC29A34D}">
      <dsp:nvSpPr>
        <dsp:cNvPr id="0" name=""/>
        <dsp:cNvSpPr/>
      </dsp:nvSpPr>
      <dsp:spPr>
        <a:xfrm>
          <a:off x="0" y="3043218"/>
          <a:ext cx="2659439" cy="0"/>
        </a:xfrm>
        <a:prstGeom prst="line">
          <a:avLst/>
        </a:prstGeom>
        <a:solidFill>
          <a:schemeClr val="accent5">
            <a:hueOff val="0"/>
            <a:satOff val="0"/>
            <a:lumOff val="0"/>
            <a:alphaOff val="0"/>
          </a:schemeClr>
        </a:solidFill>
        <a:ln w="15875" cap="flat" cmpd="sng" algn="ctr">
          <a:solidFill>
            <a:srgbClr val="FF9900"/>
          </a:solidFill>
          <a:prstDash val="solid"/>
        </a:ln>
        <a:effectLst/>
      </dsp:spPr>
      <dsp:style>
        <a:lnRef idx="2">
          <a:scrgbClr r="0" g="0" b="0"/>
        </a:lnRef>
        <a:fillRef idx="1">
          <a:scrgbClr r="0" g="0" b="0"/>
        </a:fillRef>
        <a:effectRef idx="0">
          <a:scrgbClr r="0" g="0" b="0"/>
        </a:effectRef>
        <a:fontRef idx="minor">
          <a:schemeClr val="lt1"/>
        </a:fontRef>
      </dsp:style>
    </dsp:sp>
    <dsp:sp modelId="{D0F9D4B5-A6A5-44F3-AEEB-E8E138A3E5D5}">
      <dsp:nvSpPr>
        <dsp:cNvPr id="0" name=""/>
        <dsp:cNvSpPr/>
      </dsp:nvSpPr>
      <dsp:spPr>
        <a:xfrm>
          <a:off x="0" y="3043218"/>
          <a:ext cx="2659439" cy="1014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sk-SK" sz="4600" kern="1200" dirty="0"/>
            <a:t>Efektívna</a:t>
          </a:r>
          <a:endParaRPr lang="en-US" sz="4600" kern="1200" dirty="0"/>
        </a:p>
      </dsp:txBody>
      <dsp:txXfrm>
        <a:off x="0" y="3043218"/>
        <a:ext cx="2659439" cy="10144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70A020-6762-E74E-9D6D-668D3C95CE3A}">
      <dsp:nvSpPr>
        <dsp:cNvPr id="0" name=""/>
        <dsp:cNvSpPr/>
      </dsp:nvSpPr>
      <dsp:spPr>
        <a:xfrm>
          <a:off x="0" y="1964"/>
          <a:ext cx="4999037"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3CCC34C4-E39B-8743-8E5D-8D0D5D5600C5}">
      <dsp:nvSpPr>
        <dsp:cNvPr id="0" name=""/>
        <dsp:cNvSpPr/>
      </dsp:nvSpPr>
      <dsp:spPr>
        <a:xfrm>
          <a:off x="0" y="1964"/>
          <a:ext cx="4999037" cy="669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b="0" kern="1200" dirty="0">
              <a:latin typeface="Helvetica Neue" panose="02000503000000020004" pitchFamily="2" charset="0"/>
              <a:ea typeface="Helvetica Neue" panose="02000503000000020004" pitchFamily="2" charset="0"/>
              <a:cs typeface="Helvetica Neue" panose="02000503000000020004" pitchFamily="2" charset="0"/>
            </a:rPr>
            <a:t>Používateľský účet</a:t>
          </a:r>
          <a:endParaRPr lang="en-US" sz="3200" b="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1964"/>
        <a:ext cx="4999037" cy="669799"/>
      </dsp:txXfrm>
    </dsp:sp>
    <dsp:sp modelId="{587FE207-F05E-6649-9C21-1EA9BF642201}">
      <dsp:nvSpPr>
        <dsp:cNvPr id="0" name=""/>
        <dsp:cNvSpPr/>
      </dsp:nvSpPr>
      <dsp:spPr>
        <a:xfrm>
          <a:off x="0" y="671763"/>
          <a:ext cx="4999037"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A607230A-734E-AE47-888A-08B2D0F51729}">
      <dsp:nvSpPr>
        <dsp:cNvPr id="0" name=""/>
        <dsp:cNvSpPr/>
      </dsp:nvSpPr>
      <dsp:spPr>
        <a:xfrm>
          <a:off x="0" y="671763"/>
          <a:ext cx="4999037" cy="669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kern="1200" dirty="0" err="1">
              <a:latin typeface="Helvetica Neue" panose="02000503000000020004" pitchFamily="2" charset="0"/>
              <a:ea typeface="Helvetica Neue" panose="02000503000000020004" pitchFamily="2" charset="0"/>
              <a:cs typeface="Helvetica Neue" panose="02000503000000020004" pitchFamily="2" charset="0"/>
            </a:rPr>
            <a:t>Rodinní</a:t>
          </a:r>
          <a:r>
            <a:rPr lang="en-US" sz="3200" b="0" kern="1200" dirty="0">
              <a:latin typeface="Helvetica Neue" panose="02000503000000020004" pitchFamily="2" charset="0"/>
              <a:ea typeface="Helvetica Neue" panose="02000503000000020004" pitchFamily="2" charset="0"/>
              <a:cs typeface="Helvetica Neue" panose="02000503000000020004" pitchFamily="2" charset="0"/>
            </a:rPr>
            <a:t> </a:t>
          </a:r>
          <a:r>
            <a:rPr lang="en-US" sz="3200" b="0" kern="1200" dirty="0" err="1">
              <a:latin typeface="Helvetica Neue" panose="02000503000000020004" pitchFamily="2" charset="0"/>
              <a:ea typeface="Helvetica Neue" panose="02000503000000020004" pitchFamily="2" charset="0"/>
              <a:cs typeface="Helvetica Neue" panose="02000503000000020004" pitchFamily="2" charset="0"/>
            </a:rPr>
            <a:t>príslušníci</a:t>
          </a:r>
          <a:endParaRPr lang="en-US" sz="3200" b="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671763"/>
        <a:ext cx="4999037" cy="669799"/>
      </dsp:txXfrm>
    </dsp:sp>
    <dsp:sp modelId="{EDB7363F-3B69-C949-B305-A6E58425395E}">
      <dsp:nvSpPr>
        <dsp:cNvPr id="0" name=""/>
        <dsp:cNvSpPr/>
      </dsp:nvSpPr>
      <dsp:spPr>
        <a:xfrm>
          <a:off x="0" y="1341563"/>
          <a:ext cx="4999037"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FEF6F2E6-BE38-E54B-8211-1FF77E9B178A}">
      <dsp:nvSpPr>
        <dsp:cNvPr id="0" name=""/>
        <dsp:cNvSpPr/>
      </dsp:nvSpPr>
      <dsp:spPr>
        <a:xfrm>
          <a:off x="0" y="1341563"/>
          <a:ext cx="4999037" cy="669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kern="1200" dirty="0">
              <a:latin typeface="Helvetica Neue" panose="02000503000000020004" pitchFamily="2" charset="0"/>
              <a:ea typeface="Helvetica Neue" panose="02000503000000020004" pitchFamily="2" charset="0"/>
              <a:cs typeface="Helvetica Neue" panose="02000503000000020004" pitchFamily="2" charset="0"/>
            </a:rPr>
            <a:t>Vyhľadávanie lekárov</a:t>
          </a:r>
          <a:endParaRPr lang="en-US" sz="320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1341563"/>
        <a:ext cx="4999037" cy="669799"/>
      </dsp:txXfrm>
    </dsp:sp>
    <dsp:sp modelId="{FE287703-BC7B-8644-81FC-F1A75E90308A}">
      <dsp:nvSpPr>
        <dsp:cNvPr id="0" name=""/>
        <dsp:cNvSpPr/>
      </dsp:nvSpPr>
      <dsp:spPr>
        <a:xfrm>
          <a:off x="0" y="2011362"/>
          <a:ext cx="4999037"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DEA6FE09-44C0-A548-99C5-EACBC59BD4DB}">
      <dsp:nvSpPr>
        <dsp:cNvPr id="0" name=""/>
        <dsp:cNvSpPr/>
      </dsp:nvSpPr>
      <dsp:spPr>
        <a:xfrm>
          <a:off x="0" y="2011362"/>
          <a:ext cx="4999037" cy="669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kern="1200" dirty="0">
              <a:latin typeface="Helvetica Neue" panose="02000503000000020004" pitchFamily="2" charset="0"/>
              <a:ea typeface="Helvetica Neue" panose="02000503000000020004" pitchFamily="2" charset="0"/>
              <a:cs typeface="Helvetica Neue" panose="02000503000000020004" pitchFamily="2" charset="0"/>
            </a:rPr>
            <a:t>Rezervovanie termínu</a:t>
          </a:r>
          <a:endParaRPr lang="en-US" sz="320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2011362"/>
        <a:ext cx="4999037" cy="669799"/>
      </dsp:txXfrm>
    </dsp:sp>
    <dsp:sp modelId="{A88ABFF5-8A3A-0345-BF71-81FB2695711E}">
      <dsp:nvSpPr>
        <dsp:cNvPr id="0" name=""/>
        <dsp:cNvSpPr/>
      </dsp:nvSpPr>
      <dsp:spPr>
        <a:xfrm>
          <a:off x="0" y="2681161"/>
          <a:ext cx="4999037"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8287DCB6-1D71-0548-AE60-A2A167738897}">
      <dsp:nvSpPr>
        <dsp:cNvPr id="0" name=""/>
        <dsp:cNvSpPr/>
      </dsp:nvSpPr>
      <dsp:spPr>
        <a:xfrm>
          <a:off x="0" y="2681161"/>
          <a:ext cx="4999037" cy="669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sk-SK" sz="3200" kern="1200" dirty="0">
              <a:latin typeface="Helvetica Neue" panose="02000503000000020004" pitchFamily="2" charset="0"/>
              <a:ea typeface="Helvetica Neue" panose="02000503000000020004" pitchFamily="2" charset="0"/>
              <a:cs typeface="Helvetica Neue" panose="02000503000000020004" pitchFamily="2" charset="0"/>
            </a:rPr>
            <a:t>Notifikácie o termínoch</a:t>
          </a:r>
        </a:p>
      </dsp:txBody>
      <dsp:txXfrm>
        <a:off x="0" y="2681161"/>
        <a:ext cx="4999037" cy="669799"/>
      </dsp:txXfrm>
    </dsp:sp>
    <dsp:sp modelId="{650F9AB0-5DA5-624E-8318-5A4EF003C877}">
      <dsp:nvSpPr>
        <dsp:cNvPr id="0" name=""/>
        <dsp:cNvSpPr/>
      </dsp:nvSpPr>
      <dsp:spPr>
        <a:xfrm>
          <a:off x="0" y="3350961"/>
          <a:ext cx="4999037"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FD4AB5B8-B238-0E46-9DCF-36E21DEECE4D}">
      <dsp:nvSpPr>
        <dsp:cNvPr id="0" name=""/>
        <dsp:cNvSpPr/>
      </dsp:nvSpPr>
      <dsp:spPr>
        <a:xfrm>
          <a:off x="0" y="3350961"/>
          <a:ext cx="4999037" cy="669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sk-SK" sz="3200" kern="1200" dirty="0">
              <a:latin typeface="Helvetica Neue" panose="02000503000000020004" pitchFamily="2" charset="0"/>
              <a:ea typeface="Helvetica Neue" panose="02000503000000020004" pitchFamily="2" charset="0"/>
              <a:cs typeface="Helvetica Neue" panose="02000503000000020004" pitchFamily="2" charset="0"/>
            </a:rPr>
            <a:t>História návštev</a:t>
          </a:r>
        </a:p>
      </dsp:txBody>
      <dsp:txXfrm>
        <a:off x="0" y="3350961"/>
        <a:ext cx="4999037" cy="6697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70A020-6762-E74E-9D6D-668D3C95CE3A}">
      <dsp:nvSpPr>
        <dsp:cNvPr id="0" name=""/>
        <dsp:cNvSpPr/>
      </dsp:nvSpPr>
      <dsp:spPr>
        <a:xfrm>
          <a:off x="0" y="0"/>
          <a:ext cx="4999037"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3CCC34C4-E39B-8743-8E5D-8D0D5D5600C5}">
      <dsp:nvSpPr>
        <dsp:cNvPr id="0" name=""/>
        <dsp:cNvSpPr/>
      </dsp:nvSpPr>
      <dsp:spPr>
        <a:xfrm>
          <a:off x="0" y="0"/>
          <a:ext cx="4999037" cy="1005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b="0" kern="1200" dirty="0">
              <a:latin typeface="Helvetica Neue" panose="02000503000000020004" pitchFamily="2" charset="0"/>
              <a:ea typeface="Helvetica Neue" panose="02000503000000020004" pitchFamily="2" charset="0"/>
              <a:cs typeface="Helvetica Neue" panose="02000503000000020004" pitchFamily="2" charset="0"/>
            </a:rPr>
            <a:t>Lekársky účet</a:t>
          </a:r>
          <a:endParaRPr lang="en-US" sz="3200" b="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0"/>
        <a:ext cx="4999037" cy="1005681"/>
      </dsp:txXfrm>
    </dsp:sp>
    <dsp:sp modelId="{587FE207-F05E-6649-9C21-1EA9BF642201}">
      <dsp:nvSpPr>
        <dsp:cNvPr id="0" name=""/>
        <dsp:cNvSpPr/>
      </dsp:nvSpPr>
      <dsp:spPr>
        <a:xfrm>
          <a:off x="0" y="1005681"/>
          <a:ext cx="4999037"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A607230A-734E-AE47-888A-08B2D0F51729}">
      <dsp:nvSpPr>
        <dsp:cNvPr id="0" name=""/>
        <dsp:cNvSpPr/>
      </dsp:nvSpPr>
      <dsp:spPr>
        <a:xfrm>
          <a:off x="0" y="1005681"/>
          <a:ext cx="4999037" cy="1005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kern="1200" dirty="0" err="1">
              <a:latin typeface="Helvetica Neue" panose="02000503000000020004" pitchFamily="2" charset="0"/>
              <a:ea typeface="Helvetica Neue" panose="02000503000000020004" pitchFamily="2" charset="0"/>
              <a:cs typeface="Helvetica Neue" panose="02000503000000020004" pitchFamily="2" charset="0"/>
            </a:rPr>
            <a:t>Správa</a:t>
          </a:r>
          <a:r>
            <a:rPr lang="en-US" sz="3200" b="0" kern="1200" dirty="0">
              <a:latin typeface="Helvetica Neue" panose="02000503000000020004" pitchFamily="2" charset="0"/>
              <a:ea typeface="Helvetica Neue" panose="02000503000000020004" pitchFamily="2" charset="0"/>
              <a:cs typeface="Helvetica Neue" panose="02000503000000020004" pitchFamily="2" charset="0"/>
            </a:rPr>
            <a:t> </a:t>
          </a:r>
          <a:r>
            <a:rPr lang="en-US" sz="3200" b="0" kern="1200" dirty="0" err="1">
              <a:latin typeface="Helvetica Neue" panose="02000503000000020004" pitchFamily="2" charset="0"/>
              <a:ea typeface="Helvetica Neue" panose="02000503000000020004" pitchFamily="2" charset="0"/>
              <a:cs typeface="Helvetica Neue" panose="02000503000000020004" pitchFamily="2" charset="0"/>
            </a:rPr>
            <a:t>kalendára</a:t>
          </a:r>
          <a:endParaRPr lang="en-US" sz="3200" b="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1005681"/>
        <a:ext cx="4999037" cy="1005681"/>
      </dsp:txXfrm>
    </dsp:sp>
    <dsp:sp modelId="{EDB7363F-3B69-C949-B305-A6E58425395E}">
      <dsp:nvSpPr>
        <dsp:cNvPr id="0" name=""/>
        <dsp:cNvSpPr/>
      </dsp:nvSpPr>
      <dsp:spPr>
        <a:xfrm>
          <a:off x="0" y="2011362"/>
          <a:ext cx="4999037"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FEF6F2E6-BE38-E54B-8211-1FF77E9B178A}">
      <dsp:nvSpPr>
        <dsp:cNvPr id="0" name=""/>
        <dsp:cNvSpPr/>
      </dsp:nvSpPr>
      <dsp:spPr>
        <a:xfrm>
          <a:off x="0" y="2011362"/>
          <a:ext cx="4999037" cy="1005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kern="1200" dirty="0">
              <a:latin typeface="Helvetica Neue" panose="02000503000000020004" pitchFamily="2" charset="0"/>
              <a:ea typeface="Helvetica Neue" panose="02000503000000020004" pitchFamily="2" charset="0"/>
              <a:cs typeface="Helvetica Neue" panose="02000503000000020004" pitchFamily="2" charset="0"/>
            </a:rPr>
            <a:t>Správa termínov</a:t>
          </a:r>
          <a:endParaRPr lang="en-US" sz="320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2011362"/>
        <a:ext cx="4999037" cy="1005681"/>
      </dsp:txXfrm>
    </dsp:sp>
    <dsp:sp modelId="{FE287703-BC7B-8644-81FC-F1A75E90308A}">
      <dsp:nvSpPr>
        <dsp:cNvPr id="0" name=""/>
        <dsp:cNvSpPr/>
      </dsp:nvSpPr>
      <dsp:spPr>
        <a:xfrm>
          <a:off x="0" y="3017043"/>
          <a:ext cx="4999037"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DEA6FE09-44C0-A548-99C5-EACBC59BD4DB}">
      <dsp:nvSpPr>
        <dsp:cNvPr id="0" name=""/>
        <dsp:cNvSpPr/>
      </dsp:nvSpPr>
      <dsp:spPr>
        <a:xfrm>
          <a:off x="0" y="3017043"/>
          <a:ext cx="4999037" cy="1005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kern="1200" dirty="0">
              <a:latin typeface="Helvetica Neue" panose="02000503000000020004" pitchFamily="2" charset="0"/>
              <a:ea typeface="Helvetica Neue" panose="02000503000000020004" pitchFamily="2" charset="0"/>
              <a:cs typeface="Helvetica Neue" panose="02000503000000020004" pitchFamily="2" charset="0"/>
            </a:rPr>
            <a:t>Evidencia stavu návštevy</a:t>
          </a:r>
          <a:endParaRPr lang="en-US" sz="320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3017043"/>
        <a:ext cx="4999037" cy="10056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70A020-6762-E74E-9D6D-668D3C95CE3A}">
      <dsp:nvSpPr>
        <dsp:cNvPr id="0" name=""/>
        <dsp:cNvSpPr/>
      </dsp:nvSpPr>
      <dsp:spPr>
        <a:xfrm>
          <a:off x="0" y="0"/>
          <a:ext cx="5052552"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3CCC34C4-E39B-8743-8E5D-8D0D5D5600C5}">
      <dsp:nvSpPr>
        <dsp:cNvPr id="0" name=""/>
        <dsp:cNvSpPr/>
      </dsp:nvSpPr>
      <dsp:spPr>
        <a:xfrm>
          <a:off x="0" y="0"/>
          <a:ext cx="5052552" cy="1005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b="0" kern="1200" dirty="0">
              <a:latin typeface="Helvetica Neue" panose="02000503000000020004" pitchFamily="2" charset="0"/>
              <a:ea typeface="Helvetica Neue" panose="02000503000000020004" pitchFamily="2" charset="0"/>
              <a:cs typeface="Helvetica Neue" panose="02000503000000020004" pitchFamily="2" charset="0"/>
            </a:rPr>
            <a:t>Správa používateľských účtov</a:t>
          </a:r>
          <a:endParaRPr lang="en-US" sz="3200" b="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0"/>
        <a:ext cx="5052552" cy="1005681"/>
      </dsp:txXfrm>
    </dsp:sp>
    <dsp:sp modelId="{587FE207-F05E-6649-9C21-1EA9BF642201}">
      <dsp:nvSpPr>
        <dsp:cNvPr id="0" name=""/>
        <dsp:cNvSpPr/>
      </dsp:nvSpPr>
      <dsp:spPr>
        <a:xfrm>
          <a:off x="0" y="1005681"/>
          <a:ext cx="5052552"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A607230A-734E-AE47-888A-08B2D0F51729}">
      <dsp:nvSpPr>
        <dsp:cNvPr id="0" name=""/>
        <dsp:cNvSpPr/>
      </dsp:nvSpPr>
      <dsp:spPr>
        <a:xfrm>
          <a:off x="0" y="1005681"/>
          <a:ext cx="5052552" cy="1005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kern="1200" dirty="0" err="1">
              <a:latin typeface="Helvetica Neue" panose="02000503000000020004" pitchFamily="2" charset="0"/>
              <a:ea typeface="Helvetica Neue" panose="02000503000000020004" pitchFamily="2" charset="0"/>
              <a:cs typeface="Helvetica Neue" panose="02000503000000020004" pitchFamily="2" charset="0"/>
            </a:rPr>
            <a:t>Správa</a:t>
          </a:r>
          <a:r>
            <a:rPr lang="en-US" sz="3200" b="0" kern="1200" baseline="0" dirty="0">
              <a:latin typeface="Helvetica Neue" panose="02000503000000020004" pitchFamily="2" charset="0"/>
              <a:ea typeface="Helvetica Neue" panose="02000503000000020004" pitchFamily="2" charset="0"/>
              <a:cs typeface="Helvetica Neue" panose="02000503000000020004" pitchFamily="2" charset="0"/>
            </a:rPr>
            <a:t> </a:t>
          </a:r>
          <a:r>
            <a:rPr lang="en-US" sz="3200" b="0" kern="1200" baseline="0" dirty="0" err="1">
              <a:latin typeface="Helvetica Neue" panose="02000503000000020004" pitchFamily="2" charset="0"/>
              <a:ea typeface="Helvetica Neue" panose="02000503000000020004" pitchFamily="2" charset="0"/>
              <a:cs typeface="Helvetica Neue" panose="02000503000000020004" pitchFamily="2" charset="0"/>
            </a:rPr>
            <a:t>lekárov</a:t>
          </a:r>
          <a:r>
            <a:rPr lang="en-US" sz="3200" b="0" kern="1200" baseline="0" dirty="0">
              <a:latin typeface="Helvetica Neue" panose="02000503000000020004" pitchFamily="2" charset="0"/>
              <a:ea typeface="Helvetica Neue" panose="02000503000000020004" pitchFamily="2" charset="0"/>
              <a:cs typeface="Helvetica Neue" panose="02000503000000020004" pitchFamily="2" charset="0"/>
            </a:rPr>
            <a:t> a </a:t>
          </a:r>
          <a:r>
            <a:rPr lang="en-US" sz="3200" b="0" kern="1200" baseline="0" dirty="0" err="1">
              <a:latin typeface="Helvetica Neue" panose="02000503000000020004" pitchFamily="2" charset="0"/>
              <a:ea typeface="Helvetica Neue" panose="02000503000000020004" pitchFamily="2" charset="0"/>
              <a:cs typeface="Helvetica Neue" panose="02000503000000020004" pitchFamily="2" charset="0"/>
            </a:rPr>
            <a:t>pracovísk</a:t>
          </a:r>
          <a:endParaRPr lang="en-US" sz="3200" b="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1005681"/>
        <a:ext cx="5052552" cy="1005681"/>
      </dsp:txXfrm>
    </dsp:sp>
    <dsp:sp modelId="{EDB7363F-3B69-C949-B305-A6E58425395E}">
      <dsp:nvSpPr>
        <dsp:cNvPr id="0" name=""/>
        <dsp:cNvSpPr/>
      </dsp:nvSpPr>
      <dsp:spPr>
        <a:xfrm>
          <a:off x="0" y="2011362"/>
          <a:ext cx="5052552"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FEF6F2E6-BE38-E54B-8211-1FF77E9B178A}">
      <dsp:nvSpPr>
        <dsp:cNvPr id="0" name=""/>
        <dsp:cNvSpPr/>
      </dsp:nvSpPr>
      <dsp:spPr>
        <a:xfrm>
          <a:off x="0" y="2011362"/>
          <a:ext cx="5052552" cy="1005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kern="1200" dirty="0">
              <a:latin typeface="Helvetica Neue" panose="02000503000000020004" pitchFamily="2" charset="0"/>
              <a:ea typeface="Helvetica Neue" panose="02000503000000020004" pitchFamily="2" charset="0"/>
              <a:cs typeface="Helvetica Neue" panose="02000503000000020004" pitchFamily="2" charset="0"/>
            </a:rPr>
            <a:t>Správa prístupových práv</a:t>
          </a:r>
          <a:endParaRPr lang="en-US" sz="320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2011362"/>
        <a:ext cx="5052552" cy="1005681"/>
      </dsp:txXfrm>
    </dsp:sp>
    <dsp:sp modelId="{FE287703-BC7B-8644-81FC-F1A75E90308A}">
      <dsp:nvSpPr>
        <dsp:cNvPr id="0" name=""/>
        <dsp:cNvSpPr/>
      </dsp:nvSpPr>
      <dsp:spPr>
        <a:xfrm>
          <a:off x="0" y="3017043"/>
          <a:ext cx="5052552"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DEA6FE09-44C0-A548-99C5-EACBC59BD4DB}">
      <dsp:nvSpPr>
        <dsp:cNvPr id="0" name=""/>
        <dsp:cNvSpPr/>
      </dsp:nvSpPr>
      <dsp:spPr>
        <a:xfrm>
          <a:off x="0" y="3017043"/>
          <a:ext cx="5052552" cy="10056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kern="1200" dirty="0">
              <a:latin typeface="Helvetica Neue" panose="02000503000000020004" pitchFamily="2" charset="0"/>
              <a:ea typeface="Helvetica Neue" panose="02000503000000020004" pitchFamily="2" charset="0"/>
              <a:cs typeface="Helvetica Neue" panose="02000503000000020004" pitchFamily="2" charset="0"/>
            </a:rPr>
            <a:t>Evidencia auditných záznamov</a:t>
          </a:r>
          <a:endParaRPr lang="en-US" sz="320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3017043"/>
        <a:ext cx="5052552" cy="100568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70A020-6762-E74E-9D6D-668D3C95CE3A}">
      <dsp:nvSpPr>
        <dsp:cNvPr id="0" name=""/>
        <dsp:cNvSpPr/>
      </dsp:nvSpPr>
      <dsp:spPr>
        <a:xfrm>
          <a:off x="0" y="491"/>
          <a:ext cx="10058399"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3CCC34C4-E39B-8743-8E5D-8D0D5D5600C5}">
      <dsp:nvSpPr>
        <dsp:cNvPr id="0" name=""/>
        <dsp:cNvSpPr/>
      </dsp:nvSpPr>
      <dsp:spPr>
        <a:xfrm>
          <a:off x="0" y="491"/>
          <a:ext cx="10058399" cy="804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b="0" kern="1200" dirty="0">
              <a:latin typeface="Helvetica Neue" panose="02000503000000020004" pitchFamily="2" charset="0"/>
              <a:ea typeface="Helvetica Neue" panose="02000503000000020004" pitchFamily="2" charset="0"/>
              <a:cs typeface="Helvetica Neue" panose="02000503000000020004" pitchFamily="2" charset="0"/>
            </a:rPr>
            <a:t>Ochrana osobných údajov</a:t>
          </a:r>
          <a:endParaRPr lang="en-US" sz="3200" b="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491"/>
        <a:ext cx="10058399" cy="804348"/>
      </dsp:txXfrm>
    </dsp:sp>
    <dsp:sp modelId="{587FE207-F05E-6649-9C21-1EA9BF642201}">
      <dsp:nvSpPr>
        <dsp:cNvPr id="0" name=""/>
        <dsp:cNvSpPr/>
      </dsp:nvSpPr>
      <dsp:spPr>
        <a:xfrm>
          <a:off x="0" y="804839"/>
          <a:ext cx="10058399"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A607230A-734E-AE47-888A-08B2D0F51729}">
      <dsp:nvSpPr>
        <dsp:cNvPr id="0" name=""/>
        <dsp:cNvSpPr/>
      </dsp:nvSpPr>
      <dsp:spPr>
        <a:xfrm>
          <a:off x="0" y="804839"/>
          <a:ext cx="10058399" cy="804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b="0" kern="1200" dirty="0">
              <a:latin typeface="Helvetica Neue" panose="02000503000000020004" pitchFamily="2" charset="0"/>
              <a:ea typeface="Helvetica Neue" panose="02000503000000020004" pitchFamily="2" charset="0"/>
              <a:cs typeface="Helvetica Neue" panose="02000503000000020004" pitchFamily="2" charset="0"/>
            </a:rPr>
            <a:t>Šifrovanie dát</a:t>
          </a:r>
          <a:endParaRPr lang="en-US" sz="3200" b="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804839"/>
        <a:ext cx="10058399" cy="804348"/>
      </dsp:txXfrm>
    </dsp:sp>
    <dsp:sp modelId="{EDB7363F-3B69-C949-B305-A6E58425395E}">
      <dsp:nvSpPr>
        <dsp:cNvPr id="0" name=""/>
        <dsp:cNvSpPr/>
      </dsp:nvSpPr>
      <dsp:spPr>
        <a:xfrm>
          <a:off x="0" y="1609188"/>
          <a:ext cx="10058399"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FEF6F2E6-BE38-E54B-8211-1FF77E9B178A}">
      <dsp:nvSpPr>
        <dsp:cNvPr id="0" name=""/>
        <dsp:cNvSpPr/>
      </dsp:nvSpPr>
      <dsp:spPr>
        <a:xfrm>
          <a:off x="0" y="1609188"/>
          <a:ext cx="10058399" cy="804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kern="1200" dirty="0">
              <a:latin typeface="Helvetica Neue" panose="02000503000000020004" pitchFamily="2" charset="0"/>
              <a:ea typeface="Helvetica Neue" panose="02000503000000020004" pitchFamily="2" charset="0"/>
              <a:cs typeface="Helvetica Neue" panose="02000503000000020004" pitchFamily="2" charset="0"/>
            </a:rPr>
            <a:t>Autentifikácia a autorizácia používateľov</a:t>
          </a:r>
          <a:endParaRPr lang="en-US" sz="320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1609188"/>
        <a:ext cx="10058399" cy="804348"/>
      </dsp:txXfrm>
    </dsp:sp>
    <dsp:sp modelId="{FE287703-BC7B-8644-81FC-F1A75E90308A}">
      <dsp:nvSpPr>
        <dsp:cNvPr id="0" name=""/>
        <dsp:cNvSpPr/>
      </dsp:nvSpPr>
      <dsp:spPr>
        <a:xfrm>
          <a:off x="0" y="2413536"/>
          <a:ext cx="10058399"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DEA6FE09-44C0-A548-99C5-EACBC59BD4DB}">
      <dsp:nvSpPr>
        <dsp:cNvPr id="0" name=""/>
        <dsp:cNvSpPr/>
      </dsp:nvSpPr>
      <dsp:spPr>
        <a:xfrm>
          <a:off x="0" y="2413536"/>
          <a:ext cx="10058399" cy="804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kern="1200" dirty="0">
              <a:latin typeface="Helvetica Neue" panose="02000503000000020004" pitchFamily="2" charset="0"/>
              <a:ea typeface="Helvetica Neue" panose="02000503000000020004" pitchFamily="2" charset="0"/>
              <a:cs typeface="Helvetica Neue" panose="02000503000000020004" pitchFamily="2" charset="0"/>
            </a:rPr>
            <a:t>Škálovateľnosť systému</a:t>
          </a:r>
          <a:endParaRPr lang="en-US" sz="320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2413536"/>
        <a:ext cx="10058399" cy="804348"/>
      </dsp:txXfrm>
    </dsp:sp>
    <dsp:sp modelId="{2FD3CB5D-DE4E-9143-AE75-D1A3090EB986}">
      <dsp:nvSpPr>
        <dsp:cNvPr id="0" name=""/>
        <dsp:cNvSpPr/>
      </dsp:nvSpPr>
      <dsp:spPr>
        <a:xfrm>
          <a:off x="0" y="3217885"/>
          <a:ext cx="10058399" cy="0"/>
        </a:xfrm>
        <a:prstGeom prst="line">
          <a:avLst/>
        </a:prstGeom>
        <a:gradFill rotWithShape="0">
          <a:gsLst>
            <a:gs pos="0">
              <a:schemeClr val="accent1">
                <a:hueOff val="0"/>
                <a:satOff val="0"/>
                <a:lumOff val="0"/>
                <a:alphaOff val="0"/>
                <a:shade val="85000"/>
                <a:satMod val="130000"/>
              </a:schemeClr>
            </a:gs>
            <a:gs pos="34000">
              <a:schemeClr val="accent1">
                <a:hueOff val="0"/>
                <a:satOff val="0"/>
                <a:lumOff val="0"/>
                <a:alphaOff val="0"/>
                <a:shade val="87000"/>
                <a:satMod val="125000"/>
              </a:schemeClr>
            </a:gs>
            <a:gs pos="70000">
              <a:schemeClr val="accent1">
                <a:hueOff val="0"/>
                <a:satOff val="0"/>
                <a:lumOff val="0"/>
                <a:alphaOff val="0"/>
                <a:tint val="100000"/>
                <a:shade val="90000"/>
                <a:satMod val="130000"/>
              </a:schemeClr>
            </a:gs>
            <a:gs pos="100000">
              <a:schemeClr val="accent1">
                <a:hueOff val="0"/>
                <a:satOff val="0"/>
                <a:lumOff val="0"/>
                <a:alphaOff val="0"/>
                <a:tint val="100000"/>
                <a:shade val="100000"/>
                <a:satMod val="110000"/>
              </a:schemeClr>
            </a:gs>
          </a:gsLst>
          <a:path path="circle">
            <a:fillToRect l="100000" t="100000" r="100000" b="100000"/>
          </a:path>
        </a:gradFill>
        <a:ln w="12700" cap="flat" cmpd="sng" algn="ctr">
          <a:solidFill>
            <a:schemeClr val="accent1">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sp>
    <dsp:sp modelId="{0606F000-2AB3-D942-AE07-55B2772824A3}">
      <dsp:nvSpPr>
        <dsp:cNvPr id="0" name=""/>
        <dsp:cNvSpPr/>
      </dsp:nvSpPr>
      <dsp:spPr>
        <a:xfrm>
          <a:off x="0" y="3217885"/>
          <a:ext cx="10058399" cy="804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sk-SK" sz="3200" kern="1200" dirty="0">
              <a:latin typeface="Helvetica Neue" panose="02000503000000020004" pitchFamily="2" charset="0"/>
              <a:ea typeface="Helvetica Neue" panose="02000503000000020004" pitchFamily="2" charset="0"/>
              <a:cs typeface="Helvetica Neue" panose="02000503000000020004" pitchFamily="2" charset="0"/>
            </a:rPr>
            <a:t>Zálohovanie dát</a:t>
          </a:r>
          <a:endParaRPr lang="en-US" sz="3200" kern="1200" dirty="0">
            <a:latin typeface="Helvetica Neue" panose="02000503000000020004" pitchFamily="2" charset="0"/>
            <a:ea typeface="Helvetica Neue" panose="02000503000000020004" pitchFamily="2" charset="0"/>
            <a:cs typeface="Helvetica Neue" panose="02000503000000020004" pitchFamily="2" charset="0"/>
          </a:endParaRPr>
        </a:p>
      </dsp:txBody>
      <dsp:txXfrm>
        <a:off x="0" y="3217885"/>
        <a:ext cx="10058399" cy="804348"/>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hlavičk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k-SK"/>
          </a:p>
        </p:txBody>
      </p:sp>
      <p:sp>
        <p:nvSpPr>
          <p:cNvPr id="3" name="Zástupný objekt pre dá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1D93F9-2FAE-4317-8508-8C34E94D399D}" type="datetimeFigureOut">
              <a:rPr lang="sk-SK" smtClean="0"/>
              <a:t>9. 4. 2026</a:t>
            </a:fld>
            <a:endParaRPr lang="sk-SK"/>
          </a:p>
        </p:txBody>
      </p:sp>
      <p:sp>
        <p:nvSpPr>
          <p:cNvPr id="4" name="Zástupný objekt pre obrázok snímk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k-SK"/>
          </a:p>
        </p:txBody>
      </p:sp>
      <p:sp>
        <p:nvSpPr>
          <p:cNvPr id="5" name="Zástupný objekt pre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6" name="Zástupný objekt pre pät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k-SK"/>
          </a:p>
        </p:txBody>
      </p:sp>
      <p:sp>
        <p:nvSpPr>
          <p:cNvPr id="7" name="Zástupný objekt pre číslo snímk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4D178-9940-4229-B9AB-D1ABBAB2CB88}" type="slidenum">
              <a:rPr lang="sk-SK" smtClean="0"/>
              <a:t>‹#›</a:t>
            </a:fld>
            <a:endParaRPr lang="sk-SK"/>
          </a:p>
        </p:txBody>
      </p:sp>
    </p:spTree>
    <p:extLst>
      <p:ext uri="{BB962C8B-B14F-4D97-AF65-F5344CB8AC3E}">
        <p14:creationId xmlns:p14="http://schemas.microsoft.com/office/powerpoint/2010/main" val="787789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txBody>
          <a:bodyPr/>
          <a:lstStyle/>
          <a:p>
            <a:endParaRPr lang="sk-SK"/>
          </a:p>
        </p:txBody>
      </p:sp>
      <p:sp>
        <p:nvSpPr>
          <p:cNvPr id="3" name="Zástupný objekt pre poznámky 2"/>
          <p:cNvSpPr>
            <a:spLocks noGrp="1"/>
          </p:cNvSpPr>
          <p:nvPr>
            <p:ph type="body" idx="1"/>
          </p:nvPr>
        </p:nvSpPr>
        <p:spPr/>
        <p:txBody>
          <a:bodyPr/>
          <a:lstStyle/>
          <a:p>
            <a:endParaRPr lang="sk-SK" dirty="0"/>
          </a:p>
        </p:txBody>
      </p:sp>
      <p:sp>
        <p:nvSpPr>
          <p:cNvPr id="4" name="Zástupný objekt pre číslo snímky 3"/>
          <p:cNvSpPr>
            <a:spLocks noGrp="1"/>
          </p:cNvSpPr>
          <p:nvPr>
            <p:ph type="sldNum" sz="quarter" idx="5"/>
          </p:nvPr>
        </p:nvSpPr>
        <p:spPr/>
        <p:txBody>
          <a:bodyPr/>
          <a:lstStyle/>
          <a:p>
            <a:fld id="{8C84D178-9940-4229-B9AB-D1ABBAB2CB88}" type="slidenum">
              <a:rPr lang="sk-SK" smtClean="0"/>
              <a:t>45</a:t>
            </a:fld>
            <a:endParaRPr lang="sk-SK"/>
          </a:p>
        </p:txBody>
      </p:sp>
    </p:spTree>
    <p:extLst>
      <p:ext uri="{BB962C8B-B14F-4D97-AF65-F5344CB8AC3E}">
        <p14:creationId xmlns:p14="http://schemas.microsoft.com/office/powerpoint/2010/main" val="3291448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Úvodná snímka">
    <p:spTree>
      <p:nvGrpSpPr>
        <p:cNvPr id="1" name=""/>
        <p:cNvGrpSpPr/>
        <p:nvPr/>
      </p:nvGrpSpPr>
      <p:grpSpPr>
        <a:xfrm>
          <a:off x="0" y="0"/>
          <a:ext cx="0" cy="0"/>
          <a:chOff x="0" y="0"/>
          <a:chExt cx="0" cy="0"/>
        </a:xfrm>
      </p:grpSpPr>
      <p:sp>
        <p:nvSpPr>
          <p:cNvPr id="7" name="Rectangle 6"/>
          <p:cNvSpPr/>
          <p:nvPr/>
        </p:nvSpPr>
        <p:spPr>
          <a:xfrm>
            <a:off x="-56707" y="6400800"/>
            <a:ext cx="1224870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8" name="Rectangle 7"/>
          <p:cNvSpPr/>
          <p:nvPr userDrawn="1"/>
        </p:nvSpPr>
        <p:spPr>
          <a:xfrm>
            <a:off x="15" y="6334316"/>
            <a:ext cx="1219198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sk-SK"/>
              <a:t>Kliknutím upravte štýl predlohy nadpisu</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sk-SK"/>
              <a:t>Kliknutím upravte štýl predlohy podnadpisu</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6">
            <a:extLst>
              <a:ext uri="{FF2B5EF4-FFF2-40B4-BE49-F238E27FC236}">
                <a16:creationId xmlns:a16="http://schemas.microsoft.com/office/drawing/2014/main" id="{B557B41B-3F4A-458C-6282-6D94CEE66D36}"/>
              </a:ext>
            </a:extLst>
          </p:cNvPr>
          <p:cNvSpPr/>
          <p:nvPr userDrawn="1"/>
        </p:nvSpPr>
        <p:spPr>
          <a:xfrm>
            <a:off x="1" y="-46383"/>
            <a:ext cx="12204700" cy="5060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11" name="Rectangle 7">
            <a:extLst>
              <a:ext uri="{FF2B5EF4-FFF2-40B4-BE49-F238E27FC236}">
                <a16:creationId xmlns:a16="http://schemas.microsoft.com/office/drawing/2014/main" id="{608104C2-16AC-D39D-59FE-EA56610AEC27}"/>
              </a:ext>
            </a:extLst>
          </p:cNvPr>
          <p:cNvSpPr/>
          <p:nvPr userDrawn="1"/>
        </p:nvSpPr>
        <p:spPr>
          <a:xfrm>
            <a:off x="-1" y="470426"/>
            <a:ext cx="1220470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Tree>
    <p:extLst>
      <p:ext uri="{BB962C8B-B14F-4D97-AF65-F5344CB8AC3E}">
        <p14:creationId xmlns:p14="http://schemas.microsoft.com/office/powerpoint/2010/main" val="38264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Kliknutím upravte štýl predlohy nadpisu</a:t>
            </a:r>
            <a:endParaRPr lang="en-US" dirty="0"/>
          </a:p>
        </p:txBody>
      </p:sp>
      <p:sp>
        <p:nvSpPr>
          <p:cNvPr id="3" name="Content Placeholder 2"/>
          <p:cNvSpPr>
            <a:spLocks noGrp="1"/>
          </p:cNvSpPr>
          <p:nvPr>
            <p:ph idx="1"/>
          </p:nvPr>
        </p:nvSpPr>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2353384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Hlavička sekcie">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sk-SK"/>
              <a:t>Kliknutím upravte štýl predlohy nadpisu</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Kliknite sem a upravte štýly predlohy textu</a:t>
            </a:r>
          </a:p>
        </p:txBody>
      </p:sp>
      <p:sp>
        <p:nvSpPr>
          <p:cNvPr id="4" name="Date Placeholder 3"/>
          <p:cNvSpPr>
            <a:spLocks noGrp="1"/>
          </p:cNvSpPr>
          <p:nvPr>
            <p:ph type="dt" sz="half" idx="10"/>
          </p:nvPr>
        </p:nvSpPr>
        <p:spPr/>
        <p:txBody>
          <a:bodyPr/>
          <a:lstStyle/>
          <a:p>
            <a:fld id="{5586B75A-687E-405C-8A0B-8D00578BA2C3}" type="datetimeFigureOut">
              <a:rPr lang="en-US" smtClean="0"/>
              <a:pPr/>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5075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sk-SK"/>
              <a:t>Kliknutím upravte štýl predlohy nadpisu</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5" name="Date Placeholder 4"/>
          <p:cNvSpPr>
            <a:spLocks noGrp="1"/>
          </p:cNvSpPr>
          <p:nvPr>
            <p:ph type="dt" sz="half" idx="10"/>
          </p:nvPr>
        </p:nvSpPr>
        <p:spPr/>
        <p:txBody>
          <a:bodyPr/>
          <a:lstStyle/>
          <a:p>
            <a:fld id="{5586B75A-687E-405C-8A0B-8D00578BA2C3}" type="datetimeFigureOut">
              <a:rPr lang="en-US" smtClean="0"/>
              <a:pPr/>
              <a:t>4/9/2026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0321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sk-SK"/>
              <a:t>Kliknutím upravte štýl predlohy nadpisu</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4" name="Content Placeholder 3"/>
          <p:cNvSpPr>
            <a:spLocks noGrp="1"/>
          </p:cNvSpPr>
          <p:nvPr>
            <p:ph sz="half" idx="2"/>
          </p:nvPr>
        </p:nvSpPr>
        <p:spPr>
          <a:xfrm>
            <a:off x="1097280" y="2582334"/>
            <a:ext cx="4937760" cy="33782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6" name="Content Placeholder 5"/>
          <p:cNvSpPr>
            <a:spLocks noGrp="1"/>
          </p:cNvSpPr>
          <p:nvPr>
            <p:ph sz="quarter" idx="4"/>
          </p:nvPr>
        </p:nvSpPr>
        <p:spPr>
          <a:xfrm>
            <a:off x="6217920" y="2582334"/>
            <a:ext cx="4937760" cy="33782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4/9/2026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28680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Kliknutím upravte štýl predlohy nadpisu</a:t>
            </a:r>
            <a:endParaRPr lang="en-US" dirty="0"/>
          </a:p>
        </p:txBody>
      </p:sp>
      <p:sp>
        <p:nvSpPr>
          <p:cNvPr id="3" name="Date Placeholder 2"/>
          <p:cNvSpPr>
            <a:spLocks noGrp="1"/>
          </p:cNvSpPr>
          <p:nvPr>
            <p:ph type="dt" sz="half" idx="10"/>
          </p:nvPr>
        </p:nvSpPr>
        <p:spPr/>
        <p:txBody>
          <a:bodyPr/>
          <a:lstStyle/>
          <a:p>
            <a:fld id="{5586B75A-687E-405C-8A0B-8D00578BA2C3}" type="datetimeFigureOut">
              <a:rPr lang="en-US" smtClean="0"/>
              <a:pPr/>
              <a:t>4/9/2026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3085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Prázdna">
    <p:spTree>
      <p:nvGrpSpPr>
        <p:cNvPr id="1" name=""/>
        <p:cNvGrpSpPr/>
        <p:nvPr/>
      </p:nvGrpSpPr>
      <p:grpSpPr>
        <a:xfrm>
          <a:off x="0" y="0"/>
          <a:ext cx="0" cy="0"/>
          <a:chOff x="0" y="0"/>
          <a:chExt cx="0" cy="0"/>
        </a:xfrm>
      </p:grpSpPr>
      <p:sp>
        <p:nvSpPr>
          <p:cNvPr id="5" name="Rectangle 4"/>
          <p:cNvSpPr/>
          <p:nvPr/>
        </p:nvSpPr>
        <p:spPr>
          <a:xfrm>
            <a:off x="-11097" y="6400800"/>
            <a:ext cx="1220309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6" name="Rectangle 5"/>
          <p:cNvSpPr/>
          <p:nvPr/>
        </p:nvSpPr>
        <p:spPr>
          <a:xfrm>
            <a:off x="15" y="6334316"/>
            <a:ext cx="12203098"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7" name="Date Placeholder 6"/>
          <p:cNvSpPr>
            <a:spLocks noGrp="1"/>
          </p:cNvSpPr>
          <p:nvPr>
            <p:ph type="dt" sz="half" idx="10"/>
          </p:nvPr>
        </p:nvSpPr>
        <p:spPr/>
        <p:txBody>
          <a:bodyPr/>
          <a:lstStyle/>
          <a:p>
            <a:fld id="{5586B75A-687E-405C-8A0B-8D00578BA2C3}" type="datetimeFigureOut">
              <a:rPr lang="en-US" smtClean="0"/>
              <a:pPr/>
              <a:t>4/9/2026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2" name="Rectangle 7">
            <a:extLst>
              <a:ext uri="{FF2B5EF4-FFF2-40B4-BE49-F238E27FC236}">
                <a16:creationId xmlns:a16="http://schemas.microsoft.com/office/drawing/2014/main" id="{1873172D-ECC8-2CA4-A467-DE5523E412B6}"/>
              </a:ext>
            </a:extLst>
          </p:cNvPr>
          <p:cNvSpPr/>
          <p:nvPr userDrawn="1"/>
        </p:nvSpPr>
        <p:spPr>
          <a:xfrm>
            <a:off x="-1" y="470426"/>
            <a:ext cx="1220470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3" name="Rectangle 6">
            <a:extLst>
              <a:ext uri="{FF2B5EF4-FFF2-40B4-BE49-F238E27FC236}">
                <a16:creationId xmlns:a16="http://schemas.microsoft.com/office/drawing/2014/main" id="{3B05AC86-44A6-D1A7-20BA-AF3CB1D48D5C}"/>
              </a:ext>
            </a:extLst>
          </p:cNvPr>
          <p:cNvSpPr/>
          <p:nvPr userDrawn="1"/>
        </p:nvSpPr>
        <p:spPr>
          <a:xfrm>
            <a:off x="1" y="-46383"/>
            <a:ext cx="12204700" cy="5060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Tree>
    <p:extLst>
      <p:ext uri="{BB962C8B-B14F-4D97-AF65-F5344CB8AC3E}">
        <p14:creationId xmlns:p14="http://schemas.microsoft.com/office/powerpoint/2010/main" val="2426930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Obsah s popisom">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sk-SK"/>
              <a:t>Kliknutím upravte štýl predlohy nadpisu</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k-SK"/>
              <a:t>Kliknite sem a upravte štýly predlohy textu</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586B75A-687E-405C-8A0B-8D00578BA2C3}" type="datetimeFigureOut">
              <a:rPr lang="en-US" smtClean="0"/>
              <a:pPr/>
              <a:t>4/9/2026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8179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Obrázok s popisom">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sk-SK"/>
              <a:t>Kliknutím upravte štýl predlohy nadpisu</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k-SK"/>
              <a:t>Kliknutím na ikonu pridáte obrázok</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k-SK"/>
              <a:t>Kliknite sem a upravte štýly predlohy textu</a:t>
            </a:r>
          </a:p>
        </p:txBody>
      </p:sp>
      <p:sp>
        <p:nvSpPr>
          <p:cNvPr id="5" name="Date Placeholder 4"/>
          <p:cNvSpPr>
            <a:spLocks noGrp="1"/>
          </p:cNvSpPr>
          <p:nvPr>
            <p:ph type="dt" sz="half" idx="10"/>
          </p:nvPr>
        </p:nvSpPr>
        <p:spPr/>
        <p:txBody>
          <a:bodyPr/>
          <a:lstStyle/>
          <a:p>
            <a:fld id="{5586B75A-687E-405C-8A0B-8D00578BA2C3}" type="datetimeFigureOut">
              <a:rPr lang="en-US" smtClean="0"/>
              <a:pPr/>
              <a:t>4/9/2026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83996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Kliknutím upravte štýl predlohy nadpisu</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70936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Zvislý nadpis a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Vertical Title 1"/>
          <p:cNvSpPr>
            <a:spLocks noGrp="1"/>
          </p:cNvSpPr>
          <p:nvPr>
            <p:ph type="title" orient="vert"/>
          </p:nvPr>
        </p:nvSpPr>
        <p:spPr>
          <a:xfrm>
            <a:off x="8724900" y="412302"/>
            <a:ext cx="2628900" cy="5759898"/>
          </a:xfrm>
        </p:spPr>
        <p:txBody>
          <a:bodyPr vert="eaVert"/>
          <a:lstStyle/>
          <a:p>
            <a:r>
              <a:rPr lang="sk-SK"/>
              <a:t>Kliknutím upravte štýl predlohy nadpisu</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4/9/2026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5360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sk-SK"/>
              <a:t>Kliknutím upravte štýl predlohy nadpisu</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586B75A-687E-405C-8A0B-8D00578BA2C3}" type="datetimeFigureOut">
              <a:rPr lang="en-US" smtClean="0"/>
              <a:pPr/>
              <a:t>4/9/2026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6">
            <a:extLst>
              <a:ext uri="{FF2B5EF4-FFF2-40B4-BE49-F238E27FC236}">
                <a16:creationId xmlns:a16="http://schemas.microsoft.com/office/drawing/2014/main" id="{46CB1EA5-435B-B93D-1AB5-27774F31673B}"/>
              </a:ext>
            </a:extLst>
          </p:cNvPr>
          <p:cNvSpPr/>
          <p:nvPr userDrawn="1"/>
        </p:nvSpPr>
        <p:spPr>
          <a:xfrm>
            <a:off x="-12701" y="6400799"/>
            <a:ext cx="12217401" cy="473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14" name="Rectangle 7">
            <a:extLst>
              <a:ext uri="{FF2B5EF4-FFF2-40B4-BE49-F238E27FC236}">
                <a16:creationId xmlns:a16="http://schemas.microsoft.com/office/drawing/2014/main" id="{FA60BC72-0426-9A61-9A42-6E59696A30DD}"/>
              </a:ext>
            </a:extLst>
          </p:cNvPr>
          <p:cNvSpPr/>
          <p:nvPr userDrawn="1"/>
        </p:nvSpPr>
        <p:spPr>
          <a:xfrm>
            <a:off x="-15861" y="6334316"/>
            <a:ext cx="1221740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15" name="Rectangle 6">
            <a:extLst>
              <a:ext uri="{FF2B5EF4-FFF2-40B4-BE49-F238E27FC236}">
                <a16:creationId xmlns:a16="http://schemas.microsoft.com/office/drawing/2014/main" id="{1ADF2AC7-7C88-F5CE-6ED0-1DF84C7F971B}"/>
              </a:ext>
            </a:extLst>
          </p:cNvPr>
          <p:cNvSpPr/>
          <p:nvPr userDrawn="1"/>
        </p:nvSpPr>
        <p:spPr>
          <a:xfrm>
            <a:off x="1" y="-46383"/>
            <a:ext cx="12204700" cy="5060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16" name="Rectangle 7">
            <a:extLst>
              <a:ext uri="{FF2B5EF4-FFF2-40B4-BE49-F238E27FC236}">
                <a16:creationId xmlns:a16="http://schemas.microsoft.com/office/drawing/2014/main" id="{048880D3-048D-0FE3-98F0-F3459BB2C80F}"/>
              </a:ext>
            </a:extLst>
          </p:cNvPr>
          <p:cNvSpPr/>
          <p:nvPr userDrawn="1"/>
        </p:nvSpPr>
        <p:spPr>
          <a:xfrm>
            <a:off x="-1" y="470426"/>
            <a:ext cx="1220470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Tree>
    <p:extLst>
      <p:ext uri="{BB962C8B-B14F-4D97-AF65-F5344CB8AC3E}">
        <p14:creationId xmlns:p14="http://schemas.microsoft.com/office/powerpoint/2010/main" val="2347341422"/>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jp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4.jpe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5.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6.jpe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www.google.com/url?q=https%3A%2F%2Fwww.jmir.org%2F2017%2F4%2Fe134%2F"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556F3-AAD0-DB98-7298-D73AE7C52AF6}"/>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A98A812A-F36D-0392-F69F-562400875D80}"/>
              </a:ext>
            </a:extLst>
          </p:cNvPr>
          <p:cNvSpPr>
            <a:spLocks noGrp="1"/>
          </p:cNvSpPr>
          <p:nvPr>
            <p:ph type="ctrTitle"/>
          </p:nvPr>
        </p:nvSpPr>
        <p:spPr>
          <a:xfrm>
            <a:off x="1097280" y="758952"/>
            <a:ext cx="10001163" cy="3566160"/>
          </a:xfrm>
        </p:spPr>
        <p:txBody>
          <a:bodyPr/>
          <a:lstStyle/>
          <a:p>
            <a:r>
              <a:rPr lang="sk-SK" b="1" i="1" dirty="0" err="1">
                <a:solidFill>
                  <a:schemeClr val="tx1"/>
                </a:solidFill>
              </a:rPr>
              <a:t>eTermín</a:t>
            </a:r>
            <a:r>
              <a:rPr lang="sk-SK" b="1" dirty="0">
                <a:solidFill>
                  <a:schemeClr val="tx1"/>
                </a:solidFill>
              </a:rPr>
              <a:t> </a:t>
            </a:r>
            <a:br>
              <a:rPr lang="sk-SK" b="1" dirty="0">
                <a:solidFill>
                  <a:schemeClr val="tx1"/>
                </a:solidFill>
              </a:rPr>
            </a:br>
            <a:r>
              <a:rPr lang="sk-SK" b="1" dirty="0">
                <a:solidFill>
                  <a:schemeClr val="tx1"/>
                </a:solidFill>
              </a:rPr>
              <a:t>Digitálne zdravotníctvo</a:t>
            </a:r>
          </a:p>
        </p:txBody>
      </p:sp>
      <p:sp>
        <p:nvSpPr>
          <p:cNvPr id="3" name="Podnadpis 2">
            <a:extLst>
              <a:ext uri="{FF2B5EF4-FFF2-40B4-BE49-F238E27FC236}">
                <a16:creationId xmlns:a16="http://schemas.microsoft.com/office/drawing/2014/main" id="{5BB0B2C1-4024-341C-7D25-E0DD260C5621}"/>
              </a:ext>
            </a:extLst>
          </p:cNvPr>
          <p:cNvSpPr>
            <a:spLocks noGrp="1"/>
          </p:cNvSpPr>
          <p:nvPr>
            <p:ph type="subTitle" idx="1"/>
          </p:nvPr>
        </p:nvSpPr>
        <p:spPr>
          <a:xfrm>
            <a:off x="1097280" y="5096036"/>
            <a:ext cx="7083691" cy="1186102"/>
          </a:xfrm>
        </p:spPr>
        <p:txBody>
          <a:bodyPr>
            <a:noAutofit/>
          </a:bodyPr>
          <a:lstStyle/>
          <a:p>
            <a:r>
              <a:rPr lang="sk-SK" b="1" dirty="0">
                <a:solidFill>
                  <a:schemeClr val="tx1"/>
                </a:solidFill>
                <a:latin typeface="+mn-lt"/>
              </a:rPr>
              <a:t>Terminátori:</a:t>
            </a:r>
          </a:p>
          <a:p>
            <a:r>
              <a:rPr lang="sk-SK" dirty="0">
                <a:solidFill>
                  <a:schemeClr val="tx1"/>
                </a:solidFill>
                <a:latin typeface="+mn-lt"/>
              </a:rPr>
              <a:t>Damián </a:t>
            </a:r>
            <a:r>
              <a:rPr lang="sk-SK" dirty="0" err="1">
                <a:solidFill>
                  <a:schemeClr val="tx1"/>
                </a:solidFill>
                <a:latin typeface="+mn-lt"/>
              </a:rPr>
              <a:t>Kaszycki</a:t>
            </a:r>
            <a:r>
              <a:rPr lang="sk-SK" dirty="0">
                <a:solidFill>
                  <a:schemeClr val="tx1"/>
                </a:solidFill>
                <a:latin typeface="+mn-lt"/>
              </a:rPr>
              <a:t>, Richard </a:t>
            </a:r>
            <a:r>
              <a:rPr lang="sk-SK" dirty="0" err="1">
                <a:solidFill>
                  <a:schemeClr val="tx1"/>
                </a:solidFill>
                <a:latin typeface="+mn-lt"/>
              </a:rPr>
              <a:t>Rúš</a:t>
            </a:r>
            <a:r>
              <a:rPr lang="sk-SK" dirty="0">
                <a:solidFill>
                  <a:schemeClr val="tx1"/>
                </a:solidFill>
                <a:latin typeface="+mn-lt"/>
              </a:rPr>
              <a:t>, Ľudmila </a:t>
            </a:r>
            <a:r>
              <a:rPr lang="sk-SK" dirty="0" err="1">
                <a:solidFill>
                  <a:schemeClr val="tx1"/>
                </a:solidFill>
                <a:latin typeface="+mn-lt"/>
              </a:rPr>
              <a:t>Koperdáková</a:t>
            </a:r>
            <a:r>
              <a:rPr lang="sk-SK" dirty="0">
                <a:solidFill>
                  <a:schemeClr val="tx1"/>
                </a:solidFill>
                <a:latin typeface="+mn-lt"/>
              </a:rPr>
              <a:t>, Samuel Budinský </a:t>
            </a:r>
          </a:p>
          <a:p>
            <a:endParaRPr lang="sk-SK" dirty="0"/>
          </a:p>
        </p:txBody>
      </p:sp>
    </p:spTree>
    <p:extLst>
      <p:ext uri="{BB962C8B-B14F-4D97-AF65-F5344CB8AC3E}">
        <p14:creationId xmlns:p14="http://schemas.microsoft.com/office/powerpoint/2010/main" val="80225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40D9D8D-F26D-1BDD-D0DF-9D76BDF7E753}"/>
              </a:ext>
            </a:extLst>
          </p:cNvPr>
          <p:cNvSpPr>
            <a:spLocks noGrp="1"/>
          </p:cNvSpPr>
          <p:nvPr>
            <p:ph type="title"/>
          </p:nvPr>
        </p:nvSpPr>
        <p:spPr>
          <a:xfrm>
            <a:off x="1097279" y="286603"/>
            <a:ext cx="10489773" cy="1450757"/>
          </a:xfrm>
        </p:spPr>
        <p:txBody>
          <a:bodyPr>
            <a:normAutofit/>
          </a:bodyPr>
          <a:lstStyle/>
          <a:p>
            <a:r>
              <a:rPr lang="sk-SK" sz="6000" b="1" dirty="0">
                <a:solidFill>
                  <a:schemeClr val="tx1"/>
                </a:solidFill>
              </a:rPr>
              <a:t>Aktuálna situácia v zdravotníctve</a:t>
            </a:r>
          </a:p>
        </p:txBody>
      </p:sp>
      <p:graphicFrame>
        <p:nvGraphicFramePr>
          <p:cNvPr id="4" name="Zástupný objekt pre obsah 3">
            <a:extLst>
              <a:ext uri="{FF2B5EF4-FFF2-40B4-BE49-F238E27FC236}">
                <a16:creationId xmlns:a16="http://schemas.microsoft.com/office/drawing/2014/main" id="{CC035F2E-641D-0881-1BB3-3D22F94CB5D6}"/>
              </a:ext>
            </a:extLst>
          </p:cNvPr>
          <p:cNvGraphicFramePr>
            <a:graphicFrameLocks noGrp="1"/>
          </p:cNvGraphicFramePr>
          <p:nvPr>
            <p:ph idx="1"/>
            <p:extLst>
              <p:ext uri="{D42A27DB-BD31-4B8C-83A1-F6EECF244321}">
                <p14:modId xmlns:p14="http://schemas.microsoft.com/office/powerpoint/2010/main" val="3403723054"/>
              </p:ext>
            </p:extLst>
          </p:nvPr>
        </p:nvGraphicFramePr>
        <p:xfrm>
          <a:off x="1096962" y="1846263"/>
          <a:ext cx="4843148"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Obrázok 4">
            <a:extLst>
              <a:ext uri="{FF2B5EF4-FFF2-40B4-BE49-F238E27FC236}">
                <a16:creationId xmlns:a16="http://schemas.microsoft.com/office/drawing/2014/main" id="{1D0A37A6-48BF-2215-0530-C587B43DB6A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68035" y="2546987"/>
            <a:ext cx="3927003" cy="2621275"/>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Tree>
    <p:extLst>
      <p:ext uri="{BB962C8B-B14F-4D97-AF65-F5344CB8AC3E}">
        <p14:creationId xmlns:p14="http://schemas.microsoft.com/office/powerpoint/2010/main" val="308847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C4CF5-29B0-F0D1-D621-07EA85779AF3}"/>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BA32788A-0820-431F-3AA0-B370BF0DA226}"/>
              </a:ext>
            </a:extLst>
          </p:cNvPr>
          <p:cNvSpPr>
            <a:spLocks noGrp="1"/>
          </p:cNvSpPr>
          <p:nvPr>
            <p:ph type="title"/>
          </p:nvPr>
        </p:nvSpPr>
        <p:spPr/>
        <p:txBody>
          <a:bodyPr>
            <a:normAutofit/>
          </a:bodyPr>
          <a:lstStyle/>
          <a:p>
            <a:r>
              <a:rPr lang="sk-SK" sz="6000" b="1" dirty="0">
                <a:solidFill>
                  <a:schemeClr val="tx1"/>
                </a:solidFill>
              </a:rPr>
              <a:t>Čo je </a:t>
            </a:r>
            <a:r>
              <a:rPr lang="sk-SK" sz="6000" b="1" dirty="0" err="1">
                <a:solidFill>
                  <a:schemeClr val="tx1"/>
                </a:solidFill>
              </a:rPr>
              <a:t>eTermín</a:t>
            </a:r>
            <a:r>
              <a:rPr lang="sk-SK" sz="6000" b="1" dirty="0">
                <a:solidFill>
                  <a:schemeClr val="tx1"/>
                </a:solidFill>
              </a:rPr>
              <a:t>?</a:t>
            </a:r>
          </a:p>
        </p:txBody>
      </p:sp>
      <p:graphicFrame>
        <p:nvGraphicFramePr>
          <p:cNvPr id="4" name="Zástupný objekt pre obsah 3">
            <a:extLst>
              <a:ext uri="{FF2B5EF4-FFF2-40B4-BE49-F238E27FC236}">
                <a16:creationId xmlns:a16="http://schemas.microsoft.com/office/drawing/2014/main" id="{B12C8E05-9396-E31B-4BC5-2C348FDBF49C}"/>
              </a:ext>
            </a:extLst>
          </p:cNvPr>
          <p:cNvGraphicFramePr>
            <a:graphicFrameLocks noGrp="1"/>
          </p:cNvGraphicFramePr>
          <p:nvPr>
            <p:ph idx="1"/>
            <p:extLst>
              <p:ext uri="{D42A27DB-BD31-4B8C-83A1-F6EECF244321}">
                <p14:modId xmlns:p14="http://schemas.microsoft.com/office/powerpoint/2010/main" val="4017788736"/>
              </p:ext>
            </p:extLst>
          </p:nvPr>
        </p:nvGraphicFramePr>
        <p:xfrm>
          <a:off x="1096964" y="1846263"/>
          <a:ext cx="4745424"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2">
            <a:extLst>
              <a:ext uri="{FF2B5EF4-FFF2-40B4-BE49-F238E27FC236}">
                <a16:creationId xmlns:a16="http://schemas.microsoft.com/office/drawing/2014/main" id="{53507D59-4877-9302-5975-DE48F636E4E4}"/>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6904767" y="1737360"/>
            <a:ext cx="4250913" cy="4250913"/>
          </a:xfrm>
          <a:prstGeom prst="rect">
            <a:avLst/>
          </a:prstGeom>
          <a:noFill/>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0364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4B5B7-4FD2-9106-1DF7-3E8DC7AA4925}"/>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2B9A1AB-4565-CFED-37B2-4B12AC02893B}"/>
              </a:ext>
            </a:extLst>
          </p:cNvPr>
          <p:cNvSpPr>
            <a:spLocks noGrp="1"/>
          </p:cNvSpPr>
          <p:nvPr>
            <p:ph type="title"/>
          </p:nvPr>
        </p:nvSpPr>
        <p:spPr/>
        <p:txBody>
          <a:bodyPr>
            <a:normAutofit/>
          </a:bodyPr>
          <a:lstStyle/>
          <a:p>
            <a:r>
              <a:rPr lang="sk-SK" sz="6000" b="1" dirty="0">
                <a:solidFill>
                  <a:schemeClr val="tx1"/>
                </a:solidFill>
              </a:rPr>
              <a:t>Architektúra systému</a:t>
            </a:r>
          </a:p>
        </p:txBody>
      </p:sp>
      <p:graphicFrame>
        <p:nvGraphicFramePr>
          <p:cNvPr id="4" name="Zástupný objekt pre obsah 2">
            <a:extLst>
              <a:ext uri="{FF2B5EF4-FFF2-40B4-BE49-F238E27FC236}">
                <a16:creationId xmlns:a16="http://schemas.microsoft.com/office/drawing/2014/main" id="{969A6252-D68E-A09B-A58E-6C6A42D21056}"/>
              </a:ext>
            </a:extLst>
          </p:cNvPr>
          <p:cNvGraphicFramePr>
            <a:graphicFrameLocks/>
          </p:cNvGraphicFramePr>
          <p:nvPr>
            <p:extLst>
              <p:ext uri="{D42A27DB-BD31-4B8C-83A1-F6EECF244321}">
                <p14:modId xmlns:p14="http://schemas.microsoft.com/office/powerpoint/2010/main" val="2863608083"/>
              </p:ext>
            </p:extLst>
          </p:nvPr>
        </p:nvGraphicFramePr>
        <p:xfrm>
          <a:off x="1245772" y="1524049"/>
          <a:ext cx="9761415" cy="50473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0580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6FAD8-EF3D-5988-2B65-D38ACBBE8B9A}"/>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E998529-4CA2-7478-D0AD-AEB1FA2FA1F1}"/>
              </a:ext>
            </a:extLst>
          </p:cNvPr>
          <p:cNvSpPr>
            <a:spLocks noGrp="1"/>
          </p:cNvSpPr>
          <p:nvPr>
            <p:ph type="title"/>
          </p:nvPr>
        </p:nvSpPr>
        <p:spPr/>
        <p:txBody>
          <a:bodyPr>
            <a:normAutofit/>
          </a:bodyPr>
          <a:lstStyle/>
          <a:p>
            <a:r>
              <a:rPr lang="sk-SK" sz="6000" b="1" dirty="0"/>
              <a:t>Výsledok projektu</a:t>
            </a:r>
          </a:p>
        </p:txBody>
      </p:sp>
      <p:pic>
        <p:nvPicPr>
          <p:cNvPr id="4" name="Obrázok 3">
            <a:extLst>
              <a:ext uri="{FF2B5EF4-FFF2-40B4-BE49-F238E27FC236}">
                <a16:creationId xmlns:a16="http://schemas.microsoft.com/office/drawing/2014/main" id="{CFA209F1-018F-0C87-CDCF-B5F98C6835D8}"/>
              </a:ext>
            </a:extLst>
          </p:cNvPr>
          <p:cNvPicPr>
            <a:picLocks noChangeAspect="1"/>
          </p:cNvPicPr>
          <p:nvPr/>
        </p:nvPicPr>
        <p:blipFill>
          <a:blip r:embed="rId2">
            <a:extLst>
              <a:ext uri="{28A0092B-C50C-407E-A947-70E740481C1C}">
                <a14:useLocalDpi xmlns:a14="http://schemas.microsoft.com/office/drawing/2010/main" val="0"/>
              </a:ext>
            </a:extLst>
          </a:blip>
          <a:srcRect r="4650" b="2"/>
          <a:stretch>
            <a:fillRect/>
          </a:stretch>
        </p:blipFill>
        <p:spPr>
          <a:xfrm>
            <a:off x="5899916" y="1909103"/>
            <a:ext cx="5255764" cy="3679238"/>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graphicFrame>
        <p:nvGraphicFramePr>
          <p:cNvPr id="5" name="Zástupný objekt pre obsah 2">
            <a:extLst>
              <a:ext uri="{FF2B5EF4-FFF2-40B4-BE49-F238E27FC236}">
                <a16:creationId xmlns:a16="http://schemas.microsoft.com/office/drawing/2014/main" id="{60048039-1F35-263E-9F34-EA32C29B523E}"/>
              </a:ext>
            </a:extLst>
          </p:cNvPr>
          <p:cNvGraphicFramePr>
            <a:graphicFrameLocks noGrp="1"/>
          </p:cNvGraphicFramePr>
          <p:nvPr>
            <p:ph idx="1"/>
            <p:extLst>
              <p:ext uri="{D42A27DB-BD31-4B8C-83A1-F6EECF244321}">
                <p14:modId xmlns:p14="http://schemas.microsoft.com/office/powerpoint/2010/main" val="2163673396"/>
              </p:ext>
            </p:extLst>
          </p:nvPr>
        </p:nvGraphicFramePr>
        <p:xfrm>
          <a:off x="1347169" y="1807160"/>
          <a:ext cx="2659439" cy="4057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04257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3D05A-04DA-8583-99AE-E95273511881}"/>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B8F73BC4-A09F-C931-AD89-72990384A89F}"/>
              </a:ext>
            </a:extLst>
          </p:cNvPr>
          <p:cNvSpPr>
            <a:spLocks noGrp="1"/>
          </p:cNvSpPr>
          <p:nvPr>
            <p:ph type="ctrTitle"/>
          </p:nvPr>
        </p:nvSpPr>
        <p:spPr>
          <a:xfrm>
            <a:off x="1097280" y="758952"/>
            <a:ext cx="10001163" cy="3566160"/>
          </a:xfrm>
        </p:spPr>
        <p:txBody>
          <a:bodyPr/>
          <a:lstStyle/>
          <a:p>
            <a:r>
              <a:rPr lang="sk-SK" b="1" i="1" dirty="0" err="1">
                <a:solidFill>
                  <a:schemeClr val="tx1"/>
                </a:solidFill>
              </a:rPr>
              <a:t>eTermín</a:t>
            </a:r>
            <a:r>
              <a:rPr lang="sk-SK" b="1" dirty="0">
                <a:solidFill>
                  <a:schemeClr val="tx1"/>
                </a:solidFill>
              </a:rPr>
              <a:t> </a:t>
            </a:r>
            <a:br>
              <a:rPr lang="sk-SK" b="1" dirty="0">
                <a:solidFill>
                  <a:schemeClr val="tx1"/>
                </a:solidFill>
              </a:rPr>
            </a:br>
            <a:r>
              <a:rPr lang="sk-SK" b="1" dirty="0">
                <a:solidFill>
                  <a:schemeClr val="tx1"/>
                </a:solidFill>
              </a:rPr>
              <a:t>Užívateľské požiadavky</a:t>
            </a:r>
          </a:p>
        </p:txBody>
      </p:sp>
      <p:sp>
        <p:nvSpPr>
          <p:cNvPr id="3" name="Podnadpis 2">
            <a:extLst>
              <a:ext uri="{FF2B5EF4-FFF2-40B4-BE49-F238E27FC236}">
                <a16:creationId xmlns:a16="http://schemas.microsoft.com/office/drawing/2014/main" id="{038CD768-8583-2CA1-BA70-84B68A0EAB65}"/>
              </a:ext>
            </a:extLst>
          </p:cNvPr>
          <p:cNvSpPr>
            <a:spLocks noGrp="1"/>
          </p:cNvSpPr>
          <p:nvPr>
            <p:ph type="subTitle" idx="1"/>
          </p:nvPr>
        </p:nvSpPr>
        <p:spPr>
          <a:xfrm>
            <a:off x="1097280" y="5096036"/>
            <a:ext cx="7083691" cy="1186102"/>
          </a:xfrm>
        </p:spPr>
        <p:txBody>
          <a:bodyPr>
            <a:noAutofit/>
          </a:bodyPr>
          <a:lstStyle/>
          <a:p>
            <a:r>
              <a:rPr lang="sk-SK" b="1" dirty="0">
                <a:solidFill>
                  <a:schemeClr val="tx1"/>
                </a:solidFill>
                <a:latin typeface="+mn-lt"/>
              </a:rPr>
              <a:t>Terminátori:</a:t>
            </a:r>
          </a:p>
          <a:p>
            <a:r>
              <a:rPr lang="sk-SK" dirty="0">
                <a:solidFill>
                  <a:schemeClr val="tx1"/>
                </a:solidFill>
                <a:latin typeface="+mn-lt"/>
              </a:rPr>
              <a:t>Damián </a:t>
            </a:r>
            <a:r>
              <a:rPr lang="sk-SK" dirty="0" err="1">
                <a:solidFill>
                  <a:schemeClr val="tx1"/>
                </a:solidFill>
                <a:latin typeface="+mn-lt"/>
              </a:rPr>
              <a:t>Kaszycki</a:t>
            </a:r>
            <a:r>
              <a:rPr lang="sk-SK" dirty="0">
                <a:solidFill>
                  <a:schemeClr val="tx1"/>
                </a:solidFill>
                <a:latin typeface="+mn-lt"/>
              </a:rPr>
              <a:t>, Richard </a:t>
            </a:r>
            <a:r>
              <a:rPr lang="sk-SK" dirty="0" err="1">
                <a:solidFill>
                  <a:schemeClr val="tx1"/>
                </a:solidFill>
                <a:latin typeface="+mn-lt"/>
              </a:rPr>
              <a:t>Rúš</a:t>
            </a:r>
            <a:r>
              <a:rPr lang="sk-SK" dirty="0">
                <a:solidFill>
                  <a:schemeClr val="tx1"/>
                </a:solidFill>
                <a:latin typeface="+mn-lt"/>
              </a:rPr>
              <a:t>, Ľudmila </a:t>
            </a:r>
            <a:r>
              <a:rPr lang="sk-SK" dirty="0" err="1">
                <a:solidFill>
                  <a:schemeClr val="tx1"/>
                </a:solidFill>
                <a:latin typeface="+mn-lt"/>
              </a:rPr>
              <a:t>Koperdáková</a:t>
            </a:r>
            <a:r>
              <a:rPr lang="sk-SK" dirty="0">
                <a:solidFill>
                  <a:schemeClr val="tx1"/>
                </a:solidFill>
                <a:latin typeface="+mn-lt"/>
              </a:rPr>
              <a:t>, Samuel Budinský </a:t>
            </a:r>
          </a:p>
          <a:p>
            <a:endParaRPr lang="sk-SK" dirty="0"/>
          </a:p>
        </p:txBody>
      </p:sp>
    </p:spTree>
    <p:extLst>
      <p:ext uri="{BB962C8B-B14F-4D97-AF65-F5344CB8AC3E}">
        <p14:creationId xmlns:p14="http://schemas.microsoft.com/office/powerpoint/2010/main" val="646203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DB2F-6A80-F5D7-9932-947F3A510DF2}"/>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9405A1D-89AF-CD02-8AD0-2A4F5F46AFB1}"/>
              </a:ext>
            </a:extLst>
          </p:cNvPr>
          <p:cNvSpPr>
            <a:spLocks noGrp="1"/>
          </p:cNvSpPr>
          <p:nvPr>
            <p:ph type="title"/>
          </p:nvPr>
        </p:nvSpPr>
        <p:spPr/>
        <p:txBody>
          <a:bodyPr>
            <a:normAutofit/>
          </a:bodyPr>
          <a:lstStyle/>
          <a:p>
            <a:r>
              <a:rPr lang="sk-SK" sz="6000" b="1" dirty="0">
                <a:solidFill>
                  <a:schemeClr val="tx1"/>
                </a:solidFill>
              </a:rPr>
              <a:t>Požiadavky pacienta</a:t>
            </a:r>
          </a:p>
        </p:txBody>
      </p:sp>
      <p:graphicFrame>
        <p:nvGraphicFramePr>
          <p:cNvPr id="4" name="Zástupný objekt pre obsah 2">
            <a:extLst>
              <a:ext uri="{FF2B5EF4-FFF2-40B4-BE49-F238E27FC236}">
                <a16:creationId xmlns:a16="http://schemas.microsoft.com/office/drawing/2014/main" id="{4DC54764-C15F-B214-8989-1A066F4D2D75}"/>
              </a:ext>
            </a:extLst>
          </p:cNvPr>
          <p:cNvGraphicFramePr>
            <a:graphicFrameLocks noGrp="1"/>
          </p:cNvGraphicFramePr>
          <p:nvPr>
            <p:ph idx="1"/>
            <p:extLst>
              <p:ext uri="{D42A27DB-BD31-4B8C-83A1-F6EECF244321}">
                <p14:modId xmlns:p14="http://schemas.microsoft.com/office/powerpoint/2010/main" val="936835993"/>
              </p:ext>
            </p:extLst>
          </p:nvPr>
        </p:nvGraphicFramePr>
        <p:xfrm>
          <a:off x="1096963" y="1846263"/>
          <a:ext cx="4999037"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2">
            <a:extLst>
              <a:ext uri="{FF2B5EF4-FFF2-40B4-BE49-F238E27FC236}">
                <a16:creationId xmlns:a16="http://schemas.microsoft.com/office/drawing/2014/main" id="{ACA25F91-4CB3-FFBF-DDA5-04F74ABFECF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15752" b="2"/>
          <a:stretch>
            <a:fillRect/>
          </a:stretch>
        </p:blipFill>
        <p:spPr bwMode="auto">
          <a:xfrm>
            <a:off x="6235712" y="1737360"/>
            <a:ext cx="4919968" cy="4131628"/>
          </a:xfrm>
          <a:prstGeom prst="flowChartAlternateProcess">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4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227C-DC56-DF42-FCA2-DDD20883B3D7}"/>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3050948A-43E3-9260-7D7C-8C390028F822}"/>
              </a:ext>
            </a:extLst>
          </p:cNvPr>
          <p:cNvSpPr>
            <a:spLocks noGrp="1"/>
          </p:cNvSpPr>
          <p:nvPr>
            <p:ph type="title"/>
          </p:nvPr>
        </p:nvSpPr>
        <p:spPr/>
        <p:txBody>
          <a:bodyPr>
            <a:normAutofit/>
          </a:bodyPr>
          <a:lstStyle/>
          <a:p>
            <a:r>
              <a:rPr lang="sk-SK" sz="6000" b="1" dirty="0">
                <a:solidFill>
                  <a:schemeClr val="tx1"/>
                </a:solidFill>
              </a:rPr>
              <a:t>Požiadavky lekára</a:t>
            </a:r>
          </a:p>
        </p:txBody>
      </p:sp>
      <p:graphicFrame>
        <p:nvGraphicFramePr>
          <p:cNvPr id="4" name="Zástupný objekt pre obsah 2">
            <a:extLst>
              <a:ext uri="{FF2B5EF4-FFF2-40B4-BE49-F238E27FC236}">
                <a16:creationId xmlns:a16="http://schemas.microsoft.com/office/drawing/2014/main" id="{6E23C0B6-CED3-2C7A-F248-BB5B9C3AB5A1}"/>
              </a:ext>
            </a:extLst>
          </p:cNvPr>
          <p:cNvGraphicFramePr>
            <a:graphicFrameLocks noGrp="1"/>
          </p:cNvGraphicFramePr>
          <p:nvPr>
            <p:ph idx="1"/>
            <p:extLst>
              <p:ext uri="{D42A27DB-BD31-4B8C-83A1-F6EECF244321}">
                <p14:modId xmlns:p14="http://schemas.microsoft.com/office/powerpoint/2010/main" val="472187413"/>
              </p:ext>
            </p:extLst>
          </p:nvPr>
        </p:nvGraphicFramePr>
        <p:xfrm>
          <a:off x="1096963" y="1846263"/>
          <a:ext cx="4999037"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Obrázok 5">
            <a:extLst>
              <a:ext uri="{FF2B5EF4-FFF2-40B4-BE49-F238E27FC236}">
                <a16:creationId xmlns:a16="http://schemas.microsoft.com/office/drawing/2014/main" id="{E5827739-1CD9-67A7-9E45-87DB6BCEE29E}"/>
              </a:ext>
            </a:extLst>
          </p:cNvPr>
          <p:cNvPicPr>
            <a:picLocks noChangeAspect="1"/>
          </p:cNvPicPr>
          <p:nvPr/>
        </p:nvPicPr>
        <p:blipFill>
          <a:blip r:embed="rId7"/>
          <a:srcRect l="3530" r="3260"/>
          <a:stretch>
            <a:fillRect/>
          </a:stretch>
        </p:blipFill>
        <p:spPr>
          <a:xfrm>
            <a:off x="6325563" y="1737360"/>
            <a:ext cx="4830117" cy="4352921"/>
          </a:xfrm>
          <a:prstGeom prst="rect">
            <a:avLst/>
          </a:prstGeom>
        </p:spPr>
      </p:pic>
    </p:spTree>
    <p:extLst>
      <p:ext uri="{BB962C8B-B14F-4D97-AF65-F5344CB8AC3E}">
        <p14:creationId xmlns:p14="http://schemas.microsoft.com/office/powerpoint/2010/main" val="2928004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E3D85-9620-7FD2-95E0-4E900867495A}"/>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9CD33964-579B-6BAD-229E-191F98881983}"/>
              </a:ext>
            </a:extLst>
          </p:cNvPr>
          <p:cNvSpPr>
            <a:spLocks noGrp="1"/>
          </p:cNvSpPr>
          <p:nvPr>
            <p:ph type="title"/>
          </p:nvPr>
        </p:nvSpPr>
        <p:spPr/>
        <p:txBody>
          <a:bodyPr>
            <a:normAutofit/>
          </a:bodyPr>
          <a:lstStyle/>
          <a:p>
            <a:r>
              <a:rPr lang="sk-SK" sz="6000" b="1" dirty="0">
                <a:solidFill>
                  <a:schemeClr val="tx1"/>
                </a:solidFill>
              </a:rPr>
              <a:t>Požiadavky administrátora</a:t>
            </a:r>
          </a:p>
        </p:txBody>
      </p:sp>
      <p:graphicFrame>
        <p:nvGraphicFramePr>
          <p:cNvPr id="7" name="Zástupný objekt pre obsah 2">
            <a:extLst>
              <a:ext uri="{FF2B5EF4-FFF2-40B4-BE49-F238E27FC236}">
                <a16:creationId xmlns:a16="http://schemas.microsoft.com/office/drawing/2014/main" id="{30CC5A27-E58C-4D6A-0ED8-8679BB830723}"/>
              </a:ext>
            </a:extLst>
          </p:cNvPr>
          <p:cNvGraphicFramePr>
            <a:graphicFrameLocks noGrp="1"/>
          </p:cNvGraphicFramePr>
          <p:nvPr>
            <p:ph idx="1"/>
            <p:extLst>
              <p:ext uri="{D42A27DB-BD31-4B8C-83A1-F6EECF244321}">
                <p14:modId xmlns:p14="http://schemas.microsoft.com/office/powerpoint/2010/main" val="4294591072"/>
              </p:ext>
            </p:extLst>
          </p:nvPr>
        </p:nvGraphicFramePr>
        <p:xfrm>
          <a:off x="1096963" y="1846263"/>
          <a:ext cx="505255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2">
            <a:extLst>
              <a:ext uri="{FF2B5EF4-FFF2-40B4-BE49-F238E27FC236}">
                <a16:creationId xmlns:a16="http://schemas.microsoft.com/office/drawing/2014/main" id="{75ACB1F6-458C-3962-1830-62B7B1E4EA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13522" t="1" r="11610" b="-2"/>
          <a:stretch>
            <a:fillRect/>
          </a:stretch>
        </p:blipFill>
        <p:spPr bwMode="auto">
          <a:xfrm>
            <a:off x="6214197" y="1737360"/>
            <a:ext cx="4880523" cy="4351338"/>
          </a:xfrm>
          <a:prstGeom prst="roundRect">
            <a:avLst/>
          </a:prstGeom>
          <a:solidFill>
            <a:srgbClr val="FFFFFF"/>
          </a:solidFill>
        </p:spPr>
      </p:pic>
    </p:spTree>
    <p:extLst>
      <p:ext uri="{BB962C8B-B14F-4D97-AF65-F5344CB8AC3E}">
        <p14:creationId xmlns:p14="http://schemas.microsoft.com/office/powerpoint/2010/main" val="189071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1E766-4591-D290-30EE-573B6F5E4412}"/>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94ACC662-73A9-1D7C-C03E-1B9D09F143BD}"/>
              </a:ext>
            </a:extLst>
          </p:cNvPr>
          <p:cNvSpPr>
            <a:spLocks noGrp="1"/>
          </p:cNvSpPr>
          <p:nvPr>
            <p:ph type="title"/>
          </p:nvPr>
        </p:nvSpPr>
        <p:spPr/>
        <p:txBody>
          <a:bodyPr>
            <a:normAutofit/>
          </a:bodyPr>
          <a:lstStyle/>
          <a:p>
            <a:r>
              <a:rPr lang="sk-SK" sz="6000" b="1" dirty="0">
                <a:solidFill>
                  <a:schemeClr val="tx1"/>
                </a:solidFill>
              </a:rPr>
              <a:t>Nefunkčné požiadavky</a:t>
            </a:r>
          </a:p>
        </p:txBody>
      </p:sp>
      <p:graphicFrame>
        <p:nvGraphicFramePr>
          <p:cNvPr id="7" name="Zástupný objekt pre obsah 2">
            <a:extLst>
              <a:ext uri="{FF2B5EF4-FFF2-40B4-BE49-F238E27FC236}">
                <a16:creationId xmlns:a16="http://schemas.microsoft.com/office/drawing/2014/main" id="{ACDBC7DB-F536-796B-EF22-01058B953E02}"/>
              </a:ext>
            </a:extLst>
          </p:cNvPr>
          <p:cNvGraphicFramePr>
            <a:graphicFrameLocks noGrp="1"/>
          </p:cNvGraphicFramePr>
          <p:nvPr>
            <p:ph idx="1"/>
            <p:extLst>
              <p:ext uri="{D42A27DB-BD31-4B8C-83A1-F6EECF244321}">
                <p14:modId xmlns:p14="http://schemas.microsoft.com/office/powerpoint/2010/main" val="2468903521"/>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5456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1097280" y="758952"/>
            <a:ext cx="8660973" cy="3566160"/>
          </a:xfrm>
        </p:spPr>
        <p:txBody>
          <a:bodyPr/>
          <a:lstStyle/>
          <a:p>
            <a:r>
              <a:rPr lang="sk-SK" b="1" i="1" dirty="0" err="1">
                <a:solidFill>
                  <a:schemeClr val="tx1"/>
                </a:solidFill>
              </a:rPr>
              <a:t>eTermín</a:t>
            </a:r>
            <a:br>
              <a:rPr lang="sk-SK" b="1" dirty="0">
                <a:solidFill>
                  <a:schemeClr val="tx1"/>
                </a:solidFill>
              </a:rPr>
            </a:br>
            <a:r>
              <a:rPr lang="sk-SK" b="1" dirty="0">
                <a:solidFill>
                  <a:schemeClr val="tx1"/>
                </a:solidFill>
              </a:rPr>
              <a:t>SWOT analýza</a:t>
            </a:r>
          </a:p>
        </p:txBody>
      </p:sp>
      <p:sp>
        <p:nvSpPr>
          <p:cNvPr id="3" name="Podnadpis 2">
            <a:extLst>
              <a:ext uri="{FF2B5EF4-FFF2-40B4-BE49-F238E27FC236}">
                <a16:creationId xmlns:a16="http://schemas.microsoft.com/office/drawing/2014/main" id="{D138073C-523D-5175-986A-BCCF93A20221}"/>
              </a:ext>
            </a:extLst>
          </p:cNvPr>
          <p:cNvSpPr>
            <a:spLocks noGrp="1"/>
          </p:cNvSpPr>
          <p:nvPr>
            <p:ph type="subTitle" idx="1"/>
          </p:nvPr>
        </p:nvSpPr>
        <p:spPr>
          <a:xfrm>
            <a:off x="1097280" y="5096036"/>
            <a:ext cx="7083691" cy="1186102"/>
          </a:xfrm>
        </p:spPr>
        <p:txBody>
          <a:bodyPr>
            <a:noAutofit/>
          </a:bodyPr>
          <a:lstStyle/>
          <a:p>
            <a:r>
              <a:rPr lang="sk-SK" b="1" dirty="0">
                <a:solidFill>
                  <a:schemeClr val="tx1"/>
                </a:solidFill>
                <a:latin typeface="+mn-lt"/>
              </a:rPr>
              <a:t>Terminátori:</a:t>
            </a:r>
          </a:p>
          <a:p>
            <a:r>
              <a:rPr lang="sk-SK" dirty="0">
                <a:solidFill>
                  <a:schemeClr val="tx1"/>
                </a:solidFill>
                <a:latin typeface="+mn-lt"/>
              </a:rPr>
              <a:t>Damián </a:t>
            </a:r>
            <a:r>
              <a:rPr lang="sk-SK" dirty="0" err="1">
                <a:solidFill>
                  <a:schemeClr val="tx1"/>
                </a:solidFill>
                <a:latin typeface="+mn-lt"/>
              </a:rPr>
              <a:t>Kaszycki</a:t>
            </a:r>
            <a:r>
              <a:rPr lang="sk-SK" dirty="0">
                <a:solidFill>
                  <a:schemeClr val="tx1"/>
                </a:solidFill>
                <a:latin typeface="+mn-lt"/>
              </a:rPr>
              <a:t>, Richard </a:t>
            </a:r>
            <a:r>
              <a:rPr lang="sk-SK" dirty="0" err="1">
                <a:solidFill>
                  <a:schemeClr val="tx1"/>
                </a:solidFill>
                <a:latin typeface="+mn-lt"/>
              </a:rPr>
              <a:t>Rúš</a:t>
            </a:r>
            <a:r>
              <a:rPr lang="sk-SK" dirty="0">
                <a:solidFill>
                  <a:schemeClr val="tx1"/>
                </a:solidFill>
                <a:latin typeface="+mn-lt"/>
              </a:rPr>
              <a:t>, Ľudmila </a:t>
            </a:r>
            <a:r>
              <a:rPr lang="sk-SK" dirty="0" err="1">
                <a:solidFill>
                  <a:schemeClr val="tx1"/>
                </a:solidFill>
                <a:latin typeface="+mn-lt"/>
              </a:rPr>
              <a:t>Koperdáková</a:t>
            </a:r>
            <a:r>
              <a:rPr lang="sk-SK" dirty="0">
                <a:solidFill>
                  <a:schemeClr val="tx1"/>
                </a:solidFill>
                <a:latin typeface="+mn-lt"/>
              </a:rPr>
              <a:t>, Samuel Budinský </a:t>
            </a:r>
          </a:p>
          <a:p>
            <a:endParaRPr lang="sk-SK" dirty="0"/>
          </a:p>
        </p:txBody>
      </p:sp>
      <p:pic>
        <p:nvPicPr>
          <p:cNvPr id="4" name="Obrázok 3">
            <a:extLst>
              <a:ext uri="{FF2B5EF4-FFF2-40B4-BE49-F238E27FC236}">
                <a16:creationId xmlns:a16="http://schemas.microsoft.com/office/drawing/2014/main" id="{89CC1DB8-601B-D73B-C97E-DE718952AEDC}"/>
              </a:ext>
            </a:extLst>
          </p:cNvPr>
          <p:cNvPicPr>
            <a:picLocks noChangeAspect="1"/>
          </p:cNvPicPr>
          <p:nvPr/>
        </p:nvPicPr>
        <p:blipFill>
          <a:blip r:embed="rId2"/>
          <a:srcRect l="18926" t="16547" r="37129" b="9631"/>
          <a:stretch>
            <a:fillRect/>
          </a:stretch>
        </p:blipFill>
        <p:spPr>
          <a:xfrm>
            <a:off x="7721186" y="1187256"/>
            <a:ext cx="3734214" cy="4181914"/>
          </a:xfrm>
          <a:prstGeom prst="rect">
            <a:avLst/>
          </a:prstGeom>
        </p:spPr>
      </p:pic>
    </p:spTree>
    <p:extLst>
      <p:ext uri="{BB962C8B-B14F-4D97-AF65-F5344CB8AC3E}">
        <p14:creationId xmlns:p14="http://schemas.microsoft.com/office/powerpoint/2010/main" val="1460099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7DD71F5-26A0-A881-0E87-858F1108AF99}"/>
              </a:ext>
            </a:extLst>
          </p:cNvPr>
          <p:cNvSpPr>
            <a:spLocks noGrp="1"/>
          </p:cNvSpPr>
          <p:nvPr>
            <p:ph type="title"/>
          </p:nvPr>
        </p:nvSpPr>
        <p:spPr>
          <a:xfrm>
            <a:off x="1097280" y="778555"/>
            <a:ext cx="10058400" cy="958805"/>
          </a:xfrm>
        </p:spPr>
        <p:txBody>
          <a:bodyPr>
            <a:normAutofit/>
          </a:bodyPr>
          <a:lstStyle/>
          <a:p>
            <a:r>
              <a:rPr lang="sk-SK" sz="6000" b="1" dirty="0">
                <a:solidFill>
                  <a:schemeClr val="tx1"/>
                </a:solidFill>
              </a:rPr>
              <a:t>Silné stránky</a:t>
            </a:r>
          </a:p>
        </p:txBody>
      </p:sp>
      <p:sp>
        <p:nvSpPr>
          <p:cNvPr id="7" name="Zástupný objekt pre obsah 6">
            <a:extLst>
              <a:ext uri="{FF2B5EF4-FFF2-40B4-BE49-F238E27FC236}">
                <a16:creationId xmlns:a16="http://schemas.microsoft.com/office/drawing/2014/main" id="{2A162A11-1F96-B2D6-147A-4A7F0B5AB194}"/>
              </a:ext>
            </a:extLst>
          </p:cNvPr>
          <p:cNvSpPr>
            <a:spLocks noGrp="1"/>
          </p:cNvSpPr>
          <p:nvPr>
            <p:ph idx="1"/>
          </p:nvPr>
        </p:nvSpPr>
        <p:spPr>
          <a:xfrm>
            <a:off x="1193606" y="1737360"/>
            <a:ext cx="9962074" cy="3567556"/>
          </a:xfrm>
        </p:spPr>
        <p:txBody>
          <a:bodyPr anchor="ctr">
            <a:normAutofit/>
          </a:bodyPr>
          <a:lstStyle/>
          <a:p>
            <a:pPr>
              <a:buFont typeface="Wingdings" panose="05000000000000000000" pitchFamily="2" charset="2"/>
              <a:buChar char="Ø"/>
            </a:pPr>
            <a:r>
              <a:rPr lang="sk-SK" sz="2400" dirty="0">
                <a:solidFill>
                  <a:schemeClr val="tx1"/>
                </a:solidFill>
              </a:rPr>
              <a:t> Centralizovaná platforma (prepojenie v reálnom čase)</a:t>
            </a:r>
          </a:p>
          <a:p>
            <a:pPr>
              <a:buFont typeface="Wingdings" panose="05000000000000000000" pitchFamily="2" charset="2"/>
              <a:buChar char="Ø"/>
            </a:pPr>
            <a:r>
              <a:rPr lang="sk-SK" sz="2400" dirty="0">
                <a:solidFill>
                  <a:schemeClr val="tx1"/>
                </a:solidFill>
              </a:rPr>
              <a:t> Vysoká bezpečnosť (GDPR a šifrovanie dát)</a:t>
            </a:r>
          </a:p>
          <a:p>
            <a:pPr>
              <a:buFont typeface="Wingdings" panose="05000000000000000000" pitchFamily="2" charset="2"/>
              <a:buChar char="Ø"/>
            </a:pPr>
            <a:r>
              <a:rPr lang="sk-SK" sz="2400" dirty="0">
                <a:solidFill>
                  <a:schemeClr val="tx1"/>
                </a:solidFill>
              </a:rPr>
              <a:t> Intuitívne UI pre všetky vekové kategórie</a:t>
            </a:r>
          </a:p>
          <a:p>
            <a:pPr>
              <a:buFont typeface="Wingdings" panose="05000000000000000000" pitchFamily="2" charset="2"/>
              <a:buChar char="Ø"/>
            </a:pPr>
            <a:r>
              <a:rPr lang="sk-SK" sz="2400" dirty="0">
                <a:solidFill>
                  <a:schemeClr val="tx1"/>
                </a:solidFill>
              </a:rPr>
              <a:t> Efektívna technická spolupráca </a:t>
            </a:r>
            <a:r>
              <a:rPr lang="en-US" sz="2400" noProof="0" dirty="0">
                <a:solidFill>
                  <a:schemeClr val="tx1"/>
                </a:solidFill>
              </a:rPr>
              <a:t>(GitHub a verzionovanie)</a:t>
            </a:r>
          </a:p>
          <a:p>
            <a:pPr>
              <a:buFont typeface="Wingdings" panose="05000000000000000000" pitchFamily="2" charset="2"/>
              <a:buChar char="Ø"/>
            </a:pPr>
            <a:r>
              <a:rPr lang="sk-SK" sz="2400" dirty="0">
                <a:solidFill>
                  <a:schemeClr val="tx1"/>
                </a:solidFill>
              </a:rPr>
              <a:t> Profesionálny dizajn v súlade s e-Health štandardmi</a:t>
            </a:r>
          </a:p>
        </p:txBody>
      </p:sp>
      <p:pic>
        <p:nvPicPr>
          <p:cNvPr id="15" name="Obrázok 14">
            <a:extLst>
              <a:ext uri="{FF2B5EF4-FFF2-40B4-BE49-F238E27FC236}">
                <a16:creationId xmlns:a16="http://schemas.microsoft.com/office/drawing/2014/main" id="{54409558-27C1-A856-6D10-A140073793C9}"/>
              </a:ext>
            </a:extLst>
          </p:cNvPr>
          <p:cNvPicPr>
            <a:picLocks noChangeAspect="1"/>
          </p:cNvPicPr>
          <p:nvPr/>
        </p:nvPicPr>
        <p:blipFill>
          <a:blip r:embed="rId2"/>
          <a:stretch>
            <a:fillRect/>
          </a:stretch>
        </p:blipFill>
        <p:spPr>
          <a:xfrm>
            <a:off x="8821729" y="2487531"/>
            <a:ext cx="2333951" cy="2067213"/>
          </a:xfrm>
          <a:prstGeom prst="rect">
            <a:avLst/>
          </a:prstGeom>
        </p:spPr>
      </p:pic>
      <p:pic>
        <p:nvPicPr>
          <p:cNvPr id="17" name="Obrázok 16" descr="Obrázok, na ktorom je biely, dizajn&#10;&#10;Obsah vygenerovaný pomocou AI môže byť nesprávny.">
            <a:extLst>
              <a:ext uri="{FF2B5EF4-FFF2-40B4-BE49-F238E27FC236}">
                <a16:creationId xmlns:a16="http://schemas.microsoft.com/office/drawing/2014/main" id="{B3C05FC5-278F-8ED3-B650-56B3D4C141D2}"/>
              </a:ext>
            </a:extLst>
          </p:cNvPr>
          <p:cNvPicPr>
            <a:picLocks noChangeAspect="1"/>
          </p:cNvPicPr>
          <p:nvPr/>
        </p:nvPicPr>
        <p:blipFill>
          <a:blip r:embed="rId3"/>
          <a:stretch>
            <a:fillRect/>
          </a:stretch>
        </p:blipFill>
        <p:spPr>
          <a:xfrm>
            <a:off x="9597387" y="2158872"/>
            <a:ext cx="666843" cy="657317"/>
          </a:xfrm>
          <a:prstGeom prst="rect">
            <a:avLst/>
          </a:prstGeom>
        </p:spPr>
      </p:pic>
    </p:spTree>
    <p:extLst>
      <p:ext uri="{BB962C8B-B14F-4D97-AF65-F5344CB8AC3E}">
        <p14:creationId xmlns:p14="http://schemas.microsoft.com/office/powerpoint/2010/main" val="1295025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6AF36-25F0-EE26-A348-92D20929F8E4}"/>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85FCC9EE-3F71-4961-EAA0-67D7E338BABF}"/>
              </a:ext>
            </a:extLst>
          </p:cNvPr>
          <p:cNvSpPr txBox="1">
            <a:spLocks/>
          </p:cNvSpPr>
          <p:nvPr/>
        </p:nvSpPr>
        <p:spPr>
          <a:xfrm>
            <a:off x="1193606" y="1737360"/>
            <a:ext cx="9962074" cy="3567556"/>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sk-SK" sz="2400" dirty="0">
                <a:solidFill>
                  <a:schemeClr val="tx1"/>
                </a:solidFill>
              </a:rPr>
              <a:t> Prototypová fáza</a:t>
            </a:r>
          </a:p>
          <a:p>
            <a:pPr>
              <a:buFont typeface="Wingdings" panose="05000000000000000000" pitchFamily="2" charset="2"/>
              <a:buChar char="Ø"/>
            </a:pPr>
            <a:r>
              <a:rPr lang="sk-SK" sz="2400" dirty="0">
                <a:solidFill>
                  <a:schemeClr val="tx1"/>
                </a:solidFill>
              </a:rPr>
              <a:t> Vysoké náklady na </a:t>
            </a:r>
            <a:r>
              <a:rPr lang="sk-SK" sz="2400" b="1" dirty="0">
                <a:solidFill>
                  <a:schemeClr val="tx1"/>
                </a:solidFill>
              </a:rPr>
              <a:t>CAC</a:t>
            </a:r>
            <a:r>
              <a:rPr lang="sk-SK" sz="2400" dirty="0">
                <a:solidFill>
                  <a:schemeClr val="tx1"/>
                </a:solidFill>
              </a:rPr>
              <a:t> – </a:t>
            </a:r>
            <a:r>
              <a:rPr lang="en-US" sz="2400" dirty="0">
                <a:solidFill>
                  <a:schemeClr val="tx1"/>
                </a:solidFill>
              </a:rPr>
              <a:t>Customer Acquisition Cost</a:t>
            </a:r>
            <a:endParaRPr lang="sk-SK" sz="2400" dirty="0">
              <a:solidFill>
                <a:schemeClr val="tx1"/>
              </a:solidFill>
            </a:endParaRPr>
          </a:p>
          <a:p>
            <a:pPr>
              <a:buFont typeface="Wingdings" panose="05000000000000000000" pitchFamily="2" charset="2"/>
              <a:buChar char="Ø"/>
            </a:pPr>
            <a:r>
              <a:rPr lang="sk-SK" sz="2400" dirty="0">
                <a:solidFill>
                  <a:schemeClr val="tx1"/>
                </a:solidFill>
              </a:rPr>
              <a:t> Obmedzené personálne kapacity </a:t>
            </a:r>
          </a:p>
          <a:p>
            <a:pPr>
              <a:buFont typeface="Wingdings" panose="05000000000000000000" pitchFamily="2" charset="2"/>
              <a:buChar char="Ø"/>
            </a:pPr>
            <a:r>
              <a:rPr lang="sk-SK" sz="2400" dirty="0">
                <a:solidFill>
                  <a:schemeClr val="tx1"/>
                </a:solidFill>
              </a:rPr>
              <a:t> Závislosť na stabilnom internetovom pripojení u lekárov</a:t>
            </a:r>
          </a:p>
          <a:p>
            <a:pPr>
              <a:buFont typeface="Wingdings" panose="05000000000000000000" pitchFamily="2" charset="2"/>
              <a:buChar char="Ø"/>
            </a:pPr>
            <a:r>
              <a:rPr lang="sk-SK" sz="2400" dirty="0">
                <a:solidFill>
                  <a:schemeClr val="tx1"/>
                </a:solidFill>
              </a:rPr>
              <a:t> Potreba úvodného zaškolenia konzervatívnejších lekárov</a:t>
            </a:r>
          </a:p>
        </p:txBody>
      </p:sp>
      <p:sp>
        <p:nvSpPr>
          <p:cNvPr id="2" name="Nadpis 1">
            <a:extLst>
              <a:ext uri="{FF2B5EF4-FFF2-40B4-BE49-F238E27FC236}">
                <a16:creationId xmlns:a16="http://schemas.microsoft.com/office/drawing/2014/main" id="{229A5BE8-3D75-8168-C099-B5B0714D5620}"/>
              </a:ext>
            </a:extLst>
          </p:cNvPr>
          <p:cNvSpPr>
            <a:spLocks noGrp="1"/>
          </p:cNvSpPr>
          <p:nvPr>
            <p:ph type="title"/>
          </p:nvPr>
        </p:nvSpPr>
        <p:spPr/>
        <p:txBody>
          <a:bodyPr>
            <a:normAutofit/>
          </a:bodyPr>
          <a:lstStyle/>
          <a:p>
            <a:r>
              <a:rPr lang="sk-SK" sz="6000" b="1" noProof="0" dirty="0">
                <a:solidFill>
                  <a:schemeClr val="tx1"/>
                </a:solidFill>
              </a:rPr>
              <a:t>Slabé stránky</a:t>
            </a:r>
          </a:p>
        </p:txBody>
      </p:sp>
      <p:pic>
        <p:nvPicPr>
          <p:cNvPr id="10" name="Obrázok 9" descr="Obrázok, na ktorom je silueta, kreslený obrázok, ilustrácia&#10;&#10;Obsah vygenerovaný pomocou AI môže byť nesprávny.">
            <a:extLst>
              <a:ext uri="{FF2B5EF4-FFF2-40B4-BE49-F238E27FC236}">
                <a16:creationId xmlns:a16="http://schemas.microsoft.com/office/drawing/2014/main" id="{47F5A52D-7E57-32FC-6DF4-B39D04C78D77}"/>
              </a:ext>
            </a:extLst>
          </p:cNvPr>
          <p:cNvPicPr>
            <a:picLocks noChangeAspect="1"/>
          </p:cNvPicPr>
          <p:nvPr/>
        </p:nvPicPr>
        <p:blipFill>
          <a:blip r:embed="rId2"/>
          <a:stretch>
            <a:fillRect/>
          </a:stretch>
        </p:blipFill>
        <p:spPr>
          <a:xfrm>
            <a:off x="9002730" y="2487531"/>
            <a:ext cx="2152950" cy="2067213"/>
          </a:xfrm>
          <a:prstGeom prst="rect">
            <a:avLst/>
          </a:prstGeom>
        </p:spPr>
      </p:pic>
      <p:pic>
        <p:nvPicPr>
          <p:cNvPr id="12" name="Obrázok 11" descr="Obrázok, na ktorom je biely, dizajn&#10;&#10;Obsah vygenerovaný pomocou AI môže byť nesprávny.">
            <a:extLst>
              <a:ext uri="{FF2B5EF4-FFF2-40B4-BE49-F238E27FC236}">
                <a16:creationId xmlns:a16="http://schemas.microsoft.com/office/drawing/2014/main" id="{0A18CAC3-475F-C181-AA3D-F9188809BC46}"/>
              </a:ext>
            </a:extLst>
          </p:cNvPr>
          <p:cNvPicPr>
            <a:picLocks noChangeAspect="1"/>
          </p:cNvPicPr>
          <p:nvPr/>
        </p:nvPicPr>
        <p:blipFill>
          <a:blip r:embed="rId3"/>
          <a:stretch>
            <a:fillRect/>
          </a:stretch>
        </p:blipFill>
        <p:spPr>
          <a:xfrm>
            <a:off x="10488837" y="2236855"/>
            <a:ext cx="666843" cy="657317"/>
          </a:xfrm>
          <a:prstGeom prst="rect">
            <a:avLst/>
          </a:prstGeom>
        </p:spPr>
      </p:pic>
    </p:spTree>
    <p:extLst>
      <p:ext uri="{BB962C8B-B14F-4D97-AF65-F5344CB8AC3E}">
        <p14:creationId xmlns:p14="http://schemas.microsoft.com/office/powerpoint/2010/main" val="646011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EBE5-F5D1-2178-3C58-3066B7A7FF32}"/>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F5392B4E-9B36-82BE-26D3-1913F26586B8}"/>
              </a:ext>
            </a:extLst>
          </p:cNvPr>
          <p:cNvSpPr>
            <a:spLocks noGrp="1"/>
          </p:cNvSpPr>
          <p:nvPr>
            <p:ph type="title"/>
          </p:nvPr>
        </p:nvSpPr>
        <p:spPr/>
        <p:txBody>
          <a:bodyPr>
            <a:normAutofit/>
          </a:bodyPr>
          <a:lstStyle/>
          <a:p>
            <a:r>
              <a:rPr lang="sk-SK" sz="6000" b="1" dirty="0">
                <a:solidFill>
                  <a:schemeClr val="tx1"/>
                </a:solidFill>
              </a:rPr>
              <a:t>Príležitosti</a:t>
            </a:r>
          </a:p>
        </p:txBody>
      </p:sp>
      <p:sp>
        <p:nvSpPr>
          <p:cNvPr id="3" name="Zástupný objekt pre obsah 6">
            <a:extLst>
              <a:ext uri="{FF2B5EF4-FFF2-40B4-BE49-F238E27FC236}">
                <a16:creationId xmlns:a16="http://schemas.microsoft.com/office/drawing/2014/main" id="{606016D7-95B7-CEF8-0A5A-B047FED36A42}"/>
              </a:ext>
            </a:extLst>
          </p:cNvPr>
          <p:cNvSpPr txBox="1">
            <a:spLocks/>
          </p:cNvSpPr>
          <p:nvPr/>
        </p:nvSpPr>
        <p:spPr>
          <a:xfrm>
            <a:off x="1193606" y="1737360"/>
            <a:ext cx="9962074" cy="3567556"/>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sk-SK" sz="2400" dirty="0">
                <a:solidFill>
                  <a:schemeClr val="tx1"/>
                </a:solidFill>
              </a:rPr>
              <a:t> Absencia jednotnej digitálnej platformy na Slovensku</a:t>
            </a:r>
          </a:p>
          <a:p>
            <a:pPr>
              <a:buFont typeface="Wingdings" panose="05000000000000000000" pitchFamily="2" charset="2"/>
              <a:buChar char="Ø"/>
            </a:pPr>
            <a:r>
              <a:rPr lang="sk-SK" sz="2400" dirty="0">
                <a:solidFill>
                  <a:schemeClr val="tx1"/>
                </a:solidFill>
              </a:rPr>
              <a:t> Dopyt po znížení administratívnej záťaže</a:t>
            </a:r>
          </a:p>
          <a:p>
            <a:pPr>
              <a:buFont typeface="Wingdings" panose="05000000000000000000" pitchFamily="2" charset="2"/>
              <a:buChar char="Ø"/>
            </a:pPr>
            <a:r>
              <a:rPr lang="sk-SK" sz="2400" dirty="0">
                <a:solidFill>
                  <a:schemeClr val="tx1"/>
                </a:solidFill>
              </a:rPr>
              <a:t> Digitalizácia a modernizácia zdravotníctva</a:t>
            </a:r>
          </a:p>
          <a:p>
            <a:pPr>
              <a:buFont typeface="Wingdings" panose="05000000000000000000" pitchFamily="2" charset="2"/>
              <a:buChar char="Ø"/>
            </a:pPr>
            <a:r>
              <a:rPr lang="sk-SK" sz="2400" dirty="0">
                <a:solidFill>
                  <a:schemeClr val="tx1"/>
                </a:solidFill>
              </a:rPr>
              <a:t> Zníženie počtu zmeškaných termínov</a:t>
            </a:r>
          </a:p>
          <a:p>
            <a:pPr>
              <a:buFont typeface="Wingdings" panose="05000000000000000000" pitchFamily="2" charset="2"/>
              <a:buChar char="Ø"/>
            </a:pPr>
            <a:r>
              <a:rPr lang="sk-SK" sz="2400" dirty="0">
                <a:solidFill>
                  <a:schemeClr val="tx1"/>
                </a:solidFill>
              </a:rPr>
              <a:t> Možnosť škálovania na ďalšie typy zdravotníckych zariadení</a:t>
            </a:r>
          </a:p>
        </p:txBody>
      </p:sp>
      <p:pic>
        <p:nvPicPr>
          <p:cNvPr id="9" name="Obrázok 8">
            <a:extLst>
              <a:ext uri="{FF2B5EF4-FFF2-40B4-BE49-F238E27FC236}">
                <a16:creationId xmlns:a16="http://schemas.microsoft.com/office/drawing/2014/main" id="{47A713C6-2842-FC3A-8148-4BA77EA7DA89}"/>
              </a:ext>
            </a:extLst>
          </p:cNvPr>
          <p:cNvPicPr>
            <a:picLocks noChangeAspect="1"/>
          </p:cNvPicPr>
          <p:nvPr/>
        </p:nvPicPr>
        <p:blipFill>
          <a:blip r:embed="rId2"/>
          <a:stretch>
            <a:fillRect/>
          </a:stretch>
        </p:blipFill>
        <p:spPr>
          <a:xfrm>
            <a:off x="9021782" y="2458952"/>
            <a:ext cx="2133898" cy="2124371"/>
          </a:xfrm>
          <a:prstGeom prst="rect">
            <a:avLst/>
          </a:prstGeom>
        </p:spPr>
      </p:pic>
    </p:spTree>
    <p:extLst>
      <p:ext uri="{BB962C8B-B14F-4D97-AF65-F5344CB8AC3E}">
        <p14:creationId xmlns:p14="http://schemas.microsoft.com/office/powerpoint/2010/main" val="378520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9DD89-4C5D-5F08-5A7F-BB69FC1CCA6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8DF8D630-0360-D0D9-6D2B-AF6B4E174B4C}"/>
              </a:ext>
            </a:extLst>
          </p:cNvPr>
          <p:cNvSpPr>
            <a:spLocks noGrp="1"/>
          </p:cNvSpPr>
          <p:nvPr>
            <p:ph type="title"/>
          </p:nvPr>
        </p:nvSpPr>
        <p:spPr/>
        <p:txBody>
          <a:bodyPr>
            <a:normAutofit/>
          </a:bodyPr>
          <a:lstStyle/>
          <a:p>
            <a:r>
              <a:rPr lang="sk-SK" sz="6000" b="1" noProof="0" dirty="0">
                <a:solidFill>
                  <a:schemeClr val="tx1"/>
                </a:solidFill>
              </a:rPr>
              <a:t>Hrozby</a:t>
            </a:r>
          </a:p>
        </p:txBody>
      </p:sp>
      <p:sp>
        <p:nvSpPr>
          <p:cNvPr id="6" name="Zástupný objekt pre obsah 6">
            <a:extLst>
              <a:ext uri="{FF2B5EF4-FFF2-40B4-BE49-F238E27FC236}">
                <a16:creationId xmlns:a16="http://schemas.microsoft.com/office/drawing/2014/main" id="{9390DFCC-8767-7B70-BC0D-A5A16A6C9B64}"/>
              </a:ext>
            </a:extLst>
          </p:cNvPr>
          <p:cNvSpPr txBox="1">
            <a:spLocks/>
          </p:cNvSpPr>
          <p:nvPr/>
        </p:nvSpPr>
        <p:spPr>
          <a:xfrm>
            <a:off x="1193606" y="1737360"/>
            <a:ext cx="9962074" cy="3567556"/>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sk-SK" sz="2400" dirty="0">
                <a:solidFill>
                  <a:schemeClr val="tx1"/>
                </a:solidFill>
              </a:rPr>
              <a:t> Kybernetické útoky na citlivé zdravotné údaje</a:t>
            </a:r>
          </a:p>
          <a:p>
            <a:pPr>
              <a:buFont typeface="Wingdings" panose="05000000000000000000" pitchFamily="2" charset="2"/>
              <a:buChar char="Ø"/>
            </a:pPr>
            <a:r>
              <a:rPr lang="sk-SK" sz="2400" dirty="0">
                <a:solidFill>
                  <a:schemeClr val="tx1"/>
                </a:solidFill>
              </a:rPr>
              <a:t> Odpor lekárov k zmene zavedených telefónnych procesov</a:t>
            </a:r>
          </a:p>
          <a:p>
            <a:pPr>
              <a:buFont typeface="Wingdings" panose="05000000000000000000" pitchFamily="2" charset="2"/>
              <a:buChar char="Ø"/>
            </a:pPr>
            <a:r>
              <a:rPr lang="sk-SK" sz="2400" dirty="0">
                <a:solidFill>
                  <a:schemeClr val="tx1"/>
                </a:solidFill>
              </a:rPr>
              <a:t> Časté zmeny legislatívy v oblasti GDPR</a:t>
            </a:r>
          </a:p>
          <a:p>
            <a:pPr>
              <a:buFont typeface="Wingdings" panose="05000000000000000000" pitchFamily="2" charset="2"/>
              <a:buChar char="Ø"/>
            </a:pPr>
            <a:r>
              <a:rPr lang="sk-SK" sz="2400" dirty="0">
                <a:solidFill>
                  <a:schemeClr val="tx1"/>
                </a:solidFill>
              </a:rPr>
              <a:t> Konkurencia zo strany štátnych systémov alebo IT firiem</a:t>
            </a:r>
          </a:p>
          <a:p>
            <a:pPr>
              <a:buFont typeface="Wingdings" panose="05000000000000000000" pitchFamily="2" charset="2"/>
              <a:buChar char="Ø"/>
            </a:pPr>
            <a:r>
              <a:rPr lang="sk-SK" sz="2400" dirty="0">
                <a:solidFill>
                  <a:schemeClr val="tx1"/>
                </a:solidFill>
              </a:rPr>
              <a:t> Náklady na dlhodobú technickú údržbu a infraštruktúru</a:t>
            </a:r>
          </a:p>
        </p:txBody>
      </p:sp>
      <p:pic>
        <p:nvPicPr>
          <p:cNvPr id="12" name="Obrázok 11">
            <a:extLst>
              <a:ext uri="{FF2B5EF4-FFF2-40B4-BE49-F238E27FC236}">
                <a16:creationId xmlns:a16="http://schemas.microsoft.com/office/drawing/2014/main" id="{BC30AEA6-FD58-1C8D-0B7E-AFA203FE06BB}"/>
              </a:ext>
            </a:extLst>
          </p:cNvPr>
          <p:cNvPicPr>
            <a:picLocks noChangeAspect="1"/>
          </p:cNvPicPr>
          <p:nvPr/>
        </p:nvPicPr>
        <p:blipFill>
          <a:blip r:embed="rId2"/>
          <a:stretch>
            <a:fillRect/>
          </a:stretch>
        </p:blipFill>
        <p:spPr>
          <a:xfrm>
            <a:off x="8764571" y="2401794"/>
            <a:ext cx="2391109" cy="2238687"/>
          </a:xfrm>
          <a:prstGeom prst="rect">
            <a:avLst/>
          </a:prstGeom>
        </p:spPr>
      </p:pic>
    </p:spTree>
    <p:extLst>
      <p:ext uri="{BB962C8B-B14F-4D97-AF65-F5344CB8AC3E}">
        <p14:creationId xmlns:p14="http://schemas.microsoft.com/office/powerpoint/2010/main" val="258785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26D3A-8C02-0DC6-ED3C-C4335BFB523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9446DB9-B276-E96A-1E29-CE99863C4175}"/>
              </a:ext>
            </a:extLst>
          </p:cNvPr>
          <p:cNvSpPr>
            <a:spLocks noGrp="1"/>
          </p:cNvSpPr>
          <p:nvPr>
            <p:ph type="title"/>
          </p:nvPr>
        </p:nvSpPr>
        <p:spPr/>
        <p:txBody>
          <a:bodyPr>
            <a:normAutofit/>
          </a:bodyPr>
          <a:lstStyle/>
          <a:p>
            <a:r>
              <a:rPr lang="sk-SK" sz="6000" b="1" dirty="0">
                <a:solidFill>
                  <a:schemeClr val="tx1"/>
                </a:solidFill>
              </a:rPr>
              <a:t>SWOT analýza eTermín</a:t>
            </a:r>
          </a:p>
        </p:txBody>
      </p:sp>
      <p:graphicFrame>
        <p:nvGraphicFramePr>
          <p:cNvPr id="3" name="Zástupný objekt pre obsah 2">
            <a:extLst>
              <a:ext uri="{FF2B5EF4-FFF2-40B4-BE49-F238E27FC236}">
                <a16:creationId xmlns:a16="http://schemas.microsoft.com/office/drawing/2014/main" id="{4343A543-7AEC-A157-82BB-F5D06F89BCE3}"/>
              </a:ext>
            </a:extLst>
          </p:cNvPr>
          <p:cNvGraphicFramePr>
            <a:graphicFrameLocks noGrp="1"/>
          </p:cNvGraphicFramePr>
          <p:nvPr>
            <p:ph idx="1"/>
            <p:extLst>
              <p:ext uri="{D42A27DB-BD31-4B8C-83A1-F6EECF244321}">
                <p14:modId xmlns:p14="http://schemas.microsoft.com/office/powerpoint/2010/main" val="300383416"/>
              </p:ext>
            </p:extLst>
          </p:nvPr>
        </p:nvGraphicFramePr>
        <p:xfrm>
          <a:off x="1097280" y="1737360"/>
          <a:ext cx="10058399" cy="4305167"/>
        </p:xfrm>
        <a:graphic>
          <a:graphicData uri="http://schemas.openxmlformats.org/drawingml/2006/table">
            <a:tbl>
              <a:tblPr firstRow="1" firstCol="1" bandRow="1"/>
              <a:tblGrid>
                <a:gridCol w="4479506">
                  <a:extLst>
                    <a:ext uri="{9D8B030D-6E8A-4147-A177-3AD203B41FA5}">
                      <a16:colId xmlns:a16="http://schemas.microsoft.com/office/drawing/2014/main" val="4149151797"/>
                    </a:ext>
                  </a:extLst>
                </a:gridCol>
                <a:gridCol w="2133203">
                  <a:extLst>
                    <a:ext uri="{9D8B030D-6E8A-4147-A177-3AD203B41FA5}">
                      <a16:colId xmlns:a16="http://schemas.microsoft.com/office/drawing/2014/main" val="4229518840"/>
                    </a:ext>
                  </a:extLst>
                </a:gridCol>
                <a:gridCol w="1463298">
                  <a:extLst>
                    <a:ext uri="{9D8B030D-6E8A-4147-A177-3AD203B41FA5}">
                      <a16:colId xmlns:a16="http://schemas.microsoft.com/office/drawing/2014/main" val="3603529056"/>
                    </a:ext>
                  </a:extLst>
                </a:gridCol>
                <a:gridCol w="1982392">
                  <a:extLst>
                    <a:ext uri="{9D8B030D-6E8A-4147-A177-3AD203B41FA5}">
                      <a16:colId xmlns:a16="http://schemas.microsoft.com/office/drawing/2014/main" val="100551115"/>
                    </a:ext>
                  </a:extLst>
                </a:gridCol>
              </a:tblGrid>
              <a:tr h="520575">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Silné Stránky</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70AD47"/>
                    </a:solidFill>
                  </a:tcPr>
                </a:tc>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Známka (1-5)</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70AD47"/>
                    </a:solidFill>
                  </a:tcPr>
                </a:tc>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x Váha</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70AD47"/>
                    </a:solidFill>
                  </a:tcPr>
                </a:tc>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Konečná hodnota</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70AD47"/>
                    </a:solidFill>
                  </a:tcPr>
                </a:tc>
                <a:extLst>
                  <a:ext uri="{0D108BD9-81ED-4DB2-BD59-A6C34878D82A}">
                    <a16:rowId xmlns:a16="http://schemas.microsoft.com/office/drawing/2014/main" val="3982027976"/>
                  </a:ext>
                </a:extLst>
              </a:tr>
              <a:tr h="459407">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Digitalizácia a zefektívnenie procesov</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1,0</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extLst>
                  <a:ext uri="{0D108BD9-81ED-4DB2-BD59-A6C34878D82A}">
                    <a16:rowId xmlns:a16="http://schemas.microsoft.com/office/drawing/2014/main" val="2363918187"/>
                  </a:ext>
                </a:extLst>
              </a:tr>
              <a:tr h="856011">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Vysoká bezpečnosť a ochrana dát (GDPR)</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0,3</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1,5</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extLst>
                  <a:ext uri="{0D108BD9-81ED-4DB2-BD59-A6C34878D82A}">
                    <a16:rowId xmlns:a16="http://schemas.microsoft.com/office/drawing/2014/main" val="2047722684"/>
                  </a:ext>
                </a:extLst>
              </a:tr>
              <a:tr h="617705">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Intuitívne UI pre všetky vekové kategórie</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0,8</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extLst>
                  <a:ext uri="{0D108BD9-81ED-4DB2-BD59-A6C34878D82A}">
                    <a16:rowId xmlns:a16="http://schemas.microsoft.com/office/drawing/2014/main" val="370173860"/>
                  </a:ext>
                </a:extLst>
              </a:tr>
              <a:tr h="846547">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Škálovateľnosť pri raste počtu používateľov</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0,1</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0,3</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C6E0B4"/>
                    </a:solidFill>
                  </a:tcPr>
                </a:tc>
                <a:extLst>
                  <a:ext uri="{0D108BD9-81ED-4DB2-BD59-A6C34878D82A}">
                    <a16:rowId xmlns:a16="http://schemas.microsoft.com/office/drawing/2014/main" val="1140840037"/>
                  </a:ext>
                </a:extLst>
              </a:tr>
              <a:tr h="735567">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Automatické notifikácie (email, SMS, </a:t>
                      </a:r>
                      <a:r>
                        <a:rPr lang="sk-SK" sz="1600" kern="0" dirty="0" err="1">
                          <a:solidFill>
                            <a:srgbClr val="000000"/>
                          </a:solidFill>
                          <a:effectLst/>
                          <a:latin typeface="+mn-lt"/>
                          <a:ea typeface="Times New Roman" panose="02020603050405020304" pitchFamily="18" charset="0"/>
                          <a:cs typeface="Times New Roman" panose="02020603050405020304" pitchFamily="18" charset="0"/>
                        </a:rPr>
                        <a:t>push</a:t>
                      </a:r>
                      <a:r>
                        <a:rPr lang="sk-SK" sz="1600" kern="0" dirty="0">
                          <a:solidFill>
                            <a:srgbClr val="000000"/>
                          </a:solidFill>
                          <a:effectLst/>
                          <a:latin typeface="+mn-lt"/>
                          <a:ea typeface="Times New Roman" panose="02020603050405020304" pitchFamily="18" charset="0"/>
                          <a:cs typeface="Times New Roman" panose="02020603050405020304" pitchFamily="18" charset="0"/>
                        </a:rPr>
                        <a:t>)</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0B4"/>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0B4"/>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0,8</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60008871"/>
                  </a:ext>
                </a:extLst>
              </a:tr>
              <a:tr h="269355">
                <a:tc gridSpan="3">
                  <a:txBody>
                    <a:bodyPr/>
                    <a:lstStyle/>
                    <a:p>
                      <a:pPr algn="ctr">
                        <a:lnSpc>
                          <a:spcPct val="107000"/>
                        </a:lnSpc>
                        <a:spcAft>
                          <a:spcPts val="800"/>
                        </a:spcAft>
                        <a:buNone/>
                      </a:pPr>
                      <a:r>
                        <a:rPr lang="sk-SK" sz="1600" b="1" kern="0" dirty="0">
                          <a:solidFill>
                            <a:srgbClr val="000000"/>
                          </a:solidFill>
                          <a:effectLst/>
                          <a:latin typeface="+mn-lt"/>
                          <a:ea typeface="Times New Roman" panose="02020603050405020304" pitchFamily="18" charset="0"/>
                          <a:cs typeface="Times New Roman" panose="02020603050405020304" pitchFamily="18" charset="0"/>
                        </a:rPr>
                        <a:t>KHS</a:t>
                      </a:r>
                      <a:r>
                        <a:rPr lang="sk-SK" sz="1600" kern="0" dirty="0">
                          <a:solidFill>
                            <a:srgbClr val="000000"/>
                          </a:solidFill>
                          <a:effectLst/>
                          <a:latin typeface="+mn-lt"/>
                          <a:ea typeface="Times New Roman" panose="02020603050405020304" pitchFamily="18" charset="0"/>
                          <a:cs typeface="Times New Roman" panose="02020603050405020304" pitchFamily="18" charset="0"/>
                        </a:rPr>
                        <a:t> </a:t>
                      </a: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 + 1,5 + 0,8 + 0,3 + 0,8 =</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hMerge="1">
                  <a:txBody>
                    <a:bodyPr/>
                    <a:lstStyle/>
                    <a:p>
                      <a:endParaRPr lang="sk-SK"/>
                    </a:p>
                  </a:txBody>
                  <a:tcPr/>
                </a:tc>
                <a:tc hMerge="1">
                  <a:txBody>
                    <a:bodyPr/>
                    <a:lstStyle/>
                    <a:p>
                      <a:endParaRPr lang="sk-SK"/>
                    </a:p>
                  </a:txBody>
                  <a:tcPr/>
                </a:tc>
                <a:tc>
                  <a:txBody>
                    <a:bodyPr/>
                    <a:lstStyle/>
                    <a:p>
                      <a:pPr algn="ctr">
                        <a:lnSpc>
                          <a:spcPct val="107000"/>
                        </a:lnSpc>
                        <a:spcAft>
                          <a:spcPts val="800"/>
                        </a:spcAft>
                        <a:buNone/>
                      </a:pPr>
                      <a:r>
                        <a:rPr lang="sk-SK" sz="1600" u="sng"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4,4</a:t>
                      </a:r>
                      <a:endParaRPr lang="sk-SK" sz="1400" u="sng"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947646564"/>
                  </a:ext>
                </a:extLst>
              </a:tr>
            </a:tbl>
          </a:graphicData>
        </a:graphic>
      </p:graphicFrame>
    </p:spTree>
    <p:extLst>
      <p:ext uri="{BB962C8B-B14F-4D97-AF65-F5344CB8AC3E}">
        <p14:creationId xmlns:p14="http://schemas.microsoft.com/office/powerpoint/2010/main" val="981378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C0CE7-9A09-2FEE-FF6E-64C19767BD77}"/>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E8006BB0-1B6C-CF97-40D7-F482D387C1B4}"/>
              </a:ext>
            </a:extLst>
          </p:cNvPr>
          <p:cNvSpPr>
            <a:spLocks noGrp="1"/>
          </p:cNvSpPr>
          <p:nvPr>
            <p:ph type="title"/>
          </p:nvPr>
        </p:nvSpPr>
        <p:spPr/>
        <p:txBody>
          <a:bodyPr>
            <a:normAutofit/>
          </a:bodyPr>
          <a:lstStyle/>
          <a:p>
            <a:r>
              <a:rPr lang="sk-SK" sz="6000" b="1" dirty="0">
                <a:solidFill>
                  <a:schemeClr val="tx1"/>
                </a:solidFill>
              </a:rPr>
              <a:t>SWOT analýza eTermín</a:t>
            </a:r>
          </a:p>
        </p:txBody>
      </p:sp>
      <p:graphicFrame>
        <p:nvGraphicFramePr>
          <p:cNvPr id="7" name="Zástupný objekt pre obsah 6">
            <a:extLst>
              <a:ext uri="{FF2B5EF4-FFF2-40B4-BE49-F238E27FC236}">
                <a16:creationId xmlns:a16="http://schemas.microsoft.com/office/drawing/2014/main" id="{63C59155-0B5F-860B-C352-C183D9C2EE06}"/>
              </a:ext>
            </a:extLst>
          </p:cNvPr>
          <p:cNvGraphicFramePr>
            <a:graphicFrameLocks noGrp="1"/>
          </p:cNvGraphicFramePr>
          <p:nvPr>
            <p:ph idx="1"/>
            <p:extLst>
              <p:ext uri="{D42A27DB-BD31-4B8C-83A1-F6EECF244321}">
                <p14:modId xmlns:p14="http://schemas.microsoft.com/office/powerpoint/2010/main" val="3578120210"/>
              </p:ext>
            </p:extLst>
          </p:nvPr>
        </p:nvGraphicFramePr>
        <p:xfrm>
          <a:off x="1097280" y="1737345"/>
          <a:ext cx="10058398" cy="4304680"/>
        </p:xfrm>
        <a:graphic>
          <a:graphicData uri="http://schemas.openxmlformats.org/drawingml/2006/table">
            <a:tbl>
              <a:tblPr firstRow="1" firstCol="1" bandRow="1"/>
              <a:tblGrid>
                <a:gridCol w="4479505">
                  <a:extLst>
                    <a:ext uri="{9D8B030D-6E8A-4147-A177-3AD203B41FA5}">
                      <a16:colId xmlns:a16="http://schemas.microsoft.com/office/drawing/2014/main" val="806842589"/>
                    </a:ext>
                  </a:extLst>
                </a:gridCol>
                <a:gridCol w="2133203">
                  <a:extLst>
                    <a:ext uri="{9D8B030D-6E8A-4147-A177-3AD203B41FA5}">
                      <a16:colId xmlns:a16="http://schemas.microsoft.com/office/drawing/2014/main" val="3428503352"/>
                    </a:ext>
                  </a:extLst>
                </a:gridCol>
                <a:gridCol w="1463298">
                  <a:extLst>
                    <a:ext uri="{9D8B030D-6E8A-4147-A177-3AD203B41FA5}">
                      <a16:colId xmlns:a16="http://schemas.microsoft.com/office/drawing/2014/main" val="1289329062"/>
                    </a:ext>
                  </a:extLst>
                </a:gridCol>
                <a:gridCol w="1982392">
                  <a:extLst>
                    <a:ext uri="{9D8B030D-6E8A-4147-A177-3AD203B41FA5}">
                      <a16:colId xmlns:a16="http://schemas.microsoft.com/office/drawing/2014/main" val="391565064"/>
                    </a:ext>
                  </a:extLst>
                </a:gridCol>
              </a:tblGrid>
              <a:tr h="516066">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Slabé Stránky</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0000"/>
                    </a:solidFill>
                  </a:tcPr>
                </a:tc>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Známka (1-5)</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0000"/>
                    </a:solidFill>
                  </a:tcPr>
                </a:tc>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x Váha</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0000"/>
                    </a:solidFill>
                  </a:tcPr>
                </a:tc>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Konečná hodnota</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0000"/>
                    </a:solidFill>
                  </a:tcPr>
                </a:tc>
                <a:extLst>
                  <a:ext uri="{0D108BD9-81ED-4DB2-BD59-A6C34878D82A}">
                    <a16:rowId xmlns:a16="http://schemas.microsoft.com/office/drawing/2014/main" val="2958735214"/>
                  </a:ext>
                </a:extLst>
              </a:tr>
              <a:tr h="642065">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Nutnosť zmeny návykov u konzervatívnych osôb</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0,3</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0,6</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extLst>
                  <a:ext uri="{0D108BD9-81ED-4DB2-BD59-A6C34878D82A}">
                    <a16:rowId xmlns:a16="http://schemas.microsoft.com/office/drawing/2014/main" val="1665595250"/>
                  </a:ext>
                </a:extLst>
              </a:tr>
              <a:tr h="557520">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Úplná závislosť na internetovom pripojení</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extLst>
                  <a:ext uri="{0D108BD9-81ED-4DB2-BD59-A6C34878D82A}">
                    <a16:rowId xmlns:a16="http://schemas.microsoft.com/office/drawing/2014/main" val="1963297141"/>
                  </a:ext>
                </a:extLst>
              </a:tr>
              <a:tr h="669183">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Absencia detailného textu v dokumentácii</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0,1</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0,1</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extLst>
                  <a:ext uri="{0D108BD9-81ED-4DB2-BD59-A6C34878D82A}">
                    <a16:rowId xmlns:a16="http://schemas.microsoft.com/office/drawing/2014/main" val="2802065537"/>
                  </a:ext>
                </a:extLst>
              </a:tr>
              <a:tr h="678754">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Obmedzená integrácia v štádiu prototypu</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B9B9"/>
                    </a:solidFill>
                  </a:tcPr>
                </a:tc>
                <a:extLst>
                  <a:ext uri="{0D108BD9-81ED-4DB2-BD59-A6C34878D82A}">
                    <a16:rowId xmlns:a16="http://schemas.microsoft.com/office/drawing/2014/main" val="1924063007"/>
                  </a:ext>
                </a:extLst>
              </a:tr>
              <a:tr h="688326">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Náročnosť overovania zákonných zástupcov</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B9B9"/>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B9B9"/>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B9B9"/>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B9B9"/>
                    </a:solidFill>
                  </a:tcPr>
                </a:tc>
                <a:extLst>
                  <a:ext uri="{0D108BD9-81ED-4DB2-BD59-A6C34878D82A}">
                    <a16:rowId xmlns:a16="http://schemas.microsoft.com/office/drawing/2014/main" val="3066714800"/>
                  </a:ext>
                </a:extLst>
              </a:tr>
              <a:tr h="275171">
                <a:tc gridSpan="3">
                  <a:txBody>
                    <a:bodyPr/>
                    <a:lstStyle/>
                    <a:p>
                      <a:pPr algn="ctr">
                        <a:lnSpc>
                          <a:spcPct val="107000"/>
                        </a:lnSpc>
                        <a:spcAft>
                          <a:spcPts val="800"/>
                        </a:spcAft>
                        <a:buNone/>
                      </a:pPr>
                      <a:r>
                        <a:rPr lang="sk-SK" sz="1600" b="1" kern="0" dirty="0">
                          <a:solidFill>
                            <a:srgbClr val="000000"/>
                          </a:solidFill>
                          <a:effectLst/>
                          <a:latin typeface="+mn-lt"/>
                          <a:ea typeface="Times New Roman" panose="02020603050405020304" pitchFamily="18" charset="0"/>
                          <a:cs typeface="Times New Roman" panose="02020603050405020304" pitchFamily="18" charset="0"/>
                        </a:rPr>
                        <a:t>KHW</a:t>
                      </a:r>
                      <a:r>
                        <a:rPr lang="sk-SK" sz="1600" kern="0" dirty="0">
                          <a:solidFill>
                            <a:srgbClr val="000000"/>
                          </a:solidFill>
                          <a:effectLst/>
                          <a:latin typeface="+mn-lt"/>
                          <a:ea typeface="Times New Roman" panose="02020603050405020304" pitchFamily="18" charset="0"/>
                          <a:cs typeface="Times New Roman" panose="02020603050405020304" pitchFamily="18" charset="0"/>
                        </a:rPr>
                        <a:t> </a:t>
                      </a: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0,6 + 0,4 + 0,1 + 0,4 + 0,4 =</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B9B9"/>
                    </a:solidFill>
                  </a:tcPr>
                </a:tc>
                <a:tc hMerge="1">
                  <a:txBody>
                    <a:bodyPr/>
                    <a:lstStyle/>
                    <a:p>
                      <a:endParaRPr lang="sk-SK"/>
                    </a:p>
                  </a:txBody>
                  <a:tcPr/>
                </a:tc>
                <a:tc hMerge="1">
                  <a:txBody>
                    <a:bodyPr/>
                    <a:lstStyle/>
                    <a:p>
                      <a:endParaRPr lang="sk-SK"/>
                    </a:p>
                  </a:txBody>
                  <a:tcPr/>
                </a:tc>
                <a:tc>
                  <a:txBody>
                    <a:bodyPr/>
                    <a:lstStyle/>
                    <a:p>
                      <a:pPr algn="ctr">
                        <a:lnSpc>
                          <a:spcPct val="107000"/>
                        </a:lnSpc>
                        <a:spcAft>
                          <a:spcPts val="800"/>
                        </a:spcAft>
                        <a:buNone/>
                      </a:pPr>
                      <a:r>
                        <a:rPr lang="sk-SK" sz="1600" u="sng"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1,9</a:t>
                      </a:r>
                      <a:endParaRPr lang="sk-SK" sz="1400" u="sng"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B9B9"/>
                    </a:solidFill>
                  </a:tcPr>
                </a:tc>
                <a:extLst>
                  <a:ext uri="{0D108BD9-81ED-4DB2-BD59-A6C34878D82A}">
                    <a16:rowId xmlns:a16="http://schemas.microsoft.com/office/drawing/2014/main" val="4136926664"/>
                  </a:ext>
                </a:extLst>
              </a:tr>
              <a:tr h="277595">
                <a:tc gridSpan="3">
                  <a:txBody>
                    <a:bodyPr/>
                    <a:lstStyle/>
                    <a:p>
                      <a:pPr algn="ctr">
                        <a:lnSpc>
                          <a:spcPct val="107000"/>
                        </a:lnSpc>
                        <a:spcAft>
                          <a:spcPts val="800"/>
                        </a:spcAft>
                        <a:buNone/>
                      </a:pPr>
                      <a:r>
                        <a:rPr lang="sk-SK" sz="1600" b="1" kern="0" dirty="0">
                          <a:solidFill>
                            <a:srgbClr val="000000"/>
                          </a:solidFill>
                          <a:effectLst/>
                          <a:latin typeface="+mn-lt"/>
                          <a:ea typeface="Times New Roman" panose="02020603050405020304" pitchFamily="18" charset="0"/>
                          <a:cs typeface="Times New Roman" panose="02020603050405020304" pitchFamily="18" charset="0"/>
                        </a:rPr>
                        <a:t>Hodnota interného prostredia </a:t>
                      </a: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4,4 - 1,9 =</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hMerge="1">
                  <a:txBody>
                    <a:bodyPr/>
                    <a:lstStyle/>
                    <a:p>
                      <a:endParaRPr lang="sk-SK"/>
                    </a:p>
                  </a:txBody>
                  <a:tcPr/>
                </a:tc>
                <a:tc hMerge="1">
                  <a:txBody>
                    <a:bodyPr/>
                    <a:lstStyle/>
                    <a:p>
                      <a:endParaRPr lang="sk-SK"/>
                    </a:p>
                  </a:txBody>
                  <a:tcPr/>
                </a:tc>
                <a:tc>
                  <a:txBody>
                    <a:bodyPr/>
                    <a:lstStyle/>
                    <a:p>
                      <a:pPr algn="ctr">
                        <a:lnSpc>
                          <a:spcPct val="107000"/>
                        </a:lnSpc>
                        <a:spcAft>
                          <a:spcPts val="800"/>
                        </a:spcAft>
                        <a:buNone/>
                      </a:pPr>
                      <a:r>
                        <a:rPr lang="sk-SK" sz="1600" u="sng"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2,5</a:t>
                      </a:r>
                      <a:endParaRPr lang="sk-SK" sz="1400" u="sng"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142374969"/>
                  </a:ext>
                </a:extLst>
              </a:tr>
            </a:tbl>
          </a:graphicData>
        </a:graphic>
      </p:graphicFrame>
    </p:spTree>
    <p:extLst>
      <p:ext uri="{BB962C8B-B14F-4D97-AF65-F5344CB8AC3E}">
        <p14:creationId xmlns:p14="http://schemas.microsoft.com/office/powerpoint/2010/main" val="1907519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2FEAC-B333-D74E-D919-E23CF44E66D0}"/>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AB2BC9B9-E796-F9F2-6849-D4FA788FE030}"/>
              </a:ext>
            </a:extLst>
          </p:cNvPr>
          <p:cNvSpPr>
            <a:spLocks noGrp="1"/>
          </p:cNvSpPr>
          <p:nvPr>
            <p:ph type="title"/>
          </p:nvPr>
        </p:nvSpPr>
        <p:spPr/>
        <p:txBody>
          <a:bodyPr>
            <a:normAutofit/>
          </a:bodyPr>
          <a:lstStyle/>
          <a:p>
            <a:r>
              <a:rPr lang="sk-SK" sz="6000" b="1" dirty="0">
                <a:solidFill>
                  <a:schemeClr val="tx1"/>
                </a:solidFill>
              </a:rPr>
              <a:t>SWOT analýza eTermín</a:t>
            </a:r>
          </a:p>
        </p:txBody>
      </p:sp>
      <p:graphicFrame>
        <p:nvGraphicFramePr>
          <p:cNvPr id="8" name="Zástupný objekt pre obsah 7">
            <a:extLst>
              <a:ext uri="{FF2B5EF4-FFF2-40B4-BE49-F238E27FC236}">
                <a16:creationId xmlns:a16="http://schemas.microsoft.com/office/drawing/2014/main" id="{2525F06E-CD17-5DA1-D86D-03AE3EBA89F3}"/>
              </a:ext>
            </a:extLst>
          </p:cNvPr>
          <p:cNvGraphicFramePr>
            <a:graphicFrameLocks noGrp="1"/>
          </p:cNvGraphicFramePr>
          <p:nvPr>
            <p:ph idx="1"/>
            <p:extLst>
              <p:ext uri="{D42A27DB-BD31-4B8C-83A1-F6EECF244321}">
                <p14:modId xmlns:p14="http://schemas.microsoft.com/office/powerpoint/2010/main" val="1053345656"/>
              </p:ext>
            </p:extLst>
          </p:nvPr>
        </p:nvGraphicFramePr>
        <p:xfrm>
          <a:off x="1097280" y="1737360"/>
          <a:ext cx="10027921" cy="4301594"/>
        </p:xfrm>
        <a:graphic>
          <a:graphicData uri="http://schemas.openxmlformats.org/drawingml/2006/table">
            <a:tbl>
              <a:tblPr firstRow="1" firstCol="1" bandRow="1"/>
              <a:tblGrid>
                <a:gridCol w="4465932">
                  <a:extLst>
                    <a:ext uri="{9D8B030D-6E8A-4147-A177-3AD203B41FA5}">
                      <a16:colId xmlns:a16="http://schemas.microsoft.com/office/drawing/2014/main" val="3970231819"/>
                    </a:ext>
                  </a:extLst>
                </a:gridCol>
                <a:gridCol w="2126738">
                  <a:extLst>
                    <a:ext uri="{9D8B030D-6E8A-4147-A177-3AD203B41FA5}">
                      <a16:colId xmlns:a16="http://schemas.microsoft.com/office/drawing/2014/main" val="1725595757"/>
                    </a:ext>
                  </a:extLst>
                </a:gridCol>
                <a:gridCol w="1458865">
                  <a:extLst>
                    <a:ext uri="{9D8B030D-6E8A-4147-A177-3AD203B41FA5}">
                      <a16:colId xmlns:a16="http://schemas.microsoft.com/office/drawing/2014/main" val="3568995582"/>
                    </a:ext>
                  </a:extLst>
                </a:gridCol>
                <a:gridCol w="1976386">
                  <a:extLst>
                    <a:ext uri="{9D8B030D-6E8A-4147-A177-3AD203B41FA5}">
                      <a16:colId xmlns:a16="http://schemas.microsoft.com/office/drawing/2014/main" val="3042503821"/>
                    </a:ext>
                  </a:extLst>
                </a:gridCol>
              </a:tblGrid>
              <a:tr h="530919">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Príležitosti</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Známka (1-5)</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x Váha</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Konečná hodnota</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898526904"/>
                  </a:ext>
                </a:extLst>
              </a:tr>
              <a:tr h="480659">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Absencia jednotnej platformy na trhu</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0,3</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1,5</a:t>
                      </a:r>
                      <a:endParaRPr lang="sk-SK" sz="1400" kern="10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1518969342"/>
                  </a:ext>
                </a:extLst>
              </a:tr>
              <a:tr h="809284">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Potenciál integrácie do štátneho e-Health</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0,2</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0,8</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869615558"/>
                  </a:ext>
                </a:extLst>
              </a:tr>
              <a:tr h="807395">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Zníženie celkovej administratívnej záťaže</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0,2</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0,8</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681217761"/>
                  </a:ext>
                </a:extLst>
              </a:tr>
              <a:tr h="537319">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Expanzia na natívne mobilné platformy</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3</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0,1</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0,3</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2595064559"/>
                  </a:ext>
                </a:extLst>
              </a:tr>
              <a:tr h="799840">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Zlepšenie dostupnosti zdravotnej starostlivosti</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0,2</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0,8</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224531304"/>
                  </a:ext>
                </a:extLst>
              </a:tr>
              <a:tr h="336178">
                <a:tc gridSpan="3">
                  <a:txBody>
                    <a:bodyPr/>
                    <a:lstStyle/>
                    <a:p>
                      <a:pPr algn="ctr">
                        <a:lnSpc>
                          <a:spcPct val="107000"/>
                        </a:lnSpc>
                        <a:spcAft>
                          <a:spcPts val="800"/>
                        </a:spcAft>
                        <a:buNone/>
                      </a:pPr>
                      <a:r>
                        <a:rPr lang="sk-SK" sz="1600" b="1" kern="0" dirty="0">
                          <a:solidFill>
                            <a:srgbClr val="000000"/>
                          </a:solidFill>
                          <a:effectLst/>
                          <a:latin typeface="+mn-lt"/>
                          <a:ea typeface="Times New Roman" panose="02020603050405020304" pitchFamily="18" charset="0"/>
                          <a:cs typeface="Times New Roman" panose="02020603050405020304" pitchFamily="18" charset="0"/>
                        </a:rPr>
                        <a:t>KHO</a:t>
                      </a:r>
                      <a:r>
                        <a:rPr lang="sk-SK" sz="1600"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1,5 + 0,8 + 0,8 + 0,3 + 0,8 =</a:t>
                      </a:r>
                      <a:endParaRPr lang="sk-SK"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hMerge="1">
                  <a:txBody>
                    <a:bodyPr/>
                    <a:lstStyle/>
                    <a:p>
                      <a:endParaRPr lang="sk-SK"/>
                    </a:p>
                  </a:txBody>
                  <a:tcPr/>
                </a:tc>
                <a:tc hMerge="1">
                  <a:txBody>
                    <a:bodyPr/>
                    <a:lstStyle/>
                    <a:p>
                      <a:endParaRPr lang="sk-SK"/>
                    </a:p>
                  </a:txBody>
                  <a:tcPr/>
                </a:tc>
                <a:tc>
                  <a:txBody>
                    <a:bodyPr/>
                    <a:lstStyle/>
                    <a:p>
                      <a:pPr algn="ctr">
                        <a:lnSpc>
                          <a:spcPct val="107000"/>
                        </a:lnSpc>
                        <a:spcAft>
                          <a:spcPts val="800"/>
                        </a:spcAft>
                        <a:buNone/>
                      </a:pPr>
                      <a:r>
                        <a:rPr lang="sk-SK" sz="1600" u="sng" kern="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4,2</a:t>
                      </a:r>
                      <a:endParaRPr lang="sk-SK" sz="1400" u="sng" kern="100" dirty="0">
                        <a:effectLst/>
                        <a:latin typeface="Aptos" panose="020B0004020202020204" pitchFamily="34" charset="0"/>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3012419285"/>
                  </a:ext>
                </a:extLst>
              </a:tr>
            </a:tbl>
          </a:graphicData>
        </a:graphic>
      </p:graphicFrame>
    </p:spTree>
    <p:extLst>
      <p:ext uri="{BB962C8B-B14F-4D97-AF65-F5344CB8AC3E}">
        <p14:creationId xmlns:p14="http://schemas.microsoft.com/office/powerpoint/2010/main" val="3298447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42C96-300F-BA73-8AB6-B0DCE87C6840}"/>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1819CD8-1B33-AA6A-2216-C919A1FE775F}"/>
              </a:ext>
            </a:extLst>
          </p:cNvPr>
          <p:cNvSpPr>
            <a:spLocks noGrp="1"/>
          </p:cNvSpPr>
          <p:nvPr>
            <p:ph type="title"/>
          </p:nvPr>
        </p:nvSpPr>
        <p:spPr/>
        <p:txBody>
          <a:bodyPr>
            <a:normAutofit/>
          </a:bodyPr>
          <a:lstStyle/>
          <a:p>
            <a:r>
              <a:rPr lang="sk-SK" sz="6000" b="1" dirty="0">
                <a:solidFill>
                  <a:schemeClr val="tx1"/>
                </a:solidFill>
              </a:rPr>
              <a:t>SWOT analýza eTermín</a:t>
            </a:r>
          </a:p>
        </p:txBody>
      </p:sp>
      <p:graphicFrame>
        <p:nvGraphicFramePr>
          <p:cNvPr id="7" name="Zástupný objekt pre obsah 6">
            <a:extLst>
              <a:ext uri="{FF2B5EF4-FFF2-40B4-BE49-F238E27FC236}">
                <a16:creationId xmlns:a16="http://schemas.microsoft.com/office/drawing/2014/main" id="{83F96FD7-D6DE-9D2E-F411-A9AA7604061E}"/>
              </a:ext>
            </a:extLst>
          </p:cNvPr>
          <p:cNvGraphicFramePr>
            <a:graphicFrameLocks noGrp="1"/>
          </p:cNvGraphicFramePr>
          <p:nvPr>
            <p:ph idx="1"/>
            <p:extLst>
              <p:ext uri="{D42A27DB-BD31-4B8C-83A1-F6EECF244321}">
                <p14:modId xmlns:p14="http://schemas.microsoft.com/office/powerpoint/2010/main" val="260281994"/>
              </p:ext>
            </p:extLst>
          </p:nvPr>
        </p:nvGraphicFramePr>
        <p:xfrm>
          <a:off x="1097280" y="1737359"/>
          <a:ext cx="10058399" cy="4177166"/>
        </p:xfrm>
        <a:graphic>
          <a:graphicData uri="http://schemas.openxmlformats.org/drawingml/2006/table">
            <a:tbl>
              <a:tblPr firstRow="1" firstCol="1" bandRow="1"/>
              <a:tblGrid>
                <a:gridCol w="4479505">
                  <a:extLst>
                    <a:ext uri="{9D8B030D-6E8A-4147-A177-3AD203B41FA5}">
                      <a16:colId xmlns:a16="http://schemas.microsoft.com/office/drawing/2014/main" val="4162629110"/>
                    </a:ext>
                  </a:extLst>
                </a:gridCol>
                <a:gridCol w="2133203">
                  <a:extLst>
                    <a:ext uri="{9D8B030D-6E8A-4147-A177-3AD203B41FA5}">
                      <a16:colId xmlns:a16="http://schemas.microsoft.com/office/drawing/2014/main" val="562929326"/>
                    </a:ext>
                  </a:extLst>
                </a:gridCol>
                <a:gridCol w="1463299">
                  <a:extLst>
                    <a:ext uri="{9D8B030D-6E8A-4147-A177-3AD203B41FA5}">
                      <a16:colId xmlns:a16="http://schemas.microsoft.com/office/drawing/2014/main" val="1658430942"/>
                    </a:ext>
                  </a:extLst>
                </a:gridCol>
                <a:gridCol w="1982392">
                  <a:extLst>
                    <a:ext uri="{9D8B030D-6E8A-4147-A177-3AD203B41FA5}">
                      <a16:colId xmlns:a16="http://schemas.microsoft.com/office/drawing/2014/main" val="3118631860"/>
                    </a:ext>
                  </a:extLst>
                </a:gridCol>
              </a:tblGrid>
              <a:tr h="540537">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Hrozby</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AEAAAA"/>
                    </a:solidFill>
                  </a:tcPr>
                </a:tc>
                <a:tc>
                  <a:txBody>
                    <a:bodyPr/>
                    <a:lstStyle/>
                    <a:p>
                      <a:pPr algn="ctr">
                        <a:lnSpc>
                          <a:spcPct val="107000"/>
                        </a:lnSpc>
                        <a:spcAft>
                          <a:spcPts val="800"/>
                        </a:spcAft>
                        <a:buNone/>
                      </a:pPr>
                      <a:r>
                        <a:rPr lang="sk-SK" sz="1800" b="1" kern="0">
                          <a:solidFill>
                            <a:srgbClr val="000000"/>
                          </a:solidFill>
                          <a:effectLst/>
                          <a:latin typeface="+mn-lt"/>
                          <a:ea typeface="Times New Roman" panose="02020603050405020304" pitchFamily="18" charset="0"/>
                          <a:cs typeface="Times New Roman" panose="02020603050405020304" pitchFamily="18" charset="0"/>
                        </a:rPr>
                        <a:t>Známka (1-5)</a:t>
                      </a:r>
                      <a:endParaRPr lang="sk-SK" sz="1600" kern="10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AEAAAA"/>
                    </a:solidFill>
                  </a:tcPr>
                </a:tc>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x Váha</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AEAAAA"/>
                    </a:solidFill>
                  </a:tcPr>
                </a:tc>
                <a:tc>
                  <a:txBody>
                    <a:bodyPr/>
                    <a:lstStyle/>
                    <a:p>
                      <a:pPr algn="ctr">
                        <a:lnSpc>
                          <a:spcPct val="107000"/>
                        </a:lnSpc>
                        <a:spcAft>
                          <a:spcPts val="800"/>
                        </a:spcAft>
                        <a:buNone/>
                      </a:pPr>
                      <a:r>
                        <a:rPr lang="sk-SK" sz="1800" b="1" kern="0" dirty="0">
                          <a:solidFill>
                            <a:srgbClr val="000000"/>
                          </a:solidFill>
                          <a:effectLst/>
                          <a:latin typeface="+mn-lt"/>
                          <a:ea typeface="Times New Roman" panose="02020603050405020304" pitchFamily="18" charset="0"/>
                          <a:cs typeface="Times New Roman" panose="02020603050405020304" pitchFamily="18" charset="0"/>
                        </a:rPr>
                        <a:t>Konečná hodnota</a:t>
                      </a:r>
                      <a:endParaRPr lang="sk-SK" sz="16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AEAAAA"/>
                    </a:solidFill>
                  </a:tcPr>
                </a:tc>
                <a:extLst>
                  <a:ext uri="{0D108BD9-81ED-4DB2-BD59-A6C34878D82A}">
                    <a16:rowId xmlns:a16="http://schemas.microsoft.com/office/drawing/2014/main" val="2489722972"/>
                  </a:ext>
                </a:extLst>
              </a:tr>
              <a:tr h="617704">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Kybernetické útoky na zdravotné záznamy</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1,6</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extLst>
                  <a:ext uri="{0D108BD9-81ED-4DB2-BD59-A6C34878D82A}">
                    <a16:rowId xmlns:a16="http://schemas.microsoft.com/office/drawing/2014/main" val="2244947667"/>
                  </a:ext>
                </a:extLst>
              </a:tr>
              <a:tr h="831059">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Odpor odborného personálu voči digitalizácii</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extLst>
                  <a:ext uri="{0D108BD9-81ED-4DB2-BD59-A6C34878D82A}">
                    <a16:rowId xmlns:a16="http://schemas.microsoft.com/office/drawing/2014/main" val="2938906747"/>
                  </a:ext>
                </a:extLst>
              </a:tr>
              <a:tr h="616741">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Časté zmeny legislatívy v oblasti GDPR</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0,1</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extLst>
                  <a:ext uri="{0D108BD9-81ED-4DB2-BD59-A6C34878D82A}">
                    <a16:rowId xmlns:a16="http://schemas.microsoft.com/office/drawing/2014/main" val="2760419003"/>
                  </a:ext>
                </a:extLst>
              </a:tr>
              <a:tr h="533400">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Vznik konkurencie v súkromnom sektore</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0,1</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0CECE"/>
                    </a:solidFill>
                  </a:tcPr>
                </a:tc>
                <a:extLst>
                  <a:ext uri="{0D108BD9-81ED-4DB2-BD59-A6C34878D82A}">
                    <a16:rowId xmlns:a16="http://schemas.microsoft.com/office/drawing/2014/main" val="4180238509"/>
                  </a:ext>
                </a:extLst>
              </a:tr>
              <a:tr h="353150">
                <a:tc>
                  <a:txBody>
                    <a:bodyPr/>
                    <a:lstStyle/>
                    <a:p>
                      <a:pPr>
                        <a:lnSpc>
                          <a:spcPct val="107000"/>
                        </a:lnSpc>
                        <a:spcAft>
                          <a:spcPts val="800"/>
                        </a:spcAft>
                        <a:buNone/>
                      </a:pPr>
                      <a:r>
                        <a:rPr lang="sk-SK" sz="1600" kern="0" dirty="0">
                          <a:solidFill>
                            <a:srgbClr val="000000"/>
                          </a:solidFill>
                          <a:effectLst/>
                          <a:latin typeface="+mn-lt"/>
                          <a:ea typeface="Times New Roman" panose="02020603050405020304" pitchFamily="18" charset="0"/>
                          <a:cs typeface="Times New Roman" panose="02020603050405020304" pitchFamily="18" charset="0"/>
                        </a:rPr>
                        <a:t>Výpadky kritickej sieťovej infraštruktúry</a:t>
                      </a:r>
                      <a:endParaRPr lang="sk-SK" sz="1400" kern="100" dirty="0">
                        <a:effectLst/>
                        <a:latin typeface="+mn-lt"/>
                        <a:ea typeface="Aptos" panose="020B0004020202020204" pitchFamily="34" charset="0"/>
                        <a:cs typeface="Times New Roman" panose="02020603050405020304" pitchFamily="18"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0CECE"/>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0CECE"/>
                    </a:solidFill>
                  </a:tcPr>
                </a:tc>
                <a:tc>
                  <a:txBody>
                    <a:bodyPr/>
                    <a:lstStyle/>
                    <a:p>
                      <a:pPr algn="ctr">
                        <a:lnSpc>
                          <a:spcPct val="107000"/>
                        </a:lnSpc>
                        <a:spcAft>
                          <a:spcPts val="800"/>
                        </a:spcAft>
                        <a:buNone/>
                      </a:pPr>
                      <a:r>
                        <a:rPr lang="sk-SK" sz="1600" kern="0">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sk-SK" sz="1400" kern="10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0CECE"/>
                    </a:solidFill>
                  </a:tcPr>
                </a:tc>
                <a:tc>
                  <a:txBody>
                    <a:bodyPr/>
                    <a:lstStyle/>
                    <a:p>
                      <a:pPr algn="ctr">
                        <a:lnSpc>
                          <a:spcPct val="107000"/>
                        </a:lnSpc>
                        <a:spcAft>
                          <a:spcPts val="800"/>
                        </a:spcAft>
                        <a:buNone/>
                      </a:pP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1553070984"/>
                  </a:ext>
                </a:extLst>
              </a:tr>
              <a:tr h="336917">
                <a:tc gridSpan="3">
                  <a:txBody>
                    <a:bodyPr/>
                    <a:lstStyle/>
                    <a:p>
                      <a:pPr algn="ctr">
                        <a:lnSpc>
                          <a:spcPct val="107000"/>
                        </a:lnSpc>
                        <a:spcAft>
                          <a:spcPts val="800"/>
                        </a:spcAft>
                        <a:buNone/>
                      </a:pPr>
                      <a:r>
                        <a:rPr lang="sk-SK" sz="1600" b="1" kern="0" dirty="0">
                          <a:solidFill>
                            <a:srgbClr val="000000"/>
                          </a:solidFill>
                          <a:effectLst/>
                          <a:latin typeface="+mn-lt"/>
                          <a:ea typeface="Times New Roman" panose="02020603050405020304" pitchFamily="18" charset="0"/>
                          <a:cs typeface="Times New Roman" panose="02020603050405020304" pitchFamily="18" charset="0"/>
                        </a:rPr>
                        <a:t>KHT</a:t>
                      </a:r>
                      <a:r>
                        <a:rPr lang="sk-SK" sz="1600" kern="0" dirty="0">
                          <a:solidFill>
                            <a:srgbClr val="000000"/>
                          </a:solidFill>
                          <a:effectLst/>
                          <a:latin typeface="+mn-lt"/>
                          <a:ea typeface="Times New Roman" panose="02020603050405020304" pitchFamily="18" charset="0"/>
                          <a:cs typeface="Times New Roman" panose="02020603050405020304" pitchFamily="18" charset="0"/>
                        </a:rPr>
                        <a:t> </a:t>
                      </a: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1,6 + 0,4 + 0,2 + 0,2 + 0,4 =</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hMerge="1">
                  <a:txBody>
                    <a:bodyPr/>
                    <a:lstStyle/>
                    <a:p>
                      <a:endParaRPr lang="sk-SK"/>
                    </a:p>
                  </a:txBody>
                  <a:tcPr/>
                </a:tc>
                <a:tc hMerge="1">
                  <a:txBody>
                    <a:bodyPr/>
                    <a:lstStyle/>
                    <a:p>
                      <a:endParaRPr lang="sk-SK"/>
                    </a:p>
                  </a:txBody>
                  <a:tcPr/>
                </a:tc>
                <a:tc>
                  <a:txBody>
                    <a:bodyPr/>
                    <a:lstStyle/>
                    <a:p>
                      <a:pPr algn="ctr">
                        <a:lnSpc>
                          <a:spcPct val="107000"/>
                        </a:lnSpc>
                        <a:spcAft>
                          <a:spcPts val="800"/>
                        </a:spcAft>
                        <a:buNone/>
                      </a:pPr>
                      <a:r>
                        <a:rPr lang="sk-SK" sz="1600" u="sng"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2,8</a:t>
                      </a:r>
                      <a:endParaRPr lang="sk-SK" sz="1400" u="sng"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552856337"/>
                  </a:ext>
                </a:extLst>
              </a:tr>
              <a:tr h="347658">
                <a:tc gridSpan="3">
                  <a:txBody>
                    <a:bodyPr/>
                    <a:lstStyle/>
                    <a:p>
                      <a:pPr algn="ctr">
                        <a:lnSpc>
                          <a:spcPct val="107000"/>
                        </a:lnSpc>
                        <a:spcAft>
                          <a:spcPts val="800"/>
                        </a:spcAft>
                        <a:buNone/>
                      </a:pPr>
                      <a:r>
                        <a:rPr lang="sk-SK" sz="1600" b="1" kern="0" dirty="0">
                          <a:solidFill>
                            <a:srgbClr val="000000"/>
                          </a:solidFill>
                          <a:effectLst/>
                          <a:latin typeface="+mn-lt"/>
                          <a:ea typeface="Times New Roman" panose="02020603050405020304" pitchFamily="18" charset="0"/>
                          <a:cs typeface="Times New Roman" panose="02020603050405020304" pitchFamily="18" charset="0"/>
                        </a:rPr>
                        <a:t>Hodnota externého prostredia</a:t>
                      </a:r>
                      <a:r>
                        <a:rPr lang="sk-SK" sz="16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4,2 - 2,8 =</a:t>
                      </a:r>
                      <a:endParaRPr lang="sk-SK" sz="1400"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hMerge="1">
                  <a:txBody>
                    <a:bodyPr/>
                    <a:lstStyle/>
                    <a:p>
                      <a:endParaRPr lang="sk-SK"/>
                    </a:p>
                  </a:txBody>
                  <a:tcPr/>
                </a:tc>
                <a:tc hMerge="1">
                  <a:txBody>
                    <a:bodyPr/>
                    <a:lstStyle/>
                    <a:p>
                      <a:endParaRPr lang="sk-SK"/>
                    </a:p>
                  </a:txBody>
                  <a:tcPr/>
                </a:tc>
                <a:tc>
                  <a:txBody>
                    <a:bodyPr/>
                    <a:lstStyle/>
                    <a:p>
                      <a:pPr algn="ctr">
                        <a:lnSpc>
                          <a:spcPct val="107000"/>
                        </a:lnSpc>
                        <a:spcAft>
                          <a:spcPts val="800"/>
                        </a:spcAft>
                        <a:buNone/>
                      </a:pPr>
                      <a:r>
                        <a:rPr lang="sk-SK" sz="1600" u="sng"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1,4</a:t>
                      </a:r>
                      <a:endParaRPr lang="sk-SK" sz="1400" u="sng" kern="100" dirty="0">
                        <a:effectLst/>
                        <a:latin typeface="Calibri" panose="020F0502020204030204" pitchFamily="34" charset="0"/>
                        <a:ea typeface="Calibri" panose="020F0502020204030204" pitchFamily="34" charset="0"/>
                        <a:cs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493990058"/>
                  </a:ext>
                </a:extLst>
              </a:tr>
            </a:tbl>
          </a:graphicData>
        </a:graphic>
      </p:graphicFrame>
    </p:spTree>
    <p:extLst>
      <p:ext uri="{BB962C8B-B14F-4D97-AF65-F5344CB8AC3E}">
        <p14:creationId xmlns:p14="http://schemas.microsoft.com/office/powerpoint/2010/main" val="2266435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FFE8436-58AA-638C-9854-FF8997FA97AF}"/>
              </a:ext>
            </a:extLst>
          </p:cNvPr>
          <p:cNvSpPr txBox="1">
            <a:spLocks/>
          </p:cNvSpPr>
          <p:nvPr/>
        </p:nvSpPr>
        <p:spPr>
          <a:xfrm>
            <a:off x="2261914" y="462464"/>
            <a:ext cx="7712378" cy="786982"/>
          </a:xfrm>
          <a:prstGeom prst="rect">
            <a:avLst/>
          </a:prstGeom>
        </p:spPr>
        <p:txBody>
          <a:bodyPr>
            <a:no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pl-PL" sz="5400" b="1" dirty="0">
                <a:solidFill>
                  <a:schemeClr val="tx1"/>
                </a:solidFill>
              </a:rPr>
              <a:t>Vyhodnotenie SWOT analýzy</a:t>
            </a:r>
            <a:endParaRPr lang="sk-SK" sz="5400" b="1" dirty="0">
              <a:solidFill>
                <a:schemeClr val="tx1"/>
              </a:solidFill>
            </a:endParaRPr>
          </a:p>
        </p:txBody>
      </p:sp>
      <p:pic>
        <p:nvPicPr>
          <p:cNvPr id="3" name="Obrázok 2">
            <a:extLst>
              <a:ext uri="{FF2B5EF4-FFF2-40B4-BE49-F238E27FC236}">
                <a16:creationId xmlns:a16="http://schemas.microsoft.com/office/drawing/2014/main" id="{6EA11D3B-55FF-02C6-AA63-2AC6C9E8B886}"/>
              </a:ext>
            </a:extLst>
          </p:cNvPr>
          <p:cNvPicPr>
            <a:picLocks noChangeAspect="1"/>
          </p:cNvPicPr>
          <p:nvPr/>
        </p:nvPicPr>
        <p:blipFill>
          <a:blip r:embed="rId2">
            <a:extLst>
              <a:ext uri="{28A0092B-C50C-407E-A947-70E740481C1C}">
                <a14:useLocalDpi xmlns:a14="http://schemas.microsoft.com/office/drawing/2010/main" val="0"/>
              </a:ext>
            </a:extLst>
          </a:blip>
          <a:srcRect l="3245" t="5897" r="3326" b="1041"/>
          <a:stretch>
            <a:fillRect/>
          </a:stretch>
        </p:blipFill>
        <p:spPr bwMode="auto">
          <a:xfrm>
            <a:off x="2743200" y="1179646"/>
            <a:ext cx="6749807" cy="5144329"/>
          </a:xfrm>
          <a:prstGeom prst="rect">
            <a:avLst/>
          </a:prstGeom>
          <a:noFill/>
          <a:ln>
            <a:noFill/>
          </a:ln>
        </p:spPr>
      </p:pic>
    </p:spTree>
    <p:extLst>
      <p:ext uri="{BB962C8B-B14F-4D97-AF65-F5344CB8AC3E}">
        <p14:creationId xmlns:p14="http://schemas.microsoft.com/office/powerpoint/2010/main" val="3388209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1097280" y="758952"/>
            <a:ext cx="6790293" cy="3566160"/>
          </a:xfrm>
        </p:spPr>
        <p:txBody>
          <a:bodyPr/>
          <a:lstStyle/>
          <a:p>
            <a:r>
              <a:rPr lang="sk-SK" b="1" i="1" dirty="0" err="1">
                <a:solidFill>
                  <a:schemeClr val="tx1"/>
                </a:solidFill>
              </a:rPr>
              <a:t>eTermín</a:t>
            </a:r>
            <a:br>
              <a:rPr lang="sk-SK" b="1" dirty="0">
                <a:solidFill>
                  <a:schemeClr val="tx1"/>
                </a:solidFill>
              </a:rPr>
            </a:br>
            <a:r>
              <a:rPr lang="sk-SK" b="1" dirty="0">
                <a:solidFill>
                  <a:schemeClr val="tx1"/>
                </a:solidFill>
              </a:rPr>
              <a:t>Vizualizácia modelových dát</a:t>
            </a:r>
          </a:p>
        </p:txBody>
      </p:sp>
      <p:sp>
        <p:nvSpPr>
          <p:cNvPr id="3" name="Podnadpis 2">
            <a:extLst>
              <a:ext uri="{FF2B5EF4-FFF2-40B4-BE49-F238E27FC236}">
                <a16:creationId xmlns:a16="http://schemas.microsoft.com/office/drawing/2014/main" id="{D138073C-523D-5175-986A-BCCF93A20221}"/>
              </a:ext>
            </a:extLst>
          </p:cNvPr>
          <p:cNvSpPr>
            <a:spLocks noGrp="1"/>
          </p:cNvSpPr>
          <p:nvPr>
            <p:ph type="subTitle" idx="1"/>
          </p:nvPr>
        </p:nvSpPr>
        <p:spPr>
          <a:xfrm>
            <a:off x="1097280" y="5096036"/>
            <a:ext cx="7083691" cy="1186102"/>
          </a:xfrm>
        </p:spPr>
        <p:txBody>
          <a:bodyPr>
            <a:noAutofit/>
          </a:bodyPr>
          <a:lstStyle/>
          <a:p>
            <a:r>
              <a:rPr lang="sk-SK" b="1" dirty="0">
                <a:solidFill>
                  <a:schemeClr val="tx1"/>
                </a:solidFill>
                <a:latin typeface="+mn-lt"/>
              </a:rPr>
              <a:t>Terminátori:</a:t>
            </a:r>
          </a:p>
          <a:p>
            <a:r>
              <a:rPr lang="sk-SK" dirty="0">
                <a:solidFill>
                  <a:schemeClr val="tx1"/>
                </a:solidFill>
                <a:latin typeface="+mn-lt"/>
              </a:rPr>
              <a:t>Damián </a:t>
            </a:r>
            <a:r>
              <a:rPr lang="sk-SK" dirty="0" err="1">
                <a:solidFill>
                  <a:schemeClr val="tx1"/>
                </a:solidFill>
                <a:latin typeface="+mn-lt"/>
              </a:rPr>
              <a:t>Kaszycki</a:t>
            </a:r>
            <a:r>
              <a:rPr lang="sk-SK" dirty="0">
                <a:solidFill>
                  <a:schemeClr val="tx1"/>
                </a:solidFill>
                <a:latin typeface="+mn-lt"/>
              </a:rPr>
              <a:t>, Richard </a:t>
            </a:r>
            <a:r>
              <a:rPr lang="sk-SK" dirty="0" err="1">
                <a:solidFill>
                  <a:schemeClr val="tx1"/>
                </a:solidFill>
                <a:latin typeface="+mn-lt"/>
              </a:rPr>
              <a:t>Rúš</a:t>
            </a:r>
            <a:r>
              <a:rPr lang="sk-SK" dirty="0">
                <a:solidFill>
                  <a:schemeClr val="tx1"/>
                </a:solidFill>
                <a:latin typeface="+mn-lt"/>
              </a:rPr>
              <a:t>, Ľudmila </a:t>
            </a:r>
            <a:r>
              <a:rPr lang="sk-SK" dirty="0" err="1">
                <a:solidFill>
                  <a:schemeClr val="tx1"/>
                </a:solidFill>
                <a:latin typeface="+mn-lt"/>
              </a:rPr>
              <a:t>Koperdáková</a:t>
            </a:r>
            <a:r>
              <a:rPr lang="sk-SK" dirty="0">
                <a:solidFill>
                  <a:schemeClr val="tx1"/>
                </a:solidFill>
                <a:latin typeface="+mn-lt"/>
              </a:rPr>
              <a:t>, Samuel Budinský </a:t>
            </a:r>
          </a:p>
          <a:p>
            <a:endParaRPr lang="sk-SK" dirty="0"/>
          </a:p>
        </p:txBody>
      </p:sp>
      <p:pic>
        <p:nvPicPr>
          <p:cNvPr id="6" name="Obrázok 5" descr="Obrázok, na ktorom je pestrofarebnosť, snímka obrazovky, grafika, štvorec&#10;&#10;Obsah vygenerovaný pomocou AI môže byť nesprávny.">
            <a:extLst>
              <a:ext uri="{FF2B5EF4-FFF2-40B4-BE49-F238E27FC236}">
                <a16:creationId xmlns:a16="http://schemas.microsoft.com/office/drawing/2014/main" id="{08C4D5F5-BE19-4643-005A-6F1F2D6DF6FD}"/>
              </a:ext>
            </a:extLst>
          </p:cNvPr>
          <p:cNvPicPr>
            <a:picLocks noChangeAspect="1"/>
          </p:cNvPicPr>
          <p:nvPr/>
        </p:nvPicPr>
        <p:blipFill>
          <a:blip r:embed="rId2"/>
          <a:srcRect l="25043" t="9543" r="25074" b="9333"/>
          <a:stretch>
            <a:fillRect/>
          </a:stretch>
        </p:blipFill>
        <p:spPr>
          <a:xfrm>
            <a:off x="7817770" y="1430932"/>
            <a:ext cx="4041509" cy="4006608"/>
          </a:xfrm>
          <a:prstGeom prst="rect">
            <a:avLst/>
          </a:prstGeom>
        </p:spPr>
      </p:pic>
    </p:spTree>
    <p:extLst>
      <p:ext uri="{BB962C8B-B14F-4D97-AF65-F5344CB8AC3E}">
        <p14:creationId xmlns:p14="http://schemas.microsoft.com/office/powerpoint/2010/main" val="3116490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EBE5-F5D1-2178-3C58-3066B7A7FF32}"/>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606016D7-95B7-CEF8-0A5A-B047FED36A42}"/>
              </a:ext>
            </a:extLst>
          </p:cNvPr>
          <p:cNvSpPr txBox="1">
            <a:spLocks/>
          </p:cNvSpPr>
          <p:nvPr/>
        </p:nvSpPr>
        <p:spPr>
          <a:xfrm>
            <a:off x="919286" y="1842835"/>
            <a:ext cx="9962074" cy="3567556"/>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en-US" dirty="0" err="1"/>
              <a:t>odborn</a:t>
            </a:r>
            <a:r>
              <a:rPr lang="sk-SK" dirty="0"/>
              <a:t>ý</a:t>
            </a:r>
            <a:r>
              <a:rPr lang="en-US" dirty="0"/>
              <a:t> </a:t>
            </a:r>
            <a:r>
              <a:rPr lang="en-US" dirty="0" err="1"/>
              <a:t>časopis</a:t>
            </a:r>
            <a:r>
              <a:rPr lang="en-US" dirty="0"/>
              <a:t> </a:t>
            </a:r>
            <a:endParaRPr lang="sk-SK" dirty="0"/>
          </a:p>
          <a:p>
            <a:r>
              <a:rPr lang="en-US" dirty="0"/>
              <a:t>Journal of Medical Internet Research</a:t>
            </a:r>
            <a:endParaRPr lang="sk-SK" dirty="0"/>
          </a:p>
          <a:p>
            <a:r>
              <a:rPr lang="sk-SK" dirty="0"/>
              <a:t>Reálne dáta</a:t>
            </a:r>
          </a:p>
          <a:p>
            <a:r>
              <a:rPr lang="en-US" dirty="0"/>
              <a:t>Impact of Online Appointment Scheduling</a:t>
            </a:r>
            <a:endParaRPr lang="sk-SK" dirty="0"/>
          </a:p>
          <a:p>
            <a:r>
              <a:rPr lang="sk-SK" dirty="0">
                <a:hlinkClick r:id="rId2"/>
              </a:rPr>
              <a:t>https://www.jmir.org/2017/4/e134/</a:t>
            </a:r>
            <a:endParaRPr lang="sk-SK" dirty="0"/>
          </a:p>
        </p:txBody>
      </p:sp>
      <p:pic>
        <p:nvPicPr>
          <p:cNvPr id="4" name="Obrázok 3" descr="Leveraging Real-World Data for Real-World Impact">
            <a:extLst>
              <a:ext uri="{FF2B5EF4-FFF2-40B4-BE49-F238E27FC236}">
                <a16:creationId xmlns:a16="http://schemas.microsoft.com/office/drawing/2014/main" id="{C3B61D01-832E-0D99-8641-A7023FDA82B1}"/>
              </a:ext>
            </a:extLst>
          </p:cNvPr>
          <p:cNvPicPr>
            <a:picLocks noChangeAspect="1"/>
          </p:cNvPicPr>
          <p:nvPr/>
        </p:nvPicPr>
        <p:blipFill>
          <a:blip r:embed="rId3"/>
          <a:stretch>
            <a:fillRect/>
          </a:stretch>
        </p:blipFill>
        <p:spPr>
          <a:xfrm>
            <a:off x="8164191" y="2034854"/>
            <a:ext cx="3375537" cy="3375537"/>
          </a:xfrm>
          <a:prstGeom prst="rect">
            <a:avLst/>
          </a:prstGeom>
        </p:spPr>
      </p:pic>
      <p:sp>
        <p:nvSpPr>
          <p:cNvPr id="5" name="Nadpis 1">
            <a:extLst>
              <a:ext uri="{FF2B5EF4-FFF2-40B4-BE49-F238E27FC236}">
                <a16:creationId xmlns:a16="http://schemas.microsoft.com/office/drawing/2014/main" id="{3C4E46B0-8C72-3D72-8B74-6AE46CBF7122}"/>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6000" b="1" dirty="0" err="1">
                <a:solidFill>
                  <a:schemeClr val="tx1"/>
                </a:solidFill>
              </a:rPr>
              <a:t>Štúdia</a:t>
            </a:r>
            <a:endParaRPr lang="sk-SK" sz="6000" b="1" dirty="0">
              <a:solidFill>
                <a:schemeClr val="tx1"/>
              </a:solidFill>
            </a:endParaRPr>
          </a:p>
        </p:txBody>
      </p:sp>
    </p:spTree>
    <p:extLst>
      <p:ext uri="{BB962C8B-B14F-4D97-AF65-F5344CB8AC3E}">
        <p14:creationId xmlns:p14="http://schemas.microsoft.com/office/powerpoint/2010/main" val="1001843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13638-FA7C-2689-3854-73595EC41C84}"/>
            </a:ext>
          </a:extLst>
        </p:cNvPr>
        <p:cNvGrpSpPr/>
        <p:nvPr/>
      </p:nvGrpSpPr>
      <p:grpSpPr>
        <a:xfrm>
          <a:off x="0" y="0"/>
          <a:ext cx="0" cy="0"/>
          <a:chOff x="0" y="0"/>
          <a:chExt cx="0" cy="0"/>
        </a:xfrm>
      </p:grpSpPr>
      <p:sp>
        <p:nvSpPr>
          <p:cNvPr id="10" name="Zástupný objekt pre obsah 6">
            <a:extLst>
              <a:ext uri="{FF2B5EF4-FFF2-40B4-BE49-F238E27FC236}">
                <a16:creationId xmlns:a16="http://schemas.microsoft.com/office/drawing/2014/main" id="{04182CB1-83D1-702C-CF8B-9745BA0D4230}"/>
              </a:ext>
            </a:extLst>
          </p:cNvPr>
          <p:cNvSpPr>
            <a:spLocks noGrp="1"/>
          </p:cNvSpPr>
          <p:nvPr>
            <p:ph idx="1"/>
          </p:nvPr>
        </p:nvSpPr>
        <p:spPr>
          <a:xfrm>
            <a:off x="872108" y="2093594"/>
            <a:ext cx="9643491" cy="3356229"/>
          </a:xfrm>
        </p:spPr>
        <p:txBody>
          <a:bodyPr anchor="ctr">
            <a:normAutofit/>
          </a:bodyPr>
          <a:lstStyle/>
          <a:p>
            <a:pPr>
              <a:buFont typeface="Wingdings" panose="05000000000000000000" pitchFamily="2" charset="2"/>
              <a:buChar char="Ø"/>
            </a:pPr>
            <a:r>
              <a:rPr lang="sk-SK" sz="2800" dirty="0">
                <a:solidFill>
                  <a:schemeClr val="tx1"/>
                </a:solidFill>
              </a:rPr>
              <a:t>Preukázateľné zlepšenie efektivity ambulancií</a:t>
            </a:r>
          </a:p>
          <a:p>
            <a:pPr>
              <a:buFont typeface="Wingdings" panose="05000000000000000000" pitchFamily="2" charset="2"/>
              <a:buChar char="Ø"/>
            </a:pPr>
            <a:r>
              <a:rPr lang="sk-SK" sz="2800" dirty="0">
                <a:solidFill>
                  <a:schemeClr val="tx1"/>
                </a:solidFill>
              </a:rPr>
              <a:t>Menej vymeškaných termínov</a:t>
            </a:r>
          </a:p>
          <a:p>
            <a:pPr>
              <a:buFont typeface="Wingdings" panose="05000000000000000000" pitchFamily="2" charset="2"/>
              <a:buChar char="Ø"/>
            </a:pPr>
            <a:r>
              <a:rPr lang="sk-SK" sz="2800" dirty="0">
                <a:solidFill>
                  <a:schemeClr val="tx1"/>
                </a:solidFill>
              </a:rPr>
              <a:t>Úspora času pre pacientov aj personál</a:t>
            </a:r>
          </a:p>
          <a:p>
            <a:pPr>
              <a:buFont typeface="Wingdings" panose="05000000000000000000" pitchFamily="2" charset="2"/>
              <a:buChar char="Ø"/>
            </a:pPr>
            <a:r>
              <a:rPr lang="sk-SK" sz="2800" dirty="0">
                <a:solidFill>
                  <a:schemeClr val="tx1"/>
                </a:solidFill>
              </a:rPr>
              <a:t>Vyššia dostupnosť služby</a:t>
            </a:r>
          </a:p>
          <a:p>
            <a:pPr>
              <a:buFont typeface="Wingdings" panose="05000000000000000000" pitchFamily="2" charset="2"/>
              <a:buChar char="Ø"/>
            </a:pPr>
            <a:r>
              <a:rPr lang="sk-SK" sz="2800" dirty="0">
                <a:solidFill>
                  <a:schemeClr val="tx1"/>
                </a:solidFill>
              </a:rPr>
              <a:t>Lepšie využitie kapacít lekára</a:t>
            </a:r>
          </a:p>
        </p:txBody>
      </p:sp>
      <p:pic>
        <p:nvPicPr>
          <p:cNvPr id="2052" name="Picture 4" descr="37,000+ Bar Graph Growth Stock Illustrations, Royalty-Free Vector Graphics  &amp; Clip Art - iStock">
            <a:extLst>
              <a:ext uri="{FF2B5EF4-FFF2-40B4-BE49-F238E27FC236}">
                <a16:creationId xmlns:a16="http://schemas.microsoft.com/office/drawing/2014/main" id="{1F0992F1-7929-6A46-ECC1-7900C8D0F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2292" y="2809875"/>
            <a:ext cx="3844976" cy="2563317"/>
          </a:xfrm>
          <a:prstGeom prst="rect">
            <a:avLst/>
          </a:prstGeom>
          <a:noFill/>
          <a:extLst>
            <a:ext uri="{909E8E84-426E-40DD-AFC4-6F175D3DCCD1}">
              <a14:hiddenFill xmlns:a14="http://schemas.microsoft.com/office/drawing/2010/main">
                <a:solidFill>
                  <a:srgbClr val="FFFFFF"/>
                </a:solidFill>
              </a14:hiddenFill>
            </a:ext>
          </a:extLst>
        </p:spPr>
      </p:pic>
      <p:sp>
        <p:nvSpPr>
          <p:cNvPr id="2" name="Nadpis 1">
            <a:extLst>
              <a:ext uri="{FF2B5EF4-FFF2-40B4-BE49-F238E27FC236}">
                <a16:creationId xmlns:a16="http://schemas.microsoft.com/office/drawing/2014/main" id="{604460BE-9E38-60C6-2210-5E924A8CF543}"/>
              </a:ext>
            </a:extLst>
          </p:cNvPr>
          <p:cNvSpPr txBox="1">
            <a:spLocks/>
          </p:cNvSpPr>
          <p:nvPr/>
        </p:nvSpPr>
        <p:spPr>
          <a:xfrm>
            <a:off x="0" y="-135690"/>
            <a:ext cx="12192000" cy="1871143"/>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5400" b="1" dirty="0" err="1">
                <a:solidFill>
                  <a:schemeClr val="tx1"/>
                </a:solidFill>
              </a:rPr>
              <a:t>Prečo</a:t>
            </a:r>
            <a:r>
              <a:rPr lang="en-US" sz="5400" b="1" dirty="0">
                <a:solidFill>
                  <a:schemeClr val="tx1"/>
                </a:solidFill>
              </a:rPr>
              <a:t> </a:t>
            </a:r>
            <a:r>
              <a:rPr lang="en-US" sz="5400" b="1" dirty="0" err="1">
                <a:solidFill>
                  <a:schemeClr val="tx1"/>
                </a:solidFill>
              </a:rPr>
              <a:t>sa</a:t>
            </a:r>
            <a:r>
              <a:rPr lang="en-US" sz="5400" b="1" dirty="0">
                <a:solidFill>
                  <a:schemeClr val="tx1"/>
                </a:solidFill>
              </a:rPr>
              <a:t> </a:t>
            </a:r>
            <a:r>
              <a:rPr lang="en-US" sz="5400" b="1" dirty="0" err="1">
                <a:solidFill>
                  <a:schemeClr val="tx1"/>
                </a:solidFill>
              </a:rPr>
              <a:t>digitálne</a:t>
            </a:r>
            <a:r>
              <a:rPr lang="en-US" sz="5400" b="1" dirty="0">
                <a:solidFill>
                  <a:schemeClr val="tx1"/>
                </a:solidFill>
              </a:rPr>
              <a:t> </a:t>
            </a:r>
            <a:r>
              <a:rPr lang="en-US" sz="5400" b="1" dirty="0" err="1">
                <a:solidFill>
                  <a:schemeClr val="tx1"/>
                </a:solidFill>
              </a:rPr>
              <a:t>objednávanie</a:t>
            </a:r>
            <a:r>
              <a:rPr lang="en-US" sz="5400" b="1" dirty="0">
                <a:solidFill>
                  <a:schemeClr val="tx1"/>
                </a:solidFill>
              </a:rPr>
              <a:t> </a:t>
            </a:r>
            <a:r>
              <a:rPr lang="en-US" sz="5400" b="1" dirty="0" err="1">
                <a:solidFill>
                  <a:schemeClr val="tx1"/>
                </a:solidFill>
              </a:rPr>
              <a:t>oplatí</a:t>
            </a:r>
            <a:r>
              <a:rPr lang="en-US" sz="5400" b="1" dirty="0">
                <a:solidFill>
                  <a:schemeClr val="tx1"/>
                </a:solidFill>
              </a:rPr>
              <a:t>?</a:t>
            </a:r>
            <a:endParaRPr lang="sk-SK" sz="5400" b="1" dirty="0">
              <a:solidFill>
                <a:schemeClr val="tx1"/>
              </a:solidFill>
            </a:endParaRPr>
          </a:p>
        </p:txBody>
      </p:sp>
    </p:spTree>
    <p:extLst>
      <p:ext uri="{BB962C8B-B14F-4D97-AF65-F5344CB8AC3E}">
        <p14:creationId xmlns:p14="http://schemas.microsoft.com/office/powerpoint/2010/main" val="1773662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0E98-8D31-61FE-259C-5C261BC20760}"/>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F4BE039B-390C-D1BC-C1E8-7C91B54471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02" y="2019300"/>
            <a:ext cx="12369204" cy="3068142"/>
          </a:xfrm>
          <a:prstGeom prst="rect">
            <a:avLst/>
          </a:prstGeom>
          <a:noFill/>
          <a:extLst>
            <a:ext uri="{909E8E84-426E-40DD-AFC4-6F175D3DCCD1}">
              <a14:hiddenFill xmlns:a14="http://schemas.microsoft.com/office/drawing/2010/main">
                <a:solidFill>
                  <a:srgbClr val="FFFFFF"/>
                </a:solidFill>
              </a14:hiddenFill>
            </a:ext>
          </a:extLst>
        </p:spPr>
      </p:pic>
      <p:sp>
        <p:nvSpPr>
          <p:cNvPr id="7" name="Nadpis 1">
            <a:extLst>
              <a:ext uri="{FF2B5EF4-FFF2-40B4-BE49-F238E27FC236}">
                <a16:creationId xmlns:a16="http://schemas.microsoft.com/office/drawing/2014/main" id="{9B736E2C-D398-DF87-17C9-915F861928BF}"/>
              </a:ext>
            </a:extLst>
          </p:cNvPr>
          <p:cNvSpPr txBox="1">
            <a:spLocks/>
          </p:cNvSpPr>
          <p:nvPr/>
        </p:nvSpPr>
        <p:spPr>
          <a:xfrm>
            <a:off x="0" y="-118871"/>
            <a:ext cx="12192000" cy="1847088"/>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5400" b="1" dirty="0" err="1">
                <a:solidFill>
                  <a:schemeClr val="tx1"/>
                </a:solidFill>
              </a:rPr>
              <a:t>Prečo</a:t>
            </a:r>
            <a:r>
              <a:rPr lang="en-US" sz="5400" b="1" dirty="0">
                <a:solidFill>
                  <a:schemeClr val="tx1"/>
                </a:solidFill>
              </a:rPr>
              <a:t> </a:t>
            </a:r>
            <a:r>
              <a:rPr lang="en-US" sz="5400" b="1" dirty="0" err="1">
                <a:solidFill>
                  <a:schemeClr val="tx1"/>
                </a:solidFill>
              </a:rPr>
              <a:t>sa</a:t>
            </a:r>
            <a:r>
              <a:rPr lang="en-US" sz="5400" b="1" dirty="0">
                <a:solidFill>
                  <a:schemeClr val="tx1"/>
                </a:solidFill>
              </a:rPr>
              <a:t> </a:t>
            </a:r>
            <a:r>
              <a:rPr lang="en-US" sz="5400" b="1" dirty="0" err="1">
                <a:solidFill>
                  <a:schemeClr val="tx1"/>
                </a:solidFill>
              </a:rPr>
              <a:t>digitálne</a:t>
            </a:r>
            <a:r>
              <a:rPr lang="en-US" sz="5400" b="1" dirty="0">
                <a:solidFill>
                  <a:schemeClr val="tx1"/>
                </a:solidFill>
              </a:rPr>
              <a:t> </a:t>
            </a:r>
            <a:r>
              <a:rPr lang="en-US" sz="5400" b="1" dirty="0" err="1">
                <a:solidFill>
                  <a:schemeClr val="tx1"/>
                </a:solidFill>
              </a:rPr>
              <a:t>objednávanie</a:t>
            </a:r>
            <a:r>
              <a:rPr lang="en-US" sz="5400" b="1" dirty="0">
                <a:solidFill>
                  <a:schemeClr val="tx1"/>
                </a:solidFill>
              </a:rPr>
              <a:t> </a:t>
            </a:r>
            <a:r>
              <a:rPr lang="en-US" sz="5400" b="1" dirty="0" err="1">
                <a:solidFill>
                  <a:schemeClr val="tx1"/>
                </a:solidFill>
              </a:rPr>
              <a:t>oplatí</a:t>
            </a:r>
            <a:r>
              <a:rPr lang="en-US" sz="5400" b="1" dirty="0">
                <a:solidFill>
                  <a:schemeClr val="tx1"/>
                </a:solidFill>
              </a:rPr>
              <a:t>?</a:t>
            </a:r>
            <a:endParaRPr lang="sk-SK" sz="5400" b="1" dirty="0">
              <a:solidFill>
                <a:schemeClr val="tx1"/>
              </a:solidFill>
            </a:endParaRPr>
          </a:p>
        </p:txBody>
      </p:sp>
    </p:spTree>
    <p:extLst>
      <p:ext uri="{BB962C8B-B14F-4D97-AF65-F5344CB8AC3E}">
        <p14:creationId xmlns:p14="http://schemas.microsoft.com/office/powerpoint/2010/main" val="2289140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7DD71F5-26A0-A881-0E87-858F1108AF99}"/>
              </a:ext>
            </a:extLst>
          </p:cNvPr>
          <p:cNvSpPr>
            <a:spLocks noGrp="1"/>
          </p:cNvSpPr>
          <p:nvPr>
            <p:ph type="title"/>
          </p:nvPr>
        </p:nvSpPr>
        <p:spPr>
          <a:xfrm>
            <a:off x="1097280" y="778555"/>
            <a:ext cx="10058400" cy="958805"/>
          </a:xfrm>
        </p:spPr>
        <p:txBody>
          <a:bodyPr>
            <a:normAutofit/>
          </a:bodyPr>
          <a:lstStyle/>
          <a:p>
            <a:r>
              <a:rPr lang="en-US" sz="6000" b="1" dirty="0">
                <a:solidFill>
                  <a:schemeClr val="tx1"/>
                </a:solidFill>
              </a:rPr>
              <a:t>Miera </a:t>
            </a:r>
            <a:r>
              <a:rPr lang="en-US" sz="6000" b="1" dirty="0" err="1">
                <a:solidFill>
                  <a:schemeClr val="tx1"/>
                </a:solidFill>
              </a:rPr>
              <a:t>vymeškania</a:t>
            </a:r>
            <a:r>
              <a:rPr lang="en-US" sz="6000" b="1" dirty="0">
                <a:solidFill>
                  <a:schemeClr val="tx1"/>
                </a:solidFill>
              </a:rPr>
              <a:t> </a:t>
            </a:r>
            <a:r>
              <a:rPr lang="en-US" sz="6000" b="1" dirty="0" err="1">
                <a:solidFill>
                  <a:schemeClr val="tx1"/>
                </a:solidFill>
              </a:rPr>
              <a:t>termínov</a:t>
            </a:r>
            <a:endParaRPr lang="sk-SK" sz="6000" b="1" dirty="0">
              <a:solidFill>
                <a:schemeClr val="tx1"/>
              </a:solidFill>
            </a:endParaRPr>
          </a:p>
        </p:txBody>
      </p:sp>
      <p:sp>
        <p:nvSpPr>
          <p:cNvPr id="7" name="Zástupný objekt pre obsah 6">
            <a:extLst>
              <a:ext uri="{FF2B5EF4-FFF2-40B4-BE49-F238E27FC236}">
                <a16:creationId xmlns:a16="http://schemas.microsoft.com/office/drawing/2014/main" id="{2A162A11-1F96-B2D6-147A-4A7F0B5AB194}"/>
              </a:ext>
            </a:extLst>
          </p:cNvPr>
          <p:cNvSpPr>
            <a:spLocks noGrp="1"/>
          </p:cNvSpPr>
          <p:nvPr>
            <p:ph idx="1"/>
          </p:nvPr>
        </p:nvSpPr>
        <p:spPr>
          <a:xfrm>
            <a:off x="1097280" y="2688173"/>
            <a:ext cx="7867048" cy="1968366"/>
          </a:xfrm>
        </p:spPr>
        <p:txBody>
          <a:bodyPr anchor="ctr">
            <a:normAutofit/>
          </a:bodyPr>
          <a:lstStyle/>
          <a:p>
            <a:pPr>
              <a:buFont typeface="Wingdings" panose="05000000000000000000" pitchFamily="2" charset="2"/>
              <a:buChar char="Ø"/>
            </a:pPr>
            <a:r>
              <a:rPr lang="sk-SK" sz="2800" dirty="0">
                <a:solidFill>
                  <a:schemeClr val="tx1"/>
                </a:solidFill>
              </a:rPr>
              <a:t>Telefón: 17,5 %</a:t>
            </a:r>
          </a:p>
          <a:p>
            <a:pPr>
              <a:buFont typeface="Wingdings" panose="05000000000000000000" pitchFamily="2" charset="2"/>
              <a:buChar char="Ø"/>
            </a:pPr>
            <a:r>
              <a:rPr lang="sk-SK" sz="2800" dirty="0">
                <a:solidFill>
                  <a:schemeClr val="tx1"/>
                </a:solidFill>
              </a:rPr>
              <a:t>Online: 10,1 %</a:t>
            </a:r>
          </a:p>
          <a:p>
            <a:pPr>
              <a:buFont typeface="Wingdings" panose="05000000000000000000" pitchFamily="2" charset="2"/>
              <a:buChar char="Ø"/>
            </a:pPr>
            <a:r>
              <a:rPr lang="sk-SK" sz="2800" dirty="0">
                <a:solidFill>
                  <a:schemeClr val="tx1"/>
                </a:solidFill>
              </a:rPr>
              <a:t>Pokles o 42 %</a:t>
            </a:r>
          </a:p>
        </p:txBody>
      </p:sp>
      <p:pic>
        <p:nvPicPr>
          <p:cNvPr id="17" name="Obrázok 16" descr="Obrázok, na ktorom je biely, dizajn&#10;&#10;Obsah vygenerovaný pomocou AI môže byť nesprávny.">
            <a:extLst>
              <a:ext uri="{FF2B5EF4-FFF2-40B4-BE49-F238E27FC236}">
                <a16:creationId xmlns:a16="http://schemas.microsoft.com/office/drawing/2014/main" id="{B3C05FC5-278F-8ED3-B650-56B3D4C141D2}"/>
              </a:ext>
            </a:extLst>
          </p:cNvPr>
          <p:cNvPicPr>
            <a:picLocks noChangeAspect="1"/>
          </p:cNvPicPr>
          <p:nvPr/>
        </p:nvPicPr>
        <p:blipFill>
          <a:blip r:embed="rId2"/>
          <a:stretch>
            <a:fillRect/>
          </a:stretch>
        </p:blipFill>
        <p:spPr>
          <a:xfrm>
            <a:off x="9597387" y="2158872"/>
            <a:ext cx="666843" cy="657317"/>
          </a:xfrm>
          <a:prstGeom prst="rect">
            <a:avLst/>
          </a:prstGeom>
        </p:spPr>
      </p:pic>
      <p:pic>
        <p:nvPicPr>
          <p:cNvPr id="4" name="Obrázok 3">
            <a:extLst>
              <a:ext uri="{FF2B5EF4-FFF2-40B4-BE49-F238E27FC236}">
                <a16:creationId xmlns:a16="http://schemas.microsoft.com/office/drawing/2014/main" id="{D58BB055-A7BA-939B-51D6-F6C20E258974}"/>
              </a:ext>
            </a:extLst>
          </p:cNvPr>
          <p:cNvPicPr>
            <a:picLocks noChangeAspect="1"/>
          </p:cNvPicPr>
          <p:nvPr/>
        </p:nvPicPr>
        <p:blipFill>
          <a:blip r:embed="rId3"/>
          <a:srcRect t="8564"/>
          <a:stretch>
            <a:fillRect/>
          </a:stretch>
        </p:blipFill>
        <p:spPr>
          <a:xfrm>
            <a:off x="6997680" y="2158872"/>
            <a:ext cx="4158000" cy="4105145"/>
          </a:xfrm>
          <a:prstGeom prst="rect">
            <a:avLst/>
          </a:prstGeom>
        </p:spPr>
      </p:pic>
    </p:spTree>
    <p:extLst>
      <p:ext uri="{BB962C8B-B14F-4D97-AF65-F5344CB8AC3E}">
        <p14:creationId xmlns:p14="http://schemas.microsoft.com/office/powerpoint/2010/main" val="3980689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6AF36-25F0-EE26-A348-92D20929F8E4}"/>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85FCC9EE-3F71-4961-EAA0-67D7E338BABF}"/>
              </a:ext>
            </a:extLst>
          </p:cNvPr>
          <p:cNvSpPr txBox="1">
            <a:spLocks/>
          </p:cNvSpPr>
          <p:nvPr/>
        </p:nvSpPr>
        <p:spPr>
          <a:xfrm>
            <a:off x="1097280" y="2746147"/>
            <a:ext cx="3779448" cy="2449629"/>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sk-SK" sz="2800" dirty="0">
                <a:solidFill>
                  <a:schemeClr val="tx1"/>
                </a:solidFill>
              </a:rPr>
              <a:t>Telefón: 480 s</a:t>
            </a:r>
          </a:p>
          <a:p>
            <a:pPr>
              <a:buFont typeface="Wingdings" panose="05000000000000000000" pitchFamily="2" charset="2"/>
              <a:buChar char="Ø"/>
            </a:pPr>
            <a:r>
              <a:rPr lang="sk-SK" sz="2800" dirty="0">
                <a:solidFill>
                  <a:schemeClr val="tx1"/>
                </a:solidFill>
              </a:rPr>
              <a:t>Online: 105 s</a:t>
            </a:r>
          </a:p>
          <a:p>
            <a:pPr>
              <a:buFont typeface="Wingdings" panose="05000000000000000000" pitchFamily="2" charset="2"/>
              <a:buChar char="Ø"/>
            </a:pPr>
            <a:r>
              <a:rPr lang="sk-SK" sz="2800" dirty="0">
                <a:solidFill>
                  <a:schemeClr val="tx1"/>
                </a:solidFill>
              </a:rPr>
              <a:t>Úspora 78 %</a:t>
            </a:r>
          </a:p>
          <a:p>
            <a:pPr>
              <a:buFont typeface="Wingdings" panose="05000000000000000000" pitchFamily="2" charset="2"/>
              <a:buChar char="Ø"/>
            </a:pPr>
            <a:endParaRPr lang="sk-SK" sz="2800" dirty="0">
              <a:solidFill>
                <a:schemeClr val="tx1"/>
              </a:solidFill>
            </a:endParaRPr>
          </a:p>
        </p:txBody>
      </p:sp>
      <p:sp>
        <p:nvSpPr>
          <p:cNvPr id="2" name="Nadpis 1">
            <a:extLst>
              <a:ext uri="{FF2B5EF4-FFF2-40B4-BE49-F238E27FC236}">
                <a16:creationId xmlns:a16="http://schemas.microsoft.com/office/drawing/2014/main" id="{229A5BE8-3D75-8168-C099-B5B0714D5620}"/>
              </a:ext>
            </a:extLst>
          </p:cNvPr>
          <p:cNvSpPr>
            <a:spLocks noGrp="1"/>
          </p:cNvSpPr>
          <p:nvPr>
            <p:ph type="title"/>
          </p:nvPr>
        </p:nvSpPr>
        <p:spPr/>
        <p:txBody>
          <a:bodyPr>
            <a:normAutofit/>
          </a:bodyPr>
          <a:lstStyle/>
          <a:p>
            <a:r>
              <a:rPr lang="sk-SK" sz="6000" b="1" dirty="0">
                <a:solidFill>
                  <a:schemeClr val="tx1"/>
                </a:solidFill>
              </a:rPr>
              <a:t>Čas rezervácie</a:t>
            </a:r>
            <a:endParaRPr lang="sk-SK" sz="6000" b="1" noProof="0" dirty="0">
              <a:solidFill>
                <a:schemeClr val="tx1"/>
              </a:solidFill>
            </a:endParaRPr>
          </a:p>
        </p:txBody>
      </p:sp>
      <p:pic>
        <p:nvPicPr>
          <p:cNvPr id="12" name="Obrázok 11" descr="Obrázok, na ktorom je biely, dizajn&#10;&#10;Obsah vygenerovaný pomocou AI môže byť nesprávny.">
            <a:extLst>
              <a:ext uri="{FF2B5EF4-FFF2-40B4-BE49-F238E27FC236}">
                <a16:creationId xmlns:a16="http://schemas.microsoft.com/office/drawing/2014/main" id="{0A18CAC3-475F-C181-AA3D-F9188809BC46}"/>
              </a:ext>
            </a:extLst>
          </p:cNvPr>
          <p:cNvPicPr>
            <a:picLocks noChangeAspect="1"/>
          </p:cNvPicPr>
          <p:nvPr/>
        </p:nvPicPr>
        <p:blipFill>
          <a:blip r:embed="rId2"/>
          <a:stretch>
            <a:fillRect/>
          </a:stretch>
        </p:blipFill>
        <p:spPr>
          <a:xfrm>
            <a:off x="10488837" y="2236855"/>
            <a:ext cx="666843" cy="657317"/>
          </a:xfrm>
          <a:prstGeom prst="rect">
            <a:avLst/>
          </a:prstGeom>
        </p:spPr>
      </p:pic>
      <p:pic>
        <p:nvPicPr>
          <p:cNvPr id="5" name="Obrázok 4">
            <a:extLst>
              <a:ext uri="{FF2B5EF4-FFF2-40B4-BE49-F238E27FC236}">
                <a16:creationId xmlns:a16="http://schemas.microsoft.com/office/drawing/2014/main" id="{12EABD1A-65A3-7233-85F6-34E42E97692F}"/>
              </a:ext>
            </a:extLst>
          </p:cNvPr>
          <p:cNvPicPr>
            <a:picLocks noChangeAspect="1"/>
          </p:cNvPicPr>
          <p:nvPr/>
        </p:nvPicPr>
        <p:blipFill>
          <a:blip r:embed="rId3"/>
          <a:srcRect t="7638"/>
          <a:stretch>
            <a:fillRect/>
          </a:stretch>
        </p:blipFill>
        <p:spPr>
          <a:xfrm>
            <a:off x="7097764" y="2074526"/>
            <a:ext cx="3798000" cy="3996070"/>
          </a:xfrm>
          <a:prstGeom prst="rect">
            <a:avLst/>
          </a:prstGeom>
        </p:spPr>
      </p:pic>
    </p:spTree>
    <p:extLst>
      <p:ext uri="{BB962C8B-B14F-4D97-AF65-F5344CB8AC3E}">
        <p14:creationId xmlns:p14="http://schemas.microsoft.com/office/powerpoint/2010/main" val="1346626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9CCC0-28A5-AC4A-B89B-04D64FE417B5}"/>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7A616CE2-F697-C05E-A914-BBD5431B8B4A}"/>
              </a:ext>
            </a:extLst>
          </p:cNvPr>
          <p:cNvSpPr txBox="1">
            <a:spLocks/>
          </p:cNvSpPr>
          <p:nvPr/>
        </p:nvSpPr>
        <p:spPr>
          <a:xfrm>
            <a:off x="1097280" y="2245568"/>
            <a:ext cx="11351320" cy="2898808"/>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sk-SK" sz="2800" dirty="0">
                <a:solidFill>
                  <a:schemeClr val="tx1"/>
                </a:solidFill>
              </a:rPr>
              <a:t>Telefón: 8–9 h denne</a:t>
            </a:r>
          </a:p>
          <a:p>
            <a:pPr>
              <a:buFont typeface="Wingdings" panose="05000000000000000000" pitchFamily="2" charset="2"/>
              <a:buChar char="Ø"/>
            </a:pPr>
            <a:r>
              <a:rPr lang="sk-SK" sz="2800" dirty="0">
                <a:solidFill>
                  <a:schemeClr val="tx1"/>
                </a:solidFill>
              </a:rPr>
              <a:t>Online: 24/7</a:t>
            </a:r>
          </a:p>
          <a:p>
            <a:pPr>
              <a:buFont typeface="Wingdings" panose="05000000000000000000" pitchFamily="2" charset="2"/>
              <a:buChar char="Ø"/>
            </a:pPr>
            <a:r>
              <a:rPr lang="sk-SK" sz="2800" dirty="0">
                <a:solidFill>
                  <a:schemeClr val="tx1"/>
                </a:solidFill>
              </a:rPr>
              <a:t>300 % vyššia dostupnosť</a:t>
            </a:r>
          </a:p>
        </p:txBody>
      </p:sp>
      <p:sp>
        <p:nvSpPr>
          <p:cNvPr id="2" name="Nadpis 1">
            <a:extLst>
              <a:ext uri="{FF2B5EF4-FFF2-40B4-BE49-F238E27FC236}">
                <a16:creationId xmlns:a16="http://schemas.microsoft.com/office/drawing/2014/main" id="{EBCD4AE6-4EF5-7150-FDE2-0EAC5C05C776}"/>
              </a:ext>
            </a:extLst>
          </p:cNvPr>
          <p:cNvSpPr>
            <a:spLocks noGrp="1"/>
          </p:cNvSpPr>
          <p:nvPr>
            <p:ph type="title"/>
          </p:nvPr>
        </p:nvSpPr>
        <p:spPr/>
        <p:txBody>
          <a:bodyPr>
            <a:normAutofit/>
          </a:bodyPr>
          <a:lstStyle/>
          <a:p>
            <a:r>
              <a:rPr lang="sk-SK" sz="6000" b="1" dirty="0">
                <a:solidFill>
                  <a:schemeClr val="tx1"/>
                </a:solidFill>
              </a:rPr>
              <a:t>Dostupnosť</a:t>
            </a:r>
            <a:endParaRPr lang="sk-SK" sz="6000" b="1" noProof="0" dirty="0">
              <a:solidFill>
                <a:schemeClr val="tx1"/>
              </a:solidFill>
            </a:endParaRPr>
          </a:p>
        </p:txBody>
      </p:sp>
      <p:pic>
        <p:nvPicPr>
          <p:cNvPr id="12" name="Obrázok 11" descr="Obrázok, na ktorom je biely, dizajn&#10;&#10;Obsah vygenerovaný pomocou AI môže byť nesprávny.">
            <a:extLst>
              <a:ext uri="{FF2B5EF4-FFF2-40B4-BE49-F238E27FC236}">
                <a16:creationId xmlns:a16="http://schemas.microsoft.com/office/drawing/2014/main" id="{9782A3BD-45EC-934A-78F6-DE198DE3E80F}"/>
              </a:ext>
            </a:extLst>
          </p:cNvPr>
          <p:cNvPicPr>
            <a:picLocks noChangeAspect="1"/>
          </p:cNvPicPr>
          <p:nvPr/>
        </p:nvPicPr>
        <p:blipFill>
          <a:blip r:embed="rId2"/>
          <a:stretch>
            <a:fillRect/>
          </a:stretch>
        </p:blipFill>
        <p:spPr>
          <a:xfrm>
            <a:off x="10488837" y="2236855"/>
            <a:ext cx="666843" cy="657317"/>
          </a:xfrm>
          <a:prstGeom prst="rect">
            <a:avLst/>
          </a:prstGeom>
        </p:spPr>
      </p:pic>
      <p:pic>
        <p:nvPicPr>
          <p:cNvPr id="5" name="Obrázok 4">
            <a:extLst>
              <a:ext uri="{FF2B5EF4-FFF2-40B4-BE49-F238E27FC236}">
                <a16:creationId xmlns:a16="http://schemas.microsoft.com/office/drawing/2014/main" id="{08DDEEA3-A8FE-3982-E99F-FE9B28396E57}"/>
              </a:ext>
            </a:extLst>
          </p:cNvPr>
          <p:cNvPicPr>
            <a:picLocks noChangeAspect="1"/>
          </p:cNvPicPr>
          <p:nvPr/>
        </p:nvPicPr>
        <p:blipFill>
          <a:blip r:embed="rId3"/>
          <a:srcRect t="7655"/>
          <a:stretch>
            <a:fillRect/>
          </a:stretch>
        </p:blipFill>
        <p:spPr>
          <a:xfrm>
            <a:off x="6931690" y="2001187"/>
            <a:ext cx="3798000" cy="4115189"/>
          </a:xfrm>
          <a:prstGeom prst="rect">
            <a:avLst/>
          </a:prstGeom>
        </p:spPr>
      </p:pic>
      <p:pic>
        <p:nvPicPr>
          <p:cNvPr id="7" name="Obrázok 6">
            <a:extLst>
              <a:ext uri="{FF2B5EF4-FFF2-40B4-BE49-F238E27FC236}">
                <a16:creationId xmlns:a16="http://schemas.microsoft.com/office/drawing/2014/main" id="{F9FB2103-CD5A-4841-59A1-13E7EC9BCD1F}"/>
              </a:ext>
            </a:extLst>
          </p:cNvPr>
          <p:cNvPicPr>
            <a:picLocks noChangeAspect="1"/>
          </p:cNvPicPr>
          <p:nvPr/>
        </p:nvPicPr>
        <p:blipFill>
          <a:blip r:embed="rId4"/>
          <a:stretch>
            <a:fillRect/>
          </a:stretch>
        </p:blipFill>
        <p:spPr>
          <a:xfrm>
            <a:off x="8005097" y="1822272"/>
            <a:ext cx="666843" cy="234309"/>
          </a:xfrm>
          <a:prstGeom prst="rect">
            <a:avLst/>
          </a:prstGeom>
        </p:spPr>
      </p:pic>
    </p:spTree>
    <p:extLst>
      <p:ext uri="{BB962C8B-B14F-4D97-AF65-F5344CB8AC3E}">
        <p14:creationId xmlns:p14="http://schemas.microsoft.com/office/powerpoint/2010/main" val="14759347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9DD89-4C5D-5F08-5A7F-BB69FC1CCA6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8DF8D630-0360-D0D9-6D2B-AF6B4E174B4C}"/>
              </a:ext>
            </a:extLst>
          </p:cNvPr>
          <p:cNvSpPr>
            <a:spLocks noGrp="1"/>
          </p:cNvSpPr>
          <p:nvPr>
            <p:ph type="title"/>
          </p:nvPr>
        </p:nvSpPr>
        <p:spPr/>
        <p:txBody>
          <a:bodyPr>
            <a:normAutofit/>
          </a:bodyPr>
          <a:lstStyle/>
          <a:p>
            <a:r>
              <a:rPr lang="sk-SK" sz="6000" b="1" dirty="0">
                <a:solidFill>
                  <a:schemeClr val="tx1"/>
                </a:solidFill>
              </a:rPr>
              <a:t>Predstih objednania</a:t>
            </a:r>
            <a:endParaRPr lang="sk-SK" sz="6000" b="1" noProof="0" dirty="0">
              <a:solidFill>
                <a:schemeClr val="tx1"/>
              </a:solidFill>
            </a:endParaRPr>
          </a:p>
        </p:txBody>
      </p:sp>
      <p:sp>
        <p:nvSpPr>
          <p:cNvPr id="6" name="Zástupný objekt pre obsah 6">
            <a:extLst>
              <a:ext uri="{FF2B5EF4-FFF2-40B4-BE49-F238E27FC236}">
                <a16:creationId xmlns:a16="http://schemas.microsoft.com/office/drawing/2014/main" id="{9390DFCC-8767-7B70-BC0D-A5A16A6C9B64}"/>
              </a:ext>
            </a:extLst>
          </p:cNvPr>
          <p:cNvSpPr txBox="1">
            <a:spLocks/>
          </p:cNvSpPr>
          <p:nvPr/>
        </p:nvSpPr>
        <p:spPr>
          <a:xfrm>
            <a:off x="1097280" y="2566841"/>
            <a:ext cx="10998394" cy="2241082"/>
          </a:xfrm>
          <a:prstGeom prst="rect">
            <a:avLst/>
          </a:prstGeom>
        </p:spPr>
        <p:txBody>
          <a:bodyPr vert="horz" lIns="0" tIns="45720" rIns="0" bIns="45720" rtlCol="0" anchor="ctr">
            <a:normAutofit/>
          </a:bodyPr>
          <a:lstStyle>
            <a:defPPr>
              <a:defRPr lang="en-US"/>
            </a:defPPr>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dirty="0"/>
              <a:t>Telefón: 14,2 dňa</a:t>
            </a:r>
          </a:p>
          <a:p>
            <a:r>
              <a:rPr lang="sk-SK" dirty="0"/>
              <a:t>Online: 8,4 dňa</a:t>
            </a:r>
          </a:p>
          <a:p>
            <a:r>
              <a:rPr lang="sk-SK" dirty="0"/>
              <a:t>Skrátenie o 59 %</a:t>
            </a:r>
          </a:p>
        </p:txBody>
      </p:sp>
      <p:pic>
        <p:nvPicPr>
          <p:cNvPr id="4" name="Obrázok 3">
            <a:extLst>
              <a:ext uri="{FF2B5EF4-FFF2-40B4-BE49-F238E27FC236}">
                <a16:creationId xmlns:a16="http://schemas.microsoft.com/office/drawing/2014/main" id="{CAC6624B-C864-462D-B560-2B485FC78361}"/>
              </a:ext>
            </a:extLst>
          </p:cNvPr>
          <p:cNvPicPr>
            <a:picLocks noChangeAspect="1"/>
          </p:cNvPicPr>
          <p:nvPr/>
        </p:nvPicPr>
        <p:blipFill>
          <a:blip r:embed="rId2"/>
          <a:srcRect l="1155" t="8533" b="2424"/>
          <a:stretch>
            <a:fillRect/>
          </a:stretch>
        </p:blipFill>
        <p:spPr>
          <a:xfrm>
            <a:off x="7067841" y="2121965"/>
            <a:ext cx="3797203" cy="4013589"/>
          </a:xfrm>
          <a:prstGeom prst="rect">
            <a:avLst/>
          </a:prstGeom>
        </p:spPr>
      </p:pic>
    </p:spTree>
    <p:extLst>
      <p:ext uri="{BB962C8B-B14F-4D97-AF65-F5344CB8AC3E}">
        <p14:creationId xmlns:p14="http://schemas.microsoft.com/office/powerpoint/2010/main" val="18602325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1097280" y="758952"/>
            <a:ext cx="9589334" cy="3566160"/>
          </a:xfrm>
        </p:spPr>
        <p:txBody>
          <a:bodyPr/>
          <a:lstStyle/>
          <a:p>
            <a:r>
              <a:rPr lang="sk-SK" b="1" i="1" dirty="0" err="1">
                <a:solidFill>
                  <a:schemeClr val="tx1"/>
                </a:solidFill>
              </a:rPr>
              <a:t>eTermín</a:t>
            </a:r>
            <a:r>
              <a:rPr lang="sk-SK" b="1" i="1" dirty="0">
                <a:solidFill>
                  <a:schemeClr val="tx1"/>
                </a:solidFill>
              </a:rPr>
              <a:t>:</a:t>
            </a:r>
            <a:br>
              <a:rPr lang="sk-SK" b="1" dirty="0">
                <a:solidFill>
                  <a:schemeClr val="tx1"/>
                </a:solidFill>
              </a:rPr>
            </a:br>
            <a:r>
              <a:rPr lang="sk-SK" b="1" dirty="0">
                <a:solidFill>
                  <a:schemeClr val="tx1"/>
                </a:solidFill>
              </a:rPr>
              <a:t>Etické aspekty projektu</a:t>
            </a:r>
          </a:p>
        </p:txBody>
      </p:sp>
      <p:sp>
        <p:nvSpPr>
          <p:cNvPr id="3" name="Podnadpis 2">
            <a:extLst>
              <a:ext uri="{FF2B5EF4-FFF2-40B4-BE49-F238E27FC236}">
                <a16:creationId xmlns:a16="http://schemas.microsoft.com/office/drawing/2014/main" id="{D138073C-523D-5175-986A-BCCF93A20221}"/>
              </a:ext>
            </a:extLst>
          </p:cNvPr>
          <p:cNvSpPr>
            <a:spLocks noGrp="1"/>
          </p:cNvSpPr>
          <p:nvPr>
            <p:ph type="subTitle" idx="1"/>
          </p:nvPr>
        </p:nvSpPr>
        <p:spPr>
          <a:xfrm>
            <a:off x="1097280" y="5096036"/>
            <a:ext cx="7083691" cy="1186102"/>
          </a:xfrm>
        </p:spPr>
        <p:txBody>
          <a:bodyPr>
            <a:noAutofit/>
          </a:bodyPr>
          <a:lstStyle/>
          <a:p>
            <a:r>
              <a:rPr lang="sk-SK" b="1" dirty="0">
                <a:solidFill>
                  <a:schemeClr val="tx1"/>
                </a:solidFill>
                <a:latin typeface="+mn-lt"/>
              </a:rPr>
              <a:t>Terminátori:</a:t>
            </a:r>
          </a:p>
          <a:p>
            <a:r>
              <a:rPr lang="sk-SK" dirty="0">
                <a:solidFill>
                  <a:schemeClr val="tx1"/>
                </a:solidFill>
                <a:latin typeface="+mn-lt"/>
              </a:rPr>
              <a:t>Damián </a:t>
            </a:r>
            <a:r>
              <a:rPr lang="sk-SK" dirty="0" err="1">
                <a:solidFill>
                  <a:schemeClr val="tx1"/>
                </a:solidFill>
                <a:latin typeface="+mn-lt"/>
              </a:rPr>
              <a:t>Kaszycki</a:t>
            </a:r>
            <a:r>
              <a:rPr lang="sk-SK" dirty="0">
                <a:solidFill>
                  <a:schemeClr val="tx1"/>
                </a:solidFill>
                <a:latin typeface="+mn-lt"/>
              </a:rPr>
              <a:t>, Richard </a:t>
            </a:r>
            <a:r>
              <a:rPr lang="sk-SK" dirty="0" err="1">
                <a:solidFill>
                  <a:schemeClr val="tx1"/>
                </a:solidFill>
                <a:latin typeface="+mn-lt"/>
              </a:rPr>
              <a:t>Rúš</a:t>
            </a:r>
            <a:r>
              <a:rPr lang="sk-SK" dirty="0">
                <a:solidFill>
                  <a:schemeClr val="tx1"/>
                </a:solidFill>
                <a:latin typeface="+mn-lt"/>
              </a:rPr>
              <a:t>, Ľudmila </a:t>
            </a:r>
            <a:r>
              <a:rPr lang="sk-SK" dirty="0" err="1">
                <a:solidFill>
                  <a:schemeClr val="tx1"/>
                </a:solidFill>
                <a:latin typeface="+mn-lt"/>
              </a:rPr>
              <a:t>Koperdáková</a:t>
            </a:r>
            <a:r>
              <a:rPr lang="sk-SK" dirty="0">
                <a:solidFill>
                  <a:schemeClr val="tx1"/>
                </a:solidFill>
                <a:latin typeface="+mn-lt"/>
              </a:rPr>
              <a:t>, Samuel Budinský </a:t>
            </a:r>
          </a:p>
          <a:p>
            <a:endParaRPr lang="sk-SK" dirty="0"/>
          </a:p>
        </p:txBody>
      </p:sp>
      <p:pic>
        <p:nvPicPr>
          <p:cNvPr id="7" name="Obrázok 6">
            <a:extLst>
              <a:ext uri="{FF2B5EF4-FFF2-40B4-BE49-F238E27FC236}">
                <a16:creationId xmlns:a16="http://schemas.microsoft.com/office/drawing/2014/main" id="{EE8E740B-733D-5831-6AE2-D974081B353E}"/>
              </a:ext>
            </a:extLst>
          </p:cNvPr>
          <p:cNvPicPr>
            <a:picLocks noChangeAspect="1"/>
          </p:cNvPicPr>
          <p:nvPr/>
        </p:nvPicPr>
        <p:blipFill>
          <a:blip r:embed="rId2"/>
          <a:stretch>
            <a:fillRect/>
          </a:stretch>
        </p:blipFill>
        <p:spPr>
          <a:xfrm>
            <a:off x="9206821" y="552069"/>
            <a:ext cx="2985179" cy="2822821"/>
          </a:xfrm>
          <a:prstGeom prst="rect">
            <a:avLst/>
          </a:prstGeom>
        </p:spPr>
      </p:pic>
    </p:spTree>
    <p:extLst>
      <p:ext uri="{BB962C8B-B14F-4D97-AF65-F5344CB8AC3E}">
        <p14:creationId xmlns:p14="http://schemas.microsoft.com/office/powerpoint/2010/main" val="36719950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EBE5-F5D1-2178-3C58-3066B7A7FF32}"/>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606016D7-95B7-CEF8-0A5A-B047FED36A42}"/>
              </a:ext>
            </a:extLst>
          </p:cNvPr>
          <p:cNvSpPr txBox="1">
            <a:spLocks/>
          </p:cNvSpPr>
          <p:nvPr/>
        </p:nvSpPr>
        <p:spPr>
          <a:xfrm>
            <a:off x="919285" y="1889136"/>
            <a:ext cx="10450121" cy="479402"/>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en-US" dirty="0" err="1"/>
              <a:t>Nesmieme</a:t>
            </a:r>
            <a:r>
              <a:rPr lang="en-US" dirty="0"/>
              <a:t> </a:t>
            </a:r>
            <a:r>
              <a:rPr lang="en-US" dirty="0" err="1"/>
              <a:t>zvyšovať</a:t>
            </a:r>
            <a:r>
              <a:rPr lang="en-US" dirty="0"/>
              <a:t> </a:t>
            </a:r>
            <a:r>
              <a:rPr lang="en-US" dirty="0" err="1"/>
              <a:t>byrokratickú</a:t>
            </a:r>
            <a:r>
              <a:rPr lang="en-US" dirty="0"/>
              <a:t> </a:t>
            </a:r>
            <a:r>
              <a:rPr lang="en-US" dirty="0" err="1"/>
              <a:t>záťaž</a:t>
            </a:r>
            <a:r>
              <a:rPr lang="en-US" dirty="0"/>
              <a:t> </a:t>
            </a:r>
            <a:r>
              <a:rPr lang="en-US" dirty="0" err="1"/>
              <a:t>lekárov</a:t>
            </a:r>
            <a:r>
              <a:rPr lang="en-US" dirty="0"/>
              <a:t> </a:t>
            </a:r>
            <a:r>
              <a:rPr lang="en-US" dirty="0" err="1"/>
              <a:t>izolovaným</a:t>
            </a:r>
            <a:r>
              <a:rPr lang="en-US" dirty="0"/>
              <a:t> </a:t>
            </a:r>
            <a:r>
              <a:rPr lang="en-US" dirty="0" err="1"/>
              <a:t>systémom</a:t>
            </a:r>
            <a:r>
              <a:rPr lang="en-US" dirty="0"/>
              <a:t>.</a:t>
            </a:r>
            <a:endParaRPr lang="sk-SK" dirty="0"/>
          </a:p>
        </p:txBody>
      </p:sp>
      <p:sp>
        <p:nvSpPr>
          <p:cNvPr id="5" name="Nadpis 1">
            <a:extLst>
              <a:ext uri="{FF2B5EF4-FFF2-40B4-BE49-F238E27FC236}">
                <a16:creationId xmlns:a16="http://schemas.microsoft.com/office/drawing/2014/main" id="{3C4E46B0-8C72-3D72-8B74-6AE46CBF7122}"/>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dirty="0">
                <a:solidFill>
                  <a:schemeClr val="tx1"/>
                </a:solidFill>
              </a:rPr>
              <a:t>Etika </a:t>
            </a:r>
            <a:r>
              <a:rPr lang="en-US" sz="5000" b="1" dirty="0" err="1">
                <a:solidFill>
                  <a:schemeClr val="tx1"/>
                </a:solidFill>
              </a:rPr>
              <a:t>voči</a:t>
            </a:r>
            <a:r>
              <a:rPr lang="en-US" sz="5000" b="1" dirty="0">
                <a:solidFill>
                  <a:schemeClr val="tx1"/>
                </a:solidFill>
              </a:rPr>
              <a:t> </a:t>
            </a:r>
            <a:r>
              <a:rPr lang="en-US" sz="5000" b="1" dirty="0" err="1">
                <a:solidFill>
                  <a:schemeClr val="tx1"/>
                </a:solidFill>
              </a:rPr>
              <a:t>zdravotníkom</a:t>
            </a:r>
            <a:endParaRPr lang="sk-SK" sz="5000" b="1" dirty="0">
              <a:solidFill>
                <a:schemeClr val="tx1"/>
              </a:solidFill>
            </a:endParaRPr>
          </a:p>
        </p:txBody>
      </p:sp>
      <p:pic>
        <p:nvPicPr>
          <p:cNvPr id="2050" name="Picture 2" descr="In this photo, we see a medical professional, perhaps a doctor, surrounded by towering stacks of paperwork, each one potentially representing a patient's case or medical records. The doctor's expression is one of stress and fatigue, suggesting the immense pressure healthcare workers often face. The blue lighting casts a cool hue over the scene, emphasizing the clinical setting and the stark contrast between the paperwork and the technology present, hinted by the computer monitor in the background. This image vividly captures the challenges of modern medicine and the administrative load that can accompany it.">
            <a:extLst>
              <a:ext uri="{FF2B5EF4-FFF2-40B4-BE49-F238E27FC236}">
                <a16:creationId xmlns:a16="http://schemas.microsoft.com/office/drawing/2014/main" id="{753C6693-6349-E440-B3B1-89FDD3FBBE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205" b="12775"/>
          <a:stretch/>
        </p:blipFill>
        <p:spPr bwMode="auto">
          <a:xfrm>
            <a:off x="3581400" y="2322238"/>
            <a:ext cx="5029200" cy="3873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72281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44D67-1470-CE02-5D05-F4042452E943}"/>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A2608AEE-7EB7-203E-0736-7B6FAAA3A534}"/>
              </a:ext>
            </a:extLst>
          </p:cNvPr>
          <p:cNvSpPr txBox="1">
            <a:spLocks/>
          </p:cNvSpPr>
          <p:nvPr/>
        </p:nvSpPr>
        <p:spPr>
          <a:xfrm>
            <a:off x="919286" y="1842835"/>
            <a:ext cx="9962074" cy="958805"/>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en-US" dirty="0" err="1"/>
              <a:t>Ochrana</a:t>
            </a:r>
            <a:r>
              <a:rPr lang="en-US" dirty="0"/>
              <a:t> </a:t>
            </a:r>
            <a:r>
              <a:rPr lang="en-US" dirty="0" err="1"/>
              <a:t>termínov</a:t>
            </a:r>
            <a:r>
              <a:rPr lang="en-US" dirty="0"/>
              <a:t> pred </a:t>
            </a:r>
            <a:r>
              <a:rPr lang="en-US" dirty="0" err="1"/>
              <a:t>zneužitím</a:t>
            </a:r>
            <a:r>
              <a:rPr lang="en-US" dirty="0"/>
              <a:t> ("no-shows"), aby </a:t>
            </a:r>
            <a:r>
              <a:rPr lang="en-US" dirty="0" err="1"/>
              <a:t>špekulanti</a:t>
            </a:r>
            <a:r>
              <a:rPr lang="en-US" dirty="0"/>
              <a:t> </a:t>
            </a:r>
            <a:r>
              <a:rPr lang="en-US" dirty="0" err="1"/>
              <a:t>neblokovali</a:t>
            </a:r>
            <a:r>
              <a:rPr lang="en-US" dirty="0"/>
              <a:t> </a:t>
            </a:r>
            <a:r>
              <a:rPr lang="en-US" dirty="0" err="1"/>
              <a:t>chorých</a:t>
            </a:r>
            <a:r>
              <a:rPr lang="en-US" dirty="0"/>
              <a:t>.</a:t>
            </a:r>
            <a:endParaRPr lang="sk-SK" dirty="0"/>
          </a:p>
        </p:txBody>
      </p:sp>
      <p:sp>
        <p:nvSpPr>
          <p:cNvPr id="5" name="Nadpis 1">
            <a:extLst>
              <a:ext uri="{FF2B5EF4-FFF2-40B4-BE49-F238E27FC236}">
                <a16:creationId xmlns:a16="http://schemas.microsoft.com/office/drawing/2014/main" id="{86547C87-52A3-8A0F-DBDF-A97AEA72783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dirty="0" err="1">
                <a:solidFill>
                  <a:schemeClr val="tx1"/>
                </a:solidFill>
              </a:rPr>
              <a:t>Spravodlivá</a:t>
            </a:r>
            <a:r>
              <a:rPr lang="en-US" sz="5000" b="1" dirty="0">
                <a:solidFill>
                  <a:schemeClr val="tx1"/>
                </a:solidFill>
              </a:rPr>
              <a:t> </a:t>
            </a:r>
            <a:r>
              <a:rPr lang="en-US" sz="5000" b="1" dirty="0" err="1">
                <a:solidFill>
                  <a:schemeClr val="tx1"/>
                </a:solidFill>
              </a:rPr>
              <a:t>alokácia</a:t>
            </a:r>
            <a:r>
              <a:rPr lang="en-US" sz="5000" b="1" dirty="0">
                <a:solidFill>
                  <a:schemeClr val="tx1"/>
                </a:solidFill>
              </a:rPr>
              <a:t> </a:t>
            </a:r>
            <a:r>
              <a:rPr lang="en-US" sz="5000" b="1" dirty="0" err="1">
                <a:solidFill>
                  <a:schemeClr val="tx1"/>
                </a:solidFill>
              </a:rPr>
              <a:t>starostlivosti</a:t>
            </a:r>
            <a:endParaRPr lang="sk-SK" sz="5000" b="1" dirty="0">
              <a:solidFill>
                <a:schemeClr val="tx1"/>
              </a:solidFill>
            </a:endParaRPr>
          </a:p>
        </p:txBody>
      </p:sp>
      <p:pic>
        <p:nvPicPr>
          <p:cNvPr id="3074" name="Picture 2" descr="Modern Hospital Waiting Area with Empty Seats and Bright Interior Design  for Medical Facility 70576725 Stock Photo at Vecteezy">
            <a:extLst>
              <a:ext uri="{FF2B5EF4-FFF2-40B4-BE49-F238E27FC236}">
                <a16:creationId xmlns:a16="http://schemas.microsoft.com/office/drawing/2014/main" id="{E702D24E-FD0F-4791-3E4D-91101AB60F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39" y="2897650"/>
            <a:ext cx="5784321" cy="3240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6922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744F9-961B-5FDA-35A7-A22B5B81E215}"/>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660CA51E-D103-7EBA-80E4-822327A97F88}"/>
              </a:ext>
            </a:extLst>
          </p:cNvPr>
          <p:cNvSpPr txBox="1">
            <a:spLocks/>
          </p:cNvSpPr>
          <p:nvPr/>
        </p:nvSpPr>
        <p:spPr>
          <a:xfrm>
            <a:off x="919286" y="1842835"/>
            <a:ext cx="9962074" cy="958805"/>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en-US" dirty="0" err="1"/>
              <a:t>Hodnotenia</a:t>
            </a:r>
            <a:r>
              <a:rPr lang="en-US" dirty="0"/>
              <a:t> </a:t>
            </a:r>
            <a:r>
              <a:rPr lang="en-US" dirty="0" err="1"/>
              <a:t>nesmú</a:t>
            </a:r>
            <a:r>
              <a:rPr lang="en-US" dirty="0"/>
              <a:t> </a:t>
            </a:r>
            <a:r>
              <a:rPr lang="en-US" dirty="0" err="1"/>
              <a:t>trestať</a:t>
            </a:r>
            <a:r>
              <a:rPr lang="en-US" dirty="0"/>
              <a:t> </a:t>
            </a:r>
            <a:r>
              <a:rPr lang="en-US" dirty="0" err="1"/>
              <a:t>lekárov</a:t>
            </a:r>
            <a:r>
              <a:rPr lang="en-US" dirty="0"/>
              <a:t> za </a:t>
            </a:r>
            <a:r>
              <a:rPr lang="en-US" dirty="0" err="1"/>
              <a:t>vedecky</a:t>
            </a:r>
            <a:r>
              <a:rPr lang="en-US" dirty="0"/>
              <a:t> </a:t>
            </a:r>
            <a:r>
              <a:rPr lang="en-US" dirty="0" err="1"/>
              <a:t>správne</a:t>
            </a:r>
            <a:r>
              <a:rPr lang="en-US" dirty="0"/>
              <a:t>, no </a:t>
            </a:r>
            <a:r>
              <a:rPr lang="en-US" dirty="0" err="1"/>
              <a:t>nepopulárne</a:t>
            </a:r>
            <a:r>
              <a:rPr lang="en-US" dirty="0"/>
              <a:t> </a:t>
            </a:r>
            <a:r>
              <a:rPr lang="en-US" dirty="0" err="1"/>
              <a:t>rozhodnutia</a:t>
            </a:r>
            <a:r>
              <a:rPr lang="en-US" dirty="0"/>
              <a:t>.</a:t>
            </a:r>
            <a:endParaRPr lang="sk-SK" dirty="0"/>
          </a:p>
        </p:txBody>
      </p:sp>
      <p:sp>
        <p:nvSpPr>
          <p:cNvPr id="5" name="Nadpis 1">
            <a:extLst>
              <a:ext uri="{FF2B5EF4-FFF2-40B4-BE49-F238E27FC236}">
                <a16:creationId xmlns:a16="http://schemas.microsoft.com/office/drawing/2014/main" id="{D1356CDC-342B-B126-066B-02A264817E79}"/>
              </a:ext>
            </a:extLst>
          </p:cNvPr>
          <p:cNvSpPr txBox="1">
            <a:spLocks/>
          </p:cNvSpPr>
          <p:nvPr/>
        </p:nvSpPr>
        <p:spPr>
          <a:xfrm>
            <a:off x="1066800" y="788020"/>
            <a:ext cx="10058400" cy="958805"/>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dirty="0" err="1">
                <a:solidFill>
                  <a:schemeClr val="tx1"/>
                </a:solidFill>
              </a:rPr>
              <a:t>Objektivita</a:t>
            </a:r>
            <a:r>
              <a:rPr lang="en-US" sz="5000" b="1" dirty="0">
                <a:solidFill>
                  <a:schemeClr val="tx1"/>
                </a:solidFill>
              </a:rPr>
              <a:t> vs. </a:t>
            </a:r>
            <a:r>
              <a:rPr lang="en-US" sz="5000" b="1" dirty="0" err="1">
                <a:solidFill>
                  <a:schemeClr val="tx1"/>
                </a:solidFill>
              </a:rPr>
              <a:t>Medicínsky</a:t>
            </a:r>
            <a:r>
              <a:rPr lang="en-US" sz="5000" b="1" dirty="0">
                <a:solidFill>
                  <a:schemeClr val="tx1"/>
                </a:solidFill>
              </a:rPr>
              <a:t> </a:t>
            </a:r>
            <a:r>
              <a:rPr lang="en-US" sz="5000" b="1" dirty="0" err="1">
                <a:solidFill>
                  <a:schemeClr val="tx1"/>
                </a:solidFill>
              </a:rPr>
              <a:t>populizmus</a:t>
            </a:r>
            <a:endParaRPr lang="sk-SK" sz="5000" b="1" dirty="0">
              <a:solidFill>
                <a:schemeClr val="tx1"/>
              </a:solidFill>
            </a:endParaRPr>
          </a:p>
        </p:txBody>
      </p:sp>
      <p:pic>
        <p:nvPicPr>
          <p:cNvPr id="4102" name="Picture 6" descr="Diagnostic Imaging - Santiam Hospital">
            <a:extLst>
              <a:ext uri="{FF2B5EF4-FFF2-40B4-BE49-F238E27FC236}">
                <a16:creationId xmlns:a16="http://schemas.microsoft.com/office/drawing/2014/main" id="{55BA7BF5-76DD-C578-D8F8-EE2D7798AC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4232" y="2897650"/>
            <a:ext cx="5823535" cy="3275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183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8A381-5ABB-A866-AAE3-C2000ADCA9C7}"/>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9CF6C093-0DC1-15BC-A8B0-F552A6B0A37E}"/>
              </a:ext>
            </a:extLst>
          </p:cNvPr>
          <p:cNvSpPr txBox="1">
            <a:spLocks/>
          </p:cNvSpPr>
          <p:nvPr/>
        </p:nvSpPr>
        <p:spPr>
          <a:xfrm>
            <a:off x="919286" y="1842835"/>
            <a:ext cx="9962074" cy="958805"/>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en-US" dirty="0" err="1"/>
              <a:t>Ochrana</a:t>
            </a:r>
            <a:r>
              <a:rPr lang="en-US" dirty="0"/>
              <a:t> </a:t>
            </a:r>
            <a:r>
              <a:rPr lang="en-US" dirty="0" err="1"/>
              <a:t>mimoriadne</a:t>
            </a:r>
            <a:r>
              <a:rPr lang="en-US" dirty="0"/>
              <a:t> </a:t>
            </a:r>
            <a:r>
              <a:rPr lang="en-US" dirty="0" err="1"/>
              <a:t>citlivých</a:t>
            </a:r>
            <a:r>
              <a:rPr lang="en-US" dirty="0"/>
              <a:t> </a:t>
            </a:r>
            <a:r>
              <a:rPr lang="en-US" dirty="0" err="1"/>
              <a:t>dát</a:t>
            </a:r>
            <a:r>
              <a:rPr lang="en-US" dirty="0"/>
              <a:t> (</a:t>
            </a:r>
            <a:r>
              <a:rPr lang="en-US" dirty="0" err="1"/>
              <a:t>vyhľadávanie</a:t>
            </a:r>
            <a:r>
              <a:rPr lang="en-US" dirty="0"/>
              <a:t> </a:t>
            </a:r>
            <a:r>
              <a:rPr lang="en-US" dirty="0" err="1"/>
              <a:t>špecifických</a:t>
            </a:r>
            <a:r>
              <a:rPr lang="en-US" dirty="0"/>
              <a:t> </a:t>
            </a:r>
            <a:r>
              <a:rPr lang="en-US" dirty="0" err="1"/>
              <a:t>diagnóz</a:t>
            </a:r>
            <a:r>
              <a:rPr lang="en-US" dirty="0"/>
              <a:t> a </a:t>
            </a:r>
            <a:r>
              <a:rPr lang="en-US" dirty="0" err="1"/>
              <a:t>špecialistov</a:t>
            </a:r>
            <a:r>
              <a:rPr lang="en-US" dirty="0"/>
              <a:t>).</a:t>
            </a:r>
            <a:endParaRPr lang="sk-SK" dirty="0"/>
          </a:p>
        </p:txBody>
      </p:sp>
      <p:sp>
        <p:nvSpPr>
          <p:cNvPr id="5" name="Nadpis 1">
            <a:extLst>
              <a:ext uri="{FF2B5EF4-FFF2-40B4-BE49-F238E27FC236}">
                <a16:creationId xmlns:a16="http://schemas.microsoft.com/office/drawing/2014/main" id="{74C3070B-F8B3-1C77-30A8-37C853801F7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a:solidFill>
                  <a:schemeClr val="tx1"/>
                </a:solidFill>
              </a:rPr>
              <a:t>Absolútne digitálne súkromie</a:t>
            </a:r>
            <a:endParaRPr lang="sk-SK" sz="5000" b="1" dirty="0">
              <a:solidFill>
                <a:schemeClr val="tx1"/>
              </a:solidFill>
            </a:endParaRPr>
          </a:p>
        </p:txBody>
      </p:sp>
      <p:pic>
        <p:nvPicPr>
          <p:cNvPr id="5122" name="Picture 2">
            <a:extLst>
              <a:ext uri="{FF2B5EF4-FFF2-40B4-BE49-F238E27FC236}">
                <a16:creationId xmlns:a16="http://schemas.microsoft.com/office/drawing/2014/main" id="{34BEE0E4-B8FA-7552-63DF-AD9CFD0B8C2A}"/>
              </a:ext>
            </a:extLst>
          </p:cNvPr>
          <p:cNvPicPr>
            <a:picLocks noChangeAspect="1" noChangeArrowheads="1"/>
          </p:cNvPicPr>
          <p:nvPr/>
        </p:nvPicPr>
        <p:blipFill>
          <a:blip r:embed="rId2"/>
          <a:srcRect/>
          <a:stretch/>
        </p:blipFill>
        <p:spPr bwMode="auto">
          <a:xfrm>
            <a:off x="3509466" y="2897650"/>
            <a:ext cx="5173067" cy="3233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89119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1097280" y="758952"/>
            <a:ext cx="9777798" cy="3566160"/>
          </a:xfrm>
        </p:spPr>
        <p:txBody>
          <a:bodyPr/>
          <a:lstStyle/>
          <a:p>
            <a:r>
              <a:rPr lang="sk-SK" b="1" i="1" dirty="0" err="1">
                <a:solidFill>
                  <a:schemeClr val="tx1"/>
                </a:solidFill>
              </a:rPr>
              <a:t>eTermín</a:t>
            </a:r>
            <a:br>
              <a:rPr lang="sk-SK" b="1" dirty="0">
                <a:solidFill>
                  <a:schemeClr val="tx1"/>
                </a:solidFill>
              </a:rPr>
            </a:br>
            <a:r>
              <a:rPr lang="sk-SK" b="1" dirty="0" err="1">
                <a:solidFill>
                  <a:schemeClr val="tx1"/>
                </a:solidFill>
              </a:rPr>
              <a:t>Entitno</a:t>
            </a:r>
            <a:r>
              <a:rPr lang="sk-SK" b="1" dirty="0">
                <a:solidFill>
                  <a:schemeClr val="tx1"/>
                </a:solidFill>
              </a:rPr>
              <a:t>-relačný diagram</a:t>
            </a:r>
          </a:p>
        </p:txBody>
      </p:sp>
      <p:sp>
        <p:nvSpPr>
          <p:cNvPr id="3" name="Podnadpis 2">
            <a:extLst>
              <a:ext uri="{FF2B5EF4-FFF2-40B4-BE49-F238E27FC236}">
                <a16:creationId xmlns:a16="http://schemas.microsoft.com/office/drawing/2014/main" id="{D138073C-523D-5175-986A-BCCF93A20221}"/>
              </a:ext>
            </a:extLst>
          </p:cNvPr>
          <p:cNvSpPr>
            <a:spLocks noGrp="1"/>
          </p:cNvSpPr>
          <p:nvPr>
            <p:ph type="subTitle" idx="1"/>
          </p:nvPr>
        </p:nvSpPr>
        <p:spPr>
          <a:xfrm>
            <a:off x="1097280" y="5096036"/>
            <a:ext cx="7083691" cy="1186102"/>
          </a:xfrm>
        </p:spPr>
        <p:txBody>
          <a:bodyPr>
            <a:noAutofit/>
          </a:bodyPr>
          <a:lstStyle/>
          <a:p>
            <a:r>
              <a:rPr lang="sk-SK" b="1" dirty="0">
                <a:solidFill>
                  <a:schemeClr val="tx1"/>
                </a:solidFill>
                <a:latin typeface="+mn-lt"/>
              </a:rPr>
              <a:t>Terminátori:</a:t>
            </a:r>
          </a:p>
          <a:p>
            <a:r>
              <a:rPr lang="sk-SK" dirty="0">
                <a:solidFill>
                  <a:schemeClr val="tx1"/>
                </a:solidFill>
                <a:latin typeface="+mn-lt"/>
              </a:rPr>
              <a:t>Damián </a:t>
            </a:r>
            <a:r>
              <a:rPr lang="sk-SK" dirty="0" err="1">
                <a:solidFill>
                  <a:schemeClr val="tx1"/>
                </a:solidFill>
                <a:latin typeface="+mn-lt"/>
              </a:rPr>
              <a:t>Kaszycki</a:t>
            </a:r>
            <a:r>
              <a:rPr lang="sk-SK" dirty="0">
                <a:solidFill>
                  <a:schemeClr val="tx1"/>
                </a:solidFill>
                <a:latin typeface="+mn-lt"/>
              </a:rPr>
              <a:t>, Richard </a:t>
            </a:r>
            <a:r>
              <a:rPr lang="sk-SK" dirty="0" err="1">
                <a:solidFill>
                  <a:schemeClr val="tx1"/>
                </a:solidFill>
                <a:latin typeface="+mn-lt"/>
              </a:rPr>
              <a:t>Rúš</a:t>
            </a:r>
            <a:r>
              <a:rPr lang="sk-SK" dirty="0">
                <a:solidFill>
                  <a:schemeClr val="tx1"/>
                </a:solidFill>
                <a:latin typeface="+mn-lt"/>
              </a:rPr>
              <a:t>, Ľudmila </a:t>
            </a:r>
            <a:r>
              <a:rPr lang="sk-SK" dirty="0" err="1">
                <a:solidFill>
                  <a:schemeClr val="tx1"/>
                </a:solidFill>
                <a:latin typeface="+mn-lt"/>
              </a:rPr>
              <a:t>Koperdáková</a:t>
            </a:r>
            <a:r>
              <a:rPr lang="sk-SK" dirty="0">
                <a:solidFill>
                  <a:schemeClr val="tx1"/>
                </a:solidFill>
                <a:latin typeface="+mn-lt"/>
              </a:rPr>
              <a:t>, Samuel Budinský </a:t>
            </a:r>
          </a:p>
          <a:p>
            <a:endParaRPr lang="sk-SK" dirty="0"/>
          </a:p>
        </p:txBody>
      </p:sp>
    </p:spTree>
    <p:extLst>
      <p:ext uri="{BB962C8B-B14F-4D97-AF65-F5344CB8AC3E}">
        <p14:creationId xmlns:p14="http://schemas.microsoft.com/office/powerpoint/2010/main" val="3932864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EBE5-F5D1-2178-3C58-3066B7A7FF32}"/>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606016D7-95B7-CEF8-0A5A-B047FED36A42}"/>
              </a:ext>
            </a:extLst>
          </p:cNvPr>
          <p:cNvSpPr txBox="1">
            <a:spLocks/>
          </p:cNvSpPr>
          <p:nvPr/>
        </p:nvSpPr>
        <p:spPr>
          <a:xfrm>
            <a:off x="919285" y="1889136"/>
            <a:ext cx="10450121" cy="479402"/>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endParaRPr lang="sk-SK" dirty="0"/>
          </a:p>
        </p:txBody>
      </p:sp>
      <p:pic>
        <p:nvPicPr>
          <p:cNvPr id="6" name="Obrázok 5">
            <a:extLst>
              <a:ext uri="{FF2B5EF4-FFF2-40B4-BE49-F238E27FC236}">
                <a16:creationId xmlns:a16="http://schemas.microsoft.com/office/drawing/2014/main" id="{614DB339-F4D8-B929-9B0D-3A3FD810F95C}"/>
              </a:ext>
            </a:extLst>
          </p:cNvPr>
          <p:cNvPicPr>
            <a:picLocks noChangeAspect="1"/>
          </p:cNvPicPr>
          <p:nvPr/>
        </p:nvPicPr>
        <p:blipFill>
          <a:blip r:embed="rId2"/>
          <a:stretch>
            <a:fillRect/>
          </a:stretch>
        </p:blipFill>
        <p:spPr>
          <a:xfrm>
            <a:off x="2336200" y="533324"/>
            <a:ext cx="7519600" cy="5791351"/>
          </a:xfrm>
          <a:prstGeom prst="rect">
            <a:avLst/>
          </a:prstGeom>
        </p:spPr>
      </p:pic>
    </p:spTree>
    <p:extLst>
      <p:ext uri="{BB962C8B-B14F-4D97-AF65-F5344CB8AC3E}">
        <p14:creationId xmlns:p14="http://schemas.microsoft.com/office/powerpoint/2010/main" val="599550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44D67-1470-CE02-5D05-F4042452E943}"/>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A2608AEE-7EB7-203E-0736-7B6FAAA3A534}"/>
              </a:ext>
            </a:extLst>
          </p:cNvPr>
          <p:cNvSpPr txBox="1">
            <a:spLocks/>
          </p:cNvSpPr>
          <p:nvPr/>
        </p:nvSpPr>
        <p:spPr>
          <a:xfrm>
            <a:off x="919286" y="2736291"/>
            <a:ext cx="6528537" cy="958805"/>
          </a:xfrm>
          <a:prstGeom prst="rect">
            <a:avLst/>
          </a:prstGeom>
        </p:spPr>
        <p:txBody>
          <a:bodyPr vert="horz" lIns="0" tIns="45720" rIns="0" bIns="45720" rtlCol="0" anchor="t">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en-US" dirty="0" err="1"/>
              <a:t>pacient_id</a:t>
            </a:r>
            <a:r>
              <a:rPr lang="en-US" dirty="0"/>
              <a:t> – </a:t>
            </a:r>
            <a:r>
              <a:rPr lang="en-US" b="1" dirty="0"/>
              <a:t>PK</a:t>
            </a:r>
            <a:endParaRPr lang="sk-SK" dirty="0"/>
          </a:p>
        </p:txBody>
      </p:sp>
      <p:sp>
        <p:nvSpPr>
          <p:cNvPr id="5" name="Nadpis 1">
            <a:extLst>
              <a:ext uri="{FF2B5EF4-FFF2-40B4-BE49-F238E27FC236}">
                <a16:creationId xmlns:a16="http://schemas.microsoft.com/office/drawing/2014/main" id="{86547C87-52A3-8A0F-DBDF-A97AEA72783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dirty="0">
                <a:solidFill>
                  <a:schemeClr val="tx1"/>
                </a:solidFill>
              </a:rPr>
              <a:t>Pacient</a:t>
            </a:r>
          </a:p>
        </p:txBody>
      </p:sp>
      <p:pic>
        <p:nvPicPr>
          <p:cNvPr id="6" name="Obrázok 5">
            <a:extLst>
              <a:ext uri="{FF2B5EF4-FFF2-40B4-BE49-F238E27FC236}">
                <a16:creationId xmlns:a16="http://schemas.microsoft.com/office/drawing/2014/main" id="{55E15C46-9EC4-7C8F-1D20-F88F9041198F}"/>
              </a:ext>
            </a:extLst>
          </p:cNvPr>
          <p:cNvPicPr>
            <a:picLocks noChangeAspect="1"/>
          </p:cNvPicPr>
          <p:nvPr/>
        </p:nvPicPr>
        <p:blipFill>
          <a:blip r:embed="rId2"/>
          <a:srcRect l="2007" t="1723" r="68702" b="54944"/>
          <a:stretch>
            <a:fillRect/>
          </a:stretch>
        </p:blipFill>
        <p:spPr>
          <a:xfrm>
            <a:off x="7714320" y="1828800"/>
            <a:ext cx="3410879" cy="3886200"/>
          </a:xfrm>
          <a:prstGeom prst="rect">
            <a:avLst/>
          </a:prstGeom>
        </p:spPr>
      </p:pic>
    </p:spTree>
    <p:extLst>
      <p:ext uri="{BB962C8B-B14F-4D97-AF65-F5344CB8AC3E}">
        <p14:creationId xmlns:p14="http://schemas.microsoft.com/office/powerpoint/2010/main" val="3526443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B3B4C-41EE-1F85-CCF9-030B232337DD}"/>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4701C8B4-60DA-FF70-64DF-ECCEF4BBEE4C}"/>
              </a:ext>
            </a:extLst>
          </p:cNvPr>
          <p:cNvSpPr txBox="1">
            <a:spLocks/>
          </p:cNvSpPr>
          <p:nvPr/>
        </p:nvSpPr>
        <p:spPr>
          <a:xfrm>
            <a:off x="919287" y="2603672"/>
            <a:ext cx="6344008" cy="1221452"/>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dirty="0"/>
              <a:t>doktor_id – </a:t>
            </a:r>
            <a:r>
              <a:rPr lang="sk-SK" b="1" dirty="0"/>
              <a:t>PK</a:t>
            </a:r>
          </a:p>
          <a:p>
            <a:r>
              <a:rPr lang="sk-SK" dirty="0" err="1"/>
              <a:t>klinika_id</a:t>
            </a:r>
            <a:r>
              <a:rPr lang="sk-SK" dirty="0"/>
              <a:t> – </a:t>
            </a:r>
            <a:r>
              <a:rPr lang="sk-SK" b="1" dirty="0"/>
              <a:t>FK</a:t>
            </a:r>
            <a:r>
              <a:rPr lang="sk-SK" dirty="0"/>
              <a:t> → Klinika</a:t>
            </a:r>
          </a:p>
        </p:txBody>
      </p:sp>
      <p:sp>
        <p:nvSpPr>
          <p:cNvPr id="5" name="Nadpis 1">
            <a:extLst>
              <a:ext uri="{FF2B5EF4-FFF2-40B4-BE49-F238E27FC236}">
                <a16:creationId xmlns:a16="http://schemas.microsoft.com/office/drawing/2014/main" id="{2BB4B134-2EC2-C2DF-B933-B0D7A87687A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dirty="0">
                <a:solidFill>
                  <a:schemeClr val="tx1"/>
                </a:solidFill>
              </a:rPr>
              <a:t>Doktor</a:t>
            </a:r>
          </a:p>
        </p:txBody>
      </p:sp>
      <p:pic>
        <p:nvPicPr>
          <p:cNvPr id="4" name="Obrázok 3">
            <a:extLst>
              <a:ext uri="{FF2B5EF4-FFF2-40B4-BE49-F238E27FC236}">
                <a16:creationId xmlns:a16="http://schemas.microsoft.com/office/drawing/2014/main" id="{41D91E6A-515E-21DD-6C10-15E8FAB1C6A6}"/>
              </a:ext>
            </a:extLst>
          </p:cNvPr>
          <p:cNvPicPr>
            <a:picLocks noChangeAspect="1"/>
          </p:cNvPicPr>
          <p:nvPr/>
        </p:nvPicPr>
        <p:blipFill>
          <a:blip r:embed="rId2"/>
          <a:srcRect l="1294" t="47760" r="65829" b="1120"/>
          <a:stretch>
            <a:fillRect/>
          </a:stretch>
        </p:blipFill>
        <p:spPr>
          <a:xfrm>
            <a:off x="7683500" y="1865953"/>
            <a:ext cx="3441700" cy="4121542"/>
          </a:xfrm>
          <a:prstGeom prst="rect">
            <a:avLst/>
          </a:prstGeom>
        </p:spPr>
      </p:pic>
    </p:spTree>
    <p:extLst>
      <p:ext uri="{BB962C8B-B14F-4D97-AF65-F5344CB8AC3E}">
        <p14:creationId xmlns:p14="http://schemas.microsoft.com/office/powerpoint/2010/main" val="27894236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F3A9E-345B-28EE-77CB-642EDC357D23}"/>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06BFBB16-EAE0-3239-8D86-7A5EEEC01CB2}"/>
              </a:ext>
            </a:extLst>
          </p:cNvPr>
          <p:cNvSpPr txBox="1">
            <a:spLocks/>
          </p:cNvSpPr>
          <p:nvPr/>
        </p:nvSpPr>
        <p:spPr>
          <a:xfrm>
            <a:off x="919287" y="2708373"/>
            <a:ext cx="6344008" cy="1221452"/>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dirty="0" err="1"/>
              <a:t>klinika_id</a:t>
            </a:r>
            <a:r>
              <a:rPr lang="sk-SK" dirty="0"/>
              <a:t> – </a:t>
            </a:r>
            <a:r>
              <a:rPr lang="sk-SK" b="1" dirty="0"/>
              <a:t>PK</a:t>
            </a:r>
            <a:endParaRPr lang="sk-SK" dirty="0"/>
          </a:p>
        </p:txBody>
      </p:sp>
      <p:sp>
        <p:nvSpPr>
          <p:cNvPr id="5" name="Nadpis 1">
            <a:extLst>
              <a:ext uri="{FF2B5EF4-FFF2-40B4-BE49-F238E27FC236}">
                <a16:creationId xmlns:a16="http://schemas.microsoft.com/office/drawing/2014/main" id="{E115021B-84C6-6A9C-E120-1872C565FFFA}"/>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dirty="0">
                <a:solidFill>
                  <a:schemeClr val="tx1"/>
                </a:solidFill>
              </a:rPr>
              <a:t>Klinika</a:t>
            </a:r>
          </a:p>
        </p:txBody>
      </p:sp>
      <p:pic>
        <p:nvPicPr>
          <p:cNvPr id="6" name="Obrázok 5">
            <a:extLst>
              <a:ext uri="{FF2B5EF4-FFF2-40B4-BE49-F238E27FC236}">
                <a16:creationId xmlns:a16="http://schemas.microsoft.com/office/drawing/2014/main" id="{9C40BD83-DC8A-7644-23AE-D2566AF71AF5}"/>
              </a:ext>
            </a:extLst>
          </p:cNvPr>
          <p:cNvPicPr>
            <a:picLocks noChangeAspect="1"/>
          </p:cNvPicPr>
          <p:nvPr/>
        </p:nvPicPr>
        <p:blipFill>
          <a:blip r:embed="rId2"/>
          <a:srcRect l="69724" t="68923" r="1081" b="5634"/>
          <a:stretch>
            <a:fillRect/>
          </a:stretch>
        </p:blipFill>
        <p:spPr>
          <a:xfrm>
            <a:off x="7118350" y="2585122"/>
            <a:ext cx="4006850" cy="2689405"/>
          </a:xfrm>
          <a:prstGeom prst="rect">
            <a:avLst/>
          </a:prstGeom>
        </p:spPr>
      </p:pic>
    </p:spTree>
    <p:extLst>
      <p:ext uri="{BB962C8B-B14F-4D97-AF65-F5344CB8AC3E}">
        <p14:creationId xmlns:p14="http://schemas.microsoft.com/office/powerpoint/2010/main" val="1177252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98E1C-A3E0-EBBD-8D9B-4A572E3F013C}"/>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D15866B9-11A5-4C59-9C03-41FDFD6D2808}"/>
              </a:ext>
            </a:extLst>
          </p:cNvPr>
          <p:cNvSpPr txBox="1">
            <a:spLocks/>
          </p:cNvSpPr>
          <p:nvPr/>
        </p:nvSpPr>
        <p:spPr>
          <a:xfrm>
            <a:off x="919287" y="1821897"/>
            <a:ext cx="6344008" cy="3476041"/>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dirty="0" err="1"/>
              <a:t>termin_id</a:t>
            </a:r>
            <a:r>
              <a:rPr lang="sk-SK" dirty="0"/>
              <a:t> – </a:t>
            </a:r>
            <a:r>
              <a:rPr lang="sk-SK" b="1" dirty="0"/>
              <a:t>PK</a:t>
            </a:r>
          </a:p>
          <a:p>
            <a:r>
              <a:rPr lang="sk-SK" dirty="0" err="1"/>
              <a:t>pacient_id</a:t>
            </a:r>
            <a:r>
              <a:rPr lang="sk-SK" dirty="0"/>
              <a:t> – </a:t>
            </a:r>
            <a:r>
              <a:rPr lang="sk-SK" b="1" dirty="0"/>
              <a:t>FK</a:t>
            </a:r>
            <a:r>
              <a:rPr lang="sk-SK" dirty="0"/>
              <a:t> → Pacient</a:t>
            </a:r>
          </a:p>
          <a:p>
            <a:r>
              <a:rPr lang="sk-SK" dirty="0"/>
              <a:t>doktor_id – </a:t>
            </a:r>
            <a:r>
              <a:rPr lang="sk-SK" b="1" dirty="0"/>
              <a:t>FK</a:t>
            </a:r>
            <a:r>
              <a:rPr lang="sk-SK" dirty="0"/>
              <a:t> → Doktor</a:t>
            </a:r>
          </a:p>
        </p:txBody>
      </p:sp>
      <p:sp>
        <p:nvSpPr>
          <p:cNvPr id="5" name="Nadpis 1">
            <a:extLst>
              <a:ext uri="{FF2B5EF4-FFF2-40B4-BE49-F238E27FC236}">
                <a16:creationId xmlns:a16="http://schemas.microsoft.com/office/drawing/2014/main" id="{3E12D995-8BCD-5C93-AC22-49EBB493E016}"/>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dirty="0">
                <a:solidFill>
                  <a:schemeClr val="tx1"/>
                </a:solidFill>
              </a:rPr>
              <a:t>Termín</a:t>
            </a:r>
          </a:p>
        </p:txBody>
      </p:sp>
      <p:pic>
        <p:nvPicPr>
          <p:cNvPr id="6" name="Obrázok 5">
            <a:extLst>
              <a:ext uri="{FF2B5EF4-FFF2-40B4-BE49-F238E27FC236}">
                <a16:creationId xmlns:a16="http://schemas.microsoft.com/office/drawing/2014/main" id="{58FDA6B5-87A0-6822-A4D9-87C5CA0FF586}"/>
              </a:ext>
            </a:extLst>
          </p:cNvPr>
          <p:cNvPicPr>
            <a:picLocks noChangeAspect="1"/>
          </p:cNvPicPr>
          <p:nvPr/>
        </p:nvPicPr>
        <p:blipFill>
          <a:blip r:embed="rId2"/>
          <a:srcRect l="59031" t="19301" r="6367" b="46971"/>
          <a:stretch>
            <a:fillRect/>
          </a:stretch>
        </p:blipFill>
        <p:spPr>
          <a:xfrm>
            <a:off x="7263294" y="2286257"/>
            <a:ext cx="3861905" cy="2899260"/>
          </a:xfrm>
          <a:prstGeom prst="rect">
            <a:avLst/>
          </a:prstGeom>
        </p:spPr>
      </p:pic>
    </p:spTree>
    <p:extLst>
      <p:ext uri="{BB962C8B-B14F-4D97-AF65-F5344CB8AC3E}">
        <p14:creationId xmlns:p14="http://schemas.microsoft.com/office/powerpoint/2010/main" val="21113631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1082766" y="454152"/>
            <a:ext cx="8660973" cy="3566160"/>
          </a:xfrm>
        </p:spPr>
        <p:txBody>
          <a:bodyPr/>
          <a:lstStyle/>
          <a:p>
            <a:r>
              <a:rPr lang="sk-SK" b="1" i="1" dirty="0" err="1">
                <a:solidFill>
                  <a:schemeClr val="tx1"/>
                </a:solidFill>
              </a:rPr>
              <a:t>eTermín</a:t>
            </a:r>
            <a:br>
              <a:rPr lang="sk-SK" b="1" dirty="0">
                <a:solidFill>
                  <a:schemeClr val="tx1"/>
                </a:solidFill>
              </a:rPr>
            </a:br>
            <a:r>
              <a:rPr lang="sk-SK" b="1" dirty="0" err="1">
                <a:solidFill>
                  <a:schemeClr val="tx1"/>
                </a:solidFill>
              </a:rPr>
              <a:t>Social</a:t>
            </a:r>
            <a:r>
              <a:rPr lang="sk-SK" b="1" dirty="0">
                <a:solidFill>
                  <a:schemeClr val="tx1"/>
                </a:solidFill>
              </a:rPr>
              <a:t> </a:t>
            </a:r>
            <a:r>
              <a:rPr lang="sk-SK" b="1" dirty="0" err="1">
                <a:solidFill>
                  <a:schemeClr val="tx1"/>
                </a:solidFill>
              </a:rPr>
              <a:t>computing</a:t>
            </a:r>
            <a:endParaRPr lang="sk-SK" b="1" dirty="0">
              <a:solidFill>
                <a:schemeClr val="tx1"/>
              </a:solidFill>
            </a:endParaRPr>
          </a:p>
        </p:txBody>
      </p:sp>
      <p:sp>
        <p:nvSpPr>
          <p:cNvPr id="3" name="Podnadpis 2">
            <a:extLst>
              <a:ext uri="{FF2B5EF4-FFF2-40B4-BE49-F238E27FC236}">
                <a16:creationId xmlns:a16="http://schemas.microsoft.com/office/drawing/2014/main" id="{D138073C-523D-5175-986A-BCCF93A20221}"/>
              </a:ext>
            </a:extLst>
          </p:cNvPr>
          <p:cNvSpPr>
            <a:spLocks noGrp="1"/>
          </p:cNvSpPr>
          <p:nvPr>
            <p:ph type="subTitle" idx="1"/>
          </p:nvPr>
        </p:nvSpPr>
        <p:spPr>
          <a:xfrm>
            <a:off x="1082766" y="4791236"/>
            <a:ext cx="7083691" cy="1186102"/>
          </a:xfrm>
        </p:spPr>
        <p:txBody>
          <a:bodyPr>
            <a:noAutofit/>
          </a:bodyPr>
          <a:lstStyle/>
          <a:p>
            <a:r>
              <a:rPr lang="sk-SK" b="1" dirty="0">
                <a:solidFill>
                  <a:schemeClr val="tx1"/>
                </a:solidFill>
                <a:latin typeface="+mn-lt"/>
              </a:rPr>
              <a:t>Terminátori:</a:t>
            </a:r>
          </a:p>
          <a:p>
            <a:r>
              <a:rPr lang="sk-SK" dirty="0">
                <a:solidFill>
                  <a:schemeClr val="tx1"/>
                </a:solidFill>
                <a:latin typeface="+mn-lt"/>
              </a:rPr>
              <a:t>Damián </a:t>
            </a:r>
            <a:r>
              <a:rPr lang="sk-SK" dirty="0" err="1">
                <a:solidFill>
                  <a:schemeClr val="tx1"/>
                </a:solidFill>
                <a:latin typeface="+mn-lt"/>
              </a:rPr>
              <a:t>Kaszycki</a:t>
            </a:r>
            <a:r>
              <a:rPr lang="sk-SK" dirty="0">
                <a:solidFill>
                  <a:schemeClr val="tx1"/>
                </a:solidFill>
                <a:latin typeface="+mn-lt"/>
              </a:rPr>
              <a:t>, Richard </a:t>
            </a:r>
            <a:r>
              <a:rPr lang="sk-SK" dirty="0" err="1">
                <a:solidFill>
                  <a:schemeClr val="tx1"/>
                </a:solidFill>
                <a:latin typeface="+mn-lt"/>
              </a:rPr>
              <a:t>Rúš</a:t>
            </a:r>
            <a:r>
              <a:rPr lang="sk-SK" dirty="0">
                <a:solidFill>
                  <a:schemeClr val="tx1"/>
                </a:solidFill>
                <a:latin typeface="+mn-lt"/>
              </a:rPr>
              <a:t>, Ľudmila </a:t>
            </a:r>
            <a:r>
              <a:rPr lang="sk-SK" dirty="0" err="1">
                <a:solidFill>
                  <a:schemeClr val="tx1"/>
                </a:solidFill>
                <a:latin typeface="+mn-lt"/>
              </a:rPr>
              <a:t>Koperdáková</a:t>
            </a:r>
            <a:r>
              <a:rPr lang="sk-SK" dirty="0">
                <a:solidFill>
                  <a:schemeClr val="tx1"/>
                </a:solidFill>
                <a:latin typeface="+mn-lt"/>
              </a:rPr>
              <a:t>, Samuel Budinský </a:t>
            </a:r>
          </a:p>
          <a:p>
            <a:endParaRPr lang="sk-SK" dirty="0"/>
          </a:p>
        </p:txBody>
      </p:sp>
    </p:spTree>
    <p:extLst>
      <p:ext uri="{BB962C8B-B14F-4D97-AF65-F5344CB8AC3E}">
        <p14:creationId xmlns:p14="http://schemas.microsoft.com/office/powerpoint/2010/main" val="37366539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44D67-1470-CE02-5D05-F4042452E943}"/>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A2608AEE-7EB7-203E-0736-7B6FAAA3A534}"/>
              </a:ext>
            </a:extLst>
          </p:cNvPr>
          <p:cNvSpPr txBox="1">
            <a:spLocks/>
          </p:cNvSpPr>
          <p:nvPr/>
        </p:nvSpPr>
        <p:spPr>
          <a:xfrm>
            <a:off x="718964" y="2241558"/>
            <a:ext cx="6889400" cy="3449236"/>
          </a:xfrm>
          <a:prstGeom prst="rect">
            <a:avLst/>
          </a:prstGeom>
        </p:spPr>
        <p:txBody>
          <a:bodyPr vert="horz" lIns="0" tIns="45720" rIns="0" bIns="45720" rtlCol="0" anchor="t">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dirty="0"/>
              <a:t>Nutnosť modernizácie komunikácie ambulancia-pacient</a:t>
            </a:r>
          </a:p>
          <a:p>
            <a:r>
              <a:rPr lang="sk-SK" dirty="0"/>
              <a:t>Preťažené sestry, nedostupnosť pre pacientov</a:t>
            </a:r>
          </a:p>
          <a:p>
            <a:r>
              <a:rPr lang="sk-SK" dirty="0"/>
              <a:t>Konkurencia: rezervačné portály a interné systémy</a:t>
            </a:r>
          </a:p>
          <a:p>
            <a:r>
              <a:rPr lang="sk-SK" dirty="0"/>
              <a:t>Konkurenčná výhoda: overené dáta, priamočiarosť, zameranie na rezerváciu</a:t>
            </a:r>
          </a:p>
        </p:txBody>
      </p:sp>
      <p:sp>
        <p:nvSpPr>
          <p:cNvPr id="5" name="Nadpis 1">
            <a:extLst>
              <a:ext uri="{FF2B5EF4-FFF2-40B4-BE49-F238E27FC236}">
                <a16:creationId xmlns:a16="http://schemas.microsoft.com/office/drawing/2014/main" id="{86547C87-52A3-8A0F-DBDF-A97AEA72783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dirty="0">
                <a:solidFill>
                  <a:schemeClr val="tx1"/>
                </a:solidFill>
              </a:rPr>
              <a:t>Úvod</a:t>
            </a:r>
          </a:p>
        </p:txBody>
      </p:sp>
      <p:pic>
        <p:nvPicPr>
          <p:cNvPr id="1026" name="Picture 2" descr="Nurses On Phone Images – Browse 67,410 Stock Photos, Vectors, and Video |  Adobe Stock">
            <a:extLst>
              <a:ext uri="{FF2B5EF4-FFF2-40B4-BE49-F238E27FC236}">
                <a16:creationId xmlns:a16="http://schemas.microsoft.com/office/drawing/2014/main" id="{539114DD-DB05-76B2-CE1F-C0970B5F9C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8851"/>
          <a:stretch>
            <a:fillRect/>
          </a:stretch>
        </p:blipFill>
        <p:spPr bwMode="auto">
          <a:xfrm>
            <a:off x="8155094" y="1951106"/>
            <a:ext cx="3508148" cy="3824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2351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B3B4C-41EE-1F85-CCF9-030B232337DD}"/>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4701C8B4-60DA-FF70-64DF-ECCEF4BBEE4C}"/>
              </a:ext>
            </a:extLst>
          </p:cNvPr>
          <p:cNvSpPr txBox="1">
            <a:spLocks/>
          </p:cNvSpPr>
          <p:nvPr/>
        </p:nvSpPr>
        <p:spPr>
          <a:xfrm>
            <a:off x="919286" y="2124133"/>
            <a:ext cx="6344008" cy="3466308"/>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pPr lvl="0"/>
            <a:r>
              <a:rPr lang="sk-SK" dirty="0"/>
              <a:t>Sociálny dôkaz ako hlavný motivátor k rezervácii</a:t>
            </a:r>
          </a:p>
          <a:p>
            <a:pPr lvl="0"/>
            <a:r>
              <a:rPr lang="sk-SK" dirty="0"/>
              <a:t>Systém overených hodnotení od reálnych pacientov</a:t>
            </a:r>
          </a:p>
          <a:p>
            <a:pPr lvl="0"/>
            <a:r>
              <a:rPr lang="sk-SK" dirty="0"/>
              <a:t>Transparentné recenzie = konverzia návštevníka na pacienta</a:t>
            </a:r>
          </a:p>
        </p:txBody>
      </p:sp>
      <p:sp>
        <p:nvSpPr>
          <p:cNvPr id="5" name="Nadpis 1">
            <a:extLst>
              <a:ext uri="{FF2B5EF4-FFF2-40B4-BE49-F238E27FC236}">
                <a16:creationId xmlns:a16="http://schemas.microsoft.com/office/drawing/2014/main" id="{2BB4B134-2EC2-C2DF-B933-B0D7A87687A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dirty="0" err="1">
                <a:solidFill>
                  <a:schemeClr val="tx1"/>
                </a:solidFill>
              </a:rPr>
              <a:t>Social</a:t>
            </a:r>
            <a:r>
              <a:rPr lang="sk-SK" sz="5000" b="1" dirty="0">
                <a:solidFill>
                  <a:schemeClr val="tx1"/>
                </a:solidFill>
              </a:rPr>
              <a:t> </a:t>
            </a:r>
            <a:r>
              <a:rPr lang="sk-SK" sz="5000" b="1" dirty="0" err="1">
                <a:solidFill>
                  <a:schemeClr val="tx1"/>
                </a:solidFill>
              </a:rPr>
              <a:t>Commerce</a:t>
            </a:r>
            <a:endParaRPr lang="sk-SK" sz="5000" b="1" dirty="0">
              <a:solidFill>
                <a:schemeClr val="tx1"/>
              </a:solidFill>
            </a:endParaRPr>
          </a:p>
        </p:txBody>
      </p:sp>
      <p:pic>
        <p:nvPicPr>
          <p:cNvPr id="2050" name="Picture 2" descr="VerifiedReviews Customer Reviews Platform">
            <a:extLst>
              <a:ext uri="{FF2B5EF4-FFF2-40B4-BE49-F238E27FC236}">
                <a16:creationId xmlns:a16="http://schemas.microsoft.com/office/drawing/2014/main" id="{B507F686-CCB0-C6D1-9CDF-9477410F5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598" y="2003897"/>
            <a:ext cx="4124263" cy="3732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18796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F3A9E-345B-28EE-77CB-642EDC357D23}"/>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06BFBB16-EAE0-3239-8D86-7A5EEEC01CB2}"/>
              </a:ext>
            </a:extLst>
          </p:cNvPr>
          <p:cNvSpPr txBox="1">
            <a:spLocks/>
          </p:cNvSpPr>
          <p:nvPr/>
        </p:nvSpPr>
        <p:spPr>
          <a:xfrm>
            <a:off x="1066800" y="1668122"/>
            <a:ext cx="11608340" cy="1863019"/>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dirty="0"/>
              <a:t>Primárny kanál: vyhľadávanie (meno lekára, špecializácia + lokalita)</a:t>
            </a:r>
          </a:p>
          <a:p>
            <a:r>
              <a:rPr lang="sk-SK" dirty="0"/>
              <a:t>Sekundárny kanál: prelinkovania z webov ambulancií</a:t>
            </a:r>
          </a:p>
          <a:p>
            <a:r>
              <a:rPr lang="sk-SK" dirty="0" err="1"/>
              <a:t>eTermín</a:t>
            </a:r>
            <a:r>
              <a:rPr lang="sk-SK" dirty="0"/>
              <a:t> ako hlavný objednávkový modul pre ambulancie</a:t>
            </a:r>
          </a:p>
        </p:txBody>
      </p:sp>
      <p:sp>
        <p:nvSpPr>
          <p:cNvPr id="5" name="Nadpis 1">
            <a:extLst>
              <a:ext uri="{FF2B5EF4-FFF2-40B4-BE49-F238E27FC236}">
                <a16:creationId xmlns:a16="http://schemas.microsoft.com/office/drawing/2014/main" id="{E115021B-84C6-6A9C-E120-1872C565FFFA}"/>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dirty="0">
                <a:solidFill>
                  <a:schemeClr val="tx1"/>
                </a:solidFill>
              </a:rPr>
              <a:t>Cesta zákazníka</a:t>
            </a:r>
          </a:p>
        </p:txBody>
      </p:sp>
      <p:pic>
        <p:nvPicPr>
          <p:cNvPr id="10" name="Obrázok 9">
            <a:extLst>
              <a:ext uri="{FF2B5EF4-FFF2-40B4-BE49-F238E27FC236}">
                <a16:creationId xmlns:a16="http://schemas.microsoft.com/office/drawing/2014/main" id="{EA526DE1-F1FD-32BE-713B-6C49B5BE3D27}"/>
              </a:ext>
            </a:extLst>
          </p:cNvPr>
          <p:cNvPicPr>
            <a:picLocks noChangeAspect="1"/>
          </p:cNvPicPr>
          <p:nvPr/>
        </p:nvPicPr>
        <p:blipFill>
          <a:blip r:embed="rId2"/>
          <a:stretch>
            <a:fillRect/>
          </a:stretch>
        </p:blipFill>
        <p:spPr>
          <a:xfrm>
            <a:off x="1994170" y="3531141"/>
            <a:ext cx="7859949" cy="2725212"/>
          </a:xfrm>
          <a:prstGeom prst="rect">
            <a:avLst/>
          </a:prstGeom>
        </p:spPr>
      </p:pic>
    </p:spTree>
    <p:extLst>
      <p:ext uri="{BB962C8B-B14F-4D97-AF65-F5344CB8AC3E}">
        <p14:creationId xmlns:p14="http://schemas.microsoft.com/office/powerpoint/2010/main" val="3094703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98E1C-A3E0-EBBD-8D9B-4A572E3F013C}"/>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D15866B9-11A5-4C59-9C03-41FDFD6D2808}"/>
              </a:ext>
            </a:extLst>
          </p:cNvPr>
          <p:cNvSpPr txBox="1">
            <a:spLocks/>
          </p:cNvSpPr>
          <p:nvPr/>
        </p:nvSpPr>
        <p:spPr>
          <a:xfrm>
            <a:off x="919286" y="1821897"/>
            <a:ext cx="6468485" cy="4248083"/>
          </a:xfrm>
          <a:prstGeom prst="rect">
            <a:avLst/>
          </a:prstGeom>
        </p:spPr>
        <p:txBody>
          <a:bodyPr vert="horz" lIns="0" tIns="45720" rIns="0" bIns="45720" rtlCol="0" anchor="ctr">
            <a:normAutofit fontScale="92500" lnSpcReduction="10000"/>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sk-SK" b="1" dirty="0"/>
              <a:t>B2B</a:t>
            </a:r>
            <a:r>
              <a:rPr lang="sk-SK" dirty="0"/>
              <a:t> (lekári, kliniky)</a:t>
            </a:r>
          </a:p>
          <a:p>
            <a:pPr marL="0" indent="0">
              <a:buNone/>
            </a:pPr>
            <a:r>
              <a:rPr lang="sk-SK" dirty="0"/>
              <a:t>	Úspora času a zníženie administratívnej </a:t>
            </a:r>
            <a:r>
              <a:rPr lang="en-US" dirty="0"/>
              <a:t>	</a:t>
            </a:r>
            <a:r>
              <a:rPr lang="sk-SK" dirty="0"/>
              <a:t>záťaže</a:t>
            </a:r>
          </a:p>
          <a:p>
            <a:pPr marL="0" indent="0">
              <a:buNone/>
            </a:pPr>
            <a:r>
              <a:rPr lang="sk-SK" dirty="0"/>
              <a:t>	Kanály: priamy predaj, odborné </a:t>
            </a:r>
            <a:r>
              <a:rPr lang="en-US" dirty="0"/>
              <a:t>	</a:t>
            </a:r>
            <a:r>
              <a:rPr lang="sk-SK" dirty="0"/>
              <a:t>podujatia</a:t>
            </a:r>
          </a:p>
          <a:p>
            <a:r>
              <a:rPr lang="sk-SK" b="1" dirty="0"/>
              <a:t>B2C</a:t>
            </a:r>
            <a:r>
              <a:rPr lang="sk-SK" dirty="0"/>
              <a:t> (pacienti)</a:t>
            </a:r>
          </a:p>
          <a:p>
            <a:pPr marL="0" indent="0">
              <a:buNone/>
            </a:pPr>
            <a:r>
              <a:rPr lang="sk-SK" dirty="0"/>
              <a:t>	Budovanie značky ako spoľahlivého </a:t>
            </a:r>
            <a:r>
              <a:rPr lang="en-US" dirty="0"/>
              <a:t>	</a:t>
            </a:r>
            <a:r>
              <a:rPr lang="sk-SK" dirty="0"/>
              <a:t>partnera</a:t>
            </a:r>
          </a:p>
          <a:p>
            <a:pPr marL="0" indent="0">
              <a:buNone/>
            </a:pPr>
            <a:r>
              <a:rPr lang="sk-SK" dirty="0"/>
              <a:t>	Posolstvo: rezervácia jednoduchá, rýchla, </a:t>
            </a:r>
            <a:r>
              <a:rPr lang="en-US" dirty="0"/>
              <a:t>	</a:t>
            </a:r>
            <a:r>
              <a:rPr lang="sk-SK" dirty="0"/>
              <a:t>bez prekážok</a:t>
            </a:r>
          </a:p>
        </p:txBody>
      </p:sp>
      <p:sp>
        <p:nvSpPr>
          <p:cNvPr id="5" name="Nadpis 1">
            <a:extLst>
              <a:ext uri="{FF2B5EF4-FFF2-40B4-BE49-F238E27FC236}">
                <a16:creationId xmlns:a16="http://schemas.microsoft.com/office/drawing/2014/main" id="{3E12D995-8BCD-5C93-AC22-49EBB493E016}"/>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sk-SK" sz="5000" b="1" dirty="0">
                <a:solidFill>
                  <a:schemeClr val="tx1"/>
                </a:solidFill>
              </a:rPr>
              <a:t>Akvizičná stratégia</a:t>
            </a:r>
          </a:p>
        </p:txBody>
      </p:sp>
      <p:pic>
        <p:nvPicPr>
          <p:cNvPr id="4098" name="Picture 2" descr="Are You Ready for the Age of Patient Empowerment?">
            <a:extLst>
              <a:ext uri="{FF2B5EF4-FFF2-40B4-BE49-F238E27FC236}">
                <a16:creationId xmlns:a16="http://schemas.microsoft.com/office/drawing/2014/main" id="{F514808A-5BAE-6AE8-C3FE-F825B1DE23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7084" y="2402037"/>
            <a:ext cx="4360388" cy="2906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6367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A949E90-F384-5437-F77E-9A11A62AFF36}"/>
              </a:ext>
            </a:extLst>
          </p:cNvPr>
          <p:cNvSpPr>
            <a:spLocks noGrp="1"/>
          </p:cNvSpPr>
          <p:nvPr>
            <p:ph type="ctrTitle"/>
          </p:nvPr>
        </p:nvSpPr>
        <p:spPr>
          <a:xfrm>
            <a:off x="1286233" y="1947672"/>
            <a:ext cx="4568952" cy="2788282"/>
          </a:xfrm>
        </p:spPr>
        <p:txBody>
          <a:bodyPr anchor="ctr">
            <a:noAutofit/>
          </a:bodyPr>
          <a:lstStyle/>
          <a:p>
            <a:r>
              <a:rPr lang="sk-SK" sz="6000" b="1" dirty="0">
                <a:solidFill>
                  <a:schemeClr val="tx1"/>
                </a:solidFill>
              </a:rPr>
              <a:t>Ďakujem za pozornosť</a:t>
            </a:r>
          </a:p>
        </p:txBody>
      </p:sp>
      <p:pic>
        <p:nvPicPr>
          <p:cNvPr id="5122" name="Picture 2" descr="Social Computing - Gabriel Calegari">
            <a:extLst>
              <a:ext uri="{FF2B5EF4-FFF2-40B4-BE49-F238E27FC236}">
                <a16:creationId xmlns:a16="http://schemas.microsoft.com/office/drawing/2014/main" id="{F151187F-02E6-8EA1-7A0B-29F076CC5D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5185" y="1497408"/>
            <a:ext cx="6323674" cy="3688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978229"/>
      </p:ext>
    </p:extLst>
  </p:cSld>
  <p:clrMapOvr>
    <a:masterClrMapping/>
  </p:clrMapOvr>
</p:sld>
</file>

<file path=ppt/theme/theme1.xml><?xml version="1.0" encoding="utf-8"?>
<a:theme xmlns:a="http://schemas.openxmlformats.org/drawingml/2006/main" name="Retrospektíva">
  <a:themeElements>
    <a:clrScheme name="Vlastné 16">
      <a:dk1>
        <a:sysClr val="windowText" lastClr="000000"/>
      </a:dk1>
      <a:lt1>
        <a:sysClr val="window" lastClr="FFFFFF"/>
      </a:lt1>
      <a:dk2>
        <a:srgbClr val="455F51"/>
      </a:dk2>
      <a:lt2>
        <a:srgbClr val="E2DFCC"/>
      </a:lt2>
      <a:accent1>
        <a:srgbClr val="303D8B"/>
      </a:accent1>
      <a:accent2>
        <a:srgbClr val="303D8B"/>
      </a:accent2>
      <a:accent3>
        <a:srgbClr val="303D8B"/>
      </a:accent3>
      <a:accent4>
        <a:srgbClr val="303D8B"/>
      </a:accent4>
      <a:accent5>
        <a:srgbClr val="303D8B"/>
      </a:accent5>
      <a:accent6>
        <a:srgbClr val="303D8B"/>
      </a:accent6>
      <a:hlink>
        <a:srgbClr val="303D8B"/>
      </a:hlink>
      <a:folHlink>
        <a:srgbClr val="303D8B"/>
      </a:folHlink>
    </a:clrScheme>
    <a:fontScheme name="Retrospektíva">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ktíva">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187</TotalTime>
  <Words>1003</Words>
  <Application>Microsoft Office PowerPoint</Application>
  <PresentationFormat>Širokouhlá</PresentationFormat>
  <Paragraphs>275</Paragraphs>
  <Slides>45</Slides>
  <Notes>1</Notes>
  <HiddenSlides>0</HiddenSlides>
  <MMClips>0</MMClips>
  <ScaleCrop>false</ScaleCrop>
  <HeadingPairs>
    <vt:vector size="6" baseType="variant">
      <vt:variant>
        <vt:lpstr>Použité písma</vt:lpstr>
      </vt:variant>
      <vt:variant>
        <vt:i4>6</vt:i4>
      </vt:variant>
      <vt:variant>
        <vt:lpstr>Motív</vt:lpstr>
      </vt:variant>
      <vt:variant>
        <vt:i4>1</vt:i4>
      </vt:variant>
      <vt:variant>
        <vt:lpstr>Nadpisy snímok</vt:lpstr>
      </vt:variant>
      <vt:variant>
        <vt:i4>45</vt:i4>
      </vt:variant>
    </vt:vector>
  </HeadingPairs>
  <TitlesOfParts>
    <vt:vector size="52" baseType="lpstr">
      <vt:lpstr>Aptos</vt:lpstr>
      <vt:lpstr>Arial</vt:lpstr>
      <vt:lpstr>Calibri</vt:lpstr>
      <vt:lpstr>Calibri Light</vt:lpstr>
      <vt:lpstr>Helvetica Neue</vt:lpstr>
      <vt:lpstr>Wingdings</vt:lpstr>
      <vt:lpstr>Retrospektíva</vt:lpstr>
      <vt:lpstr>eTermín  Digitálne zdravotníctvo</vt:lpstr>
      <vt:lpstr>Aktuálna situácia v zdravotníctve</vt:lpstr>
      <vt:lpstr>Čo je eTermín?</vt:lpstr>
      <vt:lpstr>Architektúra systému</vt:lpstr>
      <vt:lpstr>Výsledok projektu</vt:lpstr>
      <vt:lpstr>eTermín  Užívateľské požiadavky</vt:lpstr>
      <vt:lpstr>Požiadavky pacienta</vt:lpstr>
      <vt:lpstr>Požiadavky lekára</vt:lpstr>
      <vt:lpstr>Požiadavky administrátora</vt:lpstr>
      <vt:lpstr>Nefunkčné požiadavky</vt:lpstr>
      <vt:lpstr>eTermín SWOT analýza</vt:lpstr>
      <vt:lpstr>Silné stránky</vt:lpstr>
      <vt:lpstr>Slabé stránky</vt:lpstr>
      <vt:lpstr>Príležitosti</vt:lpstr>
      <vt:lpstr>Hrozby</vt:lpstr>
      <vt:lpstr>SWOT analýza eTermín</vt:lpstr>
      <vt:lpstr>SWOT analýza eTermín</vt:lpstr>
      <vt:lpstr>SWOT analýza eTermín</vt:lpstr>
      <vt:lpstr>SWOT analýza eTermín</vt:lpstr>
      <vt:lpstr>Prezentácia programu PowerPoint</vt:lpstr>
      <vt:lpstr>eTermín Vizualizácia modelových dát</vt:lpstr>
      <vt:lpstr>Prezentácia programu PowerPoint</vt:lpstr>
      <vt:lpstr>Prezentácia programu PowerPoint</vt:lpstr>
      <vt:lpstr>Prezentácia programu PowerPoint</vt:lpstr>
      <vt:lpstr>Miera vymeškania termínov</vt:lpstr>
      <vt:lpstr>Čas rezervácie</vt:lpstr>
      <vt:lpstr>Dostupnosť</vt:lpstr>
      <vt:lpstr>Predstih objednania</vt:lpstr>
      <vt:lpstr>eTermín: Etické aspekty projektu</vt:lpstr>
      <vt:lpstr>Prezentácia programu PowerPoint</vt:lpstr>
      <vt:lpstr>Prezentácia programu PowerPoint</vt:lpstr>
      <vt:lpstr>Prezentácia programu PowerPoint</vt:lpstr>
      <vt:lpstr>Prezentácia programu PowerPoint</vt:lpstr>
      <vt:lpstr>eTermín Entitno-relačný diagram</vt:lpstr>
      <vt:lpstr>Prezentácia programu PowerPoint</vt:lpstr>
      <vt:lpstr>Prezentácia programu PowerPoint</vt:lpstr>
      <vt:lpstr>Prezentácia programu PowerPoint</vt:lpstr>
      <vt:lpstr>Prezentácia programu PowerPoint</vt:lpstr>
      <vt:lpstr>Prezentácia programu PowerPoint</vt:lpstr>
      <vt:lpstr>eTermín Social computing</vt:lpstr>
      <vt:lpstr>Prezentácia programu PowerPoint</vt:lpstr>
      <vt:lpstr>Prezentácia programu PowerPoint</vt:lpstr>
      <vt:lpstr>Prezentácia programu PowerPoint</vt:lpstr>
      <vt:lpstr>Prezentácia programu PowerPoint</vt:lpstr>
      <vt:lpstr>Ďakujem za pozornosť</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Budinský</dc:creator>
  <cp:lastModifiedBy>Samuel Budinský</cp:lastModifiedBy>
  <cp:revision>40</cp:revision>
  <dcterms:created xsi:type="dcterms:W3CDTF">2026-02-24T18:24:02Z</dcterms:created>
  <dcterms:modified xsi:type="dcterms:W3CDTF">2026-04-09T14:12:35Z</dcterms:modified>
</cp:coreProperties>
</file>