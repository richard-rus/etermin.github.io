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8"/>
  </p:notesMasterIdLst>
  <p:sldIdLst>
    <p:sldId id="256" r:id="rId2"/>
    <p:sldId id="282" r:id="rId3"/>
    <p:sldId id="288" r:id="rId4"/>
    <p:sldId id="289" r:id="rId5"/>
    <p:sldId id="287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4B4C4-9EC7-47A2-A5B8-31AEB58D0019}" v="73" dt="2026-04-23T17:07:36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5" autoAdjust="0"/>
    <p:restoredTop sz="94702"/>
  </p:normalViewPr>
  <p:slideViewPr>
    <p:cSldViewPr snapToGrid="0">
      <p:cViewPr varScale="1">
        <p:scale>
          <a:sx n="105" d="100"/>
          <a:sy n="105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23. 4. 2026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766" y="454152"/>
            <a:ext cx="8660973" cy="3566160"/>
          </a:xfrm>
        </p:spPr>
        <p:txBody>
          <a:bodyPr/>
          <a:lstStyle/>
          <a:p>
            <a:r>
              <a:rPr lang="sk-SK" b="1" dirty="0"/>
              <a:t>Dodávateľský</a:t>
            </a:r>
            <a:br>
              <a:rPr lang="en-US" b="1" dirty="0"/>
            </a:br>
            <a:r>
              <a:rPr lang="sk-SK" b="1" dirty="0"/>
              <a:t> reťazec</a:t>
            </a:r>
            <a:endParaRPr lang="sk-SK" b="1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766" y="47912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  <p:pic>
        <p:nvPicPr>
          <p:cNvPr id="4" name="Picture 4" descr="12 Features Of Supply Chain Management [2025]">
            <a:extLst>
              <a:ext uri="{FF2B5EF4-FFF2-40B4-BE49-F238E27FC236}">
                <a16:creationId xmlns:a16="http://schemas.microsoft.com/office/drawing/2014/main" id="{560EEB11-D334-4A6D-DB5A-C5FC95B7C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589" y="1450850"/>
            <a:ext cx="3956299" cy="395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59AA-39CD-040E-C6A3-D217B8BC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795574E0-7C53-83F7-826A-F338FAE77B91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Garantuje dostupnosť aplikácie 24/7</a:t>
            </a:r>
          </a:p>
          <a:p>
            <a:r>
              <a:rPr lang="sk-SK" dirty="0"/>
              <a:t>Zabezpečuje stabilitu systému aj pri zvýšenej záťaži používateľov</a:t>
            </a:r>
          </a:p>
          <a:p>
            <a:r>
              <a:rPr lang="sk-SK" dirty="0"/>
              <a:t>Výkon sa prispôsobuje aktuálnemu počtu používateľov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0ABCA0B8-9C1F-B524-06C6-CA047811693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Cloudový </a:t>
            </a:r>
            <a:r>
              <a:rPr lang="sk-SK" sz="5000" b="1" dirty="0" err="1">
                <a:solidFill>
                  <a:schemeClr val="tx1"/>
                </a:solidFill>
              </a:rPr>
              <a:t>hosting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What is Cloud Hosting? Differences from Web Hosting">
            <a:extLst>
              <a:ext uri="{FF2B5EF4-FFF2-40B4-BE49-F238E27FC236}">
                <a16:creationId xmlns:a16="http://schemas.microsoft.com/office/drawing/2014/main" id="{81FAC198-717A-ED66-5BCE-7F353F0FF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1" y="2221593"/>
            <a:ext cx="4838700" cy="323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91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17B6-3888-0895-3B8E-EF227A27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314D6F83-5CFB-59EF-4843-8637D1BA46D7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Automaticky upozorňuje pacientov na blížiaci sa termín</a:t>
            </a:r>
          </a:p>
          <a:p>
            <a:r>
              <a:rPr lang="sk-SK" dirty="0"/>
              <a:t>Informuje o prípadnej zmene alebo zrušení termínu</a:t>
            </a:r>
          </a:p>
          <a:p>
            <a:r>
              <a:rPr lang="sk-SK" dirty="0"/>
              <a:t>Prispieva k zníženiu počtu neuskutočnených návštev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F4DAFBC0-A0B1-42B4-D178-8430F58293D1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SMS a e-mailové notifikácie</a:t>
            </a:r>
          </a:p>
        </p:txBody>
      </p:sp>
      <p:pic>
        <p:nvPicPr>
          <p:cNvPr id="3074" name="Picture 2" descr="D2L Email and Text Notifications | LTC Instructional Resources">
            <a:extLst>
              <a:ext uri="{FF2B5EF4-FFF2-40B4-BE49-F238E27FC236}">
                <a16:creationId xmlns:a16="http://schemas.microsoft.com/office/drawing/2014/main" id="{5CB0A62F-8396-9CD3-FF25-15D9F62A3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345" y="1981200"/>
            <a:ext cx="4364081" cy="373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72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48D1-0A4E-733D-BEDE-866E9904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43209110-3CCD-1DF7-C53D-E499B6A7B3BF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Zhromažďuje a spracováva hodnotenia lekárov od pacientov</a:t>
            </a:r>
          </a:p>
          <a:p>
            <a:r>
              <a:rPr lang="sk-SK" dirty="0"/>
              <a:t>Moderuje obsah a filtruje nevhodné príspevky</a:t>
            </a:r>
          </a:p>
          <a:p>
            <a:r>
              <a:rPr lang="sk-SK" dirty="0"/>
              <a:t>Prezentuje hodnotenia lekárov pacientom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21404DF3-D983-5832-1B8A-C8CFD0920A25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Správa recenzií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2235120-8D48-5CB8-F334-22AB80DB4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640" y="2305297"/>
            <a:ext cx="5821568" cy="306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647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C581-2B91-3D35-7FB8-7EE8DD0B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63DFD326-30F3-36C2-688A-F9F53A75AB2A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Zobrazuje polohu ambulancií na interaktívnej mape</a:t>
            </a:r>
          </a:p>
          <a:p>
            <a:r>
              <a:rPr lang="sk-SK" dirty="0"/>
              <a:t>Umožňuje pacientom vyhľadať konkrétnu ordináciu podľa lokality</a:t>
            </a:r>
          </a:p>
          <a:p>
            <a:r>
              <a:rPr lang="sk-SK" dirty="0"/>
              <a:t>Poskytuje trasu vrátane orientačného času presunu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DEA91D93-516C-370D-26D3-4168F298C20D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Mapové služby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9A5639E6-D4AE-0FBF-6CFA-BECABA68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63" y="2120357"/>
            <a:ext cx="4814888" cy="317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2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5122" name="Picture 2" descr="Healthcare Logistics &amp; Supply Chain Management: Improving Coordination and  Transport - Medi-Ops">
            <a:extLst>
              <a:ext uri="{FF2B5EF4-FFF2-40B4-BE49-F238E27FC236}">
                <a16:creationId xmlns:a16="http://schemas.microsoft.com/office/drawing/2014/main" id="{FEE89E4D-21C7-0014-1D21-3ECB49A40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1613477"/>
            <a:ext cx="591502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792</TotalTime>
  <Words>105</Words>
  <Application>Microsoft Office PowerPoint</Application>
  <PresentationFormat>Širokouhlá</PresentationFormat>
  <Paragraphs>21</Paragraphs>
  <Slides>6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Retrospektíva</vt:lpstr>
      <vt:lpstr>Dodávateľský  reťazec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Damián Kaszycki</cp:lastModifiedBy>
  <cp:revision>34</cp:revision>
  <dcterms:created xsi:type="dcterms:W3CDTF">2026-02-24T18:24:02Z</dcterms:created>
  <dcterms:modified xsi:type="dcterms:W3CDTF">2026-04-23T17:08:37Z</dcterms:modified>
</cp:coreProperties>
</file>