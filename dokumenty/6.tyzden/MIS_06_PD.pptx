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2" r:id="rId1"/>
  </p:sldMasterIdLst>
  <p:notesMasterIdLst>
    <p:notesMasterId r:id="rId9"/>
  </p:notesMasterIdLst>
  <p:sldIdLst>
    <p:sldId id="256" r:id="rId2"/>
    <p:sldId id="264" r:id="rId3"/>
    <p:sldId id="276" r:id="rId4"/>
    <p:sldId id="279" r:id="rId5"/>
    <p:sldId id="280" r:id="rId6"/>
    <p:sldId id="281" r:id="rId7"/>
    <p:sldId id="27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48" autoAdjust="0"/>
    <p:restoredTop sz="94671"/>
  </p:normalViewPr>
  <p:slideViewPr>
    <p:cSldViewPr snapToGrid="0">
      <p:cViewPr varScale="1">
        <p:scale>
          <a:sx n="91" d="100"/>
          <a:sy n="91" d="100"/>
        </p:scale>
        <p:origin x="7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D93F9-2FAE-4317-8508-8C34E94D399D}" type="datetimeFigureOut">
              <a:rPr lang="sk-SK" smtClean="0"/>
              <a:t>19. 3. 2026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4D178-9940-4229-B9AB-D1ABBAB2CB8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8778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4D178-9940-4229-B9AB-D1ABBAB2CB88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9144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6707" y="6400800"/>
            <a:ext cx="1224870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 userDrawn="1"/>
        </p:nvSpPr>
        <p:spPr>
          <a:xfrm>
            <a:off x="15" y="6334316"/>
            <a:ext cx="1219198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07658" y="4343400"/>
            <a:ext cx="480495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B557B41B-3F4A-458C-6282-6D94CEE66D36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08104C2-16AC-D39D-59FE-EA56610AEC27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26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3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07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2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6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5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097" y="6400800"/>
            <a:ext cx="1220309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20309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873172D-ECC8-2CA4-A467-DE5523E412B6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B05AC86-44A6-D1A7-20BA-AF3CB1D48D5C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69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3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0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>
            <a:extLst>
              <a:ext uri="{FF2B5EF4-FFF2-40B4-BE49-F238E27FC236}">
                <a16:creationId xmlns:a16="http://schemas.microsoft.com/office/drawing/2014/main" id="{46CB1EA5-435B-B93D-1AB5-27774F31673B}"/>
              </a:ext>
            </a:extLst>
          </p:cNvPr>
          <p:cNvSpPr/>
          <p:nvPr userDrawn="1"/>
        </p:nvSpPr>
        <p:spPr>
          <a:xfrm>
            <a:off x="-12701" y="6400799"/>
            <a:ext cx="12217401" cy="473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A60BC72-0426-9A61-9A42-6E59696A30DD}"/>
              </a:ext>
            </a:extLst>
          </p:cNvPr>
          <p:cNvSpPr/>
          <p:nvPr userDrawn="1"/>
        </p:nvSpPr>
        <p:spPr>
          <a:xfrm>
            <a:off x="-15861" y="6334316"/>
            <a:ext cx="122174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ADF2AC7-7C88-F5CE-6ED0-1DF84C7F971B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048880D3-048D-0FE3-98F0-F3459BB2C80F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4734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195D7-4AE8-A637-8B15-A9230D9D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8660973" cy="3566160"/>
          </a:xfrm>
        </p:spPr>
        <p:txBody>
          <a:bodyPr/>
          <a:lstStyle/>
          <a:p>
            <a:r>
              <a:rPr lang="sk-SK" b="1" dirty="0"/>
              <a:t>Entitno-relačný diagram</a:t>
            </a:r>
            <a:endParaRPr lang="sk-SK" b="1" dirty="0">
              <a:solidFill>
                <a:schemeClr val="tx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38073C-523D-5175-986A-BCCF93A20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5096036"/>
            <a:ext cx="7083691" cy="1186102"/>
          </a:xfrm>
        </p:spPr>
        <p:txBody>
          <a:bodyPr>
            <a:noAutofit/>
          </a:bodyPr>
          <a:lstStyle/>
          <a:p>
            <a:r>
              <a:rPr lang="sk-SK" b="1" dirty="0">
                <a:solidFill>
                  <a:schemeClr val="tx1"/>
                </a:solidFill>
                <a:latin typeface="+mn-lt"/>
              </a:rPr>
              <a:t>Terminátori:</a:t>
            </a:r>
          </a:p>
          <a:p>
            <a:r>
              <a:rPr lang="sk-SK" dirty="0">
                <a:solidFill>
                  <a:schemeClr val="tx1"/>
                </a:solidFill>
                <a:latin typeface="+mn-lt"/>
              </a:rPr>
              <a:t>Damián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Kaszycki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Richard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Rúš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Ľudmila 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Koperdáková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Samuel Budinský 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6009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5EBE5-F5D1-2178-3C58-3066B7A7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1CC71C54-9A56-1C4F-4015-6BE1BF37E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4" t="1047" r="914" b="1203"/>
          <a:stretch>
            <a:fillRect/>
          </a:stretch>
        </p:blipFill>
        <p:spPr>
          <a:xfrm>
            <a:off x="2642221" y="546074"/>
            <a:ext cx="6072733" cy="5785766"/>
          </a:xfrm>
          <a:prstGeom prst="rect">
            <a:avLst/>
          </a:prstGeom>
        </p:spPr>
      </p:pic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606016D7-95B7-CEF8-0A5A-B047FED36A42}"/>
              </a:ext>
            </a:extLst>
          </p:cNvPr>
          <p:cNvSpPr txBox="1">
            <a:spLocks/>
          </p:cNvSpPr>
          <p:nvPr/>
        </p:nvSpPr>
        <p:spPr>
          <a:xfrm>
            <a:off x="919285" y="1889136"/>
            <a:ext cx="10450121" cy="47940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endParaRPr lang="sk-SK" dirty="0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3C4E46B0-8C72-3D72-8B74-6AE46CBF7122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sk-SK" sz="5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2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4D67-1470-CE02-5D05-F4042452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A2608AEE-7EB7-203E-0736-7B6FAAA3A534}"/>
              </a:ext>
            </a:extLst>
          </p:cNvPr>
          <p:cNvSpPr txBox="1">
            <a:spLocks/>
          </p:cNvSpPr>
          <p:nvPr/>
        </p:nvSpPr>
        <p:spPr>
          <a:xfrm>
            <a:off x="919286" y="2736291"/>
            <a:ext cx="6528537" cy="95880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dirty="0" err="1"/>
              <a:t>pacient_id</a:t>
            </a:r>
            <a:r>
              <a:rPr lang="en-US" dirty="0"/>
              <a:t> – </a:t>
            </a:r>
            <a:r>
              <a:rPr lang="en-US" b="1" dirty="0"/>
              <a:t>PK</a:t>
            </a:r>
            <a:endParaRPr lang="sk-SK" dirty="0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86547C87-52A3-8A0F-DBDF-A97AEA72783F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Pacient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EB3CAF7C-A888-133F-51CE-832C7F3F8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1" t="1349" r="67230" b="65225"/>
          <a:stretch>
            <a:fillRect/>
          </a:stretch>
        </p:blipFill>
        <p:spPr>
          <a:xfrm>
            <a:off x="7608364" y="1753805"/>
            <a:ext cx="4162721" cy="44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9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B3B4C-41EE-1F85-CCF9-030B2323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4701C8B4-60DA-FF70-64DF-ECCEF4BBEE4C}"/>
              </a:ext>
            </a:extLst>
          </p:cNvPr>
          <p:cNvSpPr txBox="1">
            <a:spLocks/>
          </p:cNvSpPr>
          <p:nvPr/>
        </p:nvSpPr>
        <p:spPr>
          <a:xfrm>
            <a:off x="919287" y="2603672"/>
            <a:ext cx="6344008" cy="122145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doktor_id – </a:t>
            </a:r>
            <a:r>
              <a:rPr lang="sk-SK" b="1" dirty="0"/>
              <a:t>PK</a:t>
            </a:r>
          </a:p>
          <a:p>
            <a:r>
              <a:rPr lang="sk-SK" dirty="0" err="1"/>
              <a:t>klinika_id</a:t>
            </a:r>
            <a:r>
              <a:rPr lang="sk-SK" dirty="0"/>
              <a:t> – </a:t>
            </a:r>
            <a:r>
              <a:rPr lang="sk-SK" b="1" dirty="0"/>
              <a:t>FK</a:t>
            </a:r>
            <a:r>
              <a:rPr lang="sk-SK" dirty="0"/>
              <a:t> → Klinika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2BB4B134-2EC2-C2DF-B933-B0D7A87687AF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Doktor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B2B923F9-55FA-7BD6-DF8C-450A5B3C39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4" t="61354" r="65136" b="1015"/>
          <a:stretch>
            <a:fillRect/>
          </a:stretch>
        </p:blipFill>
        <p:spPr>
          <a:xfrm>
            <a:off x="7263294" y="1436914"/>
            <a:ext cx="4009419" cy="48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2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F3A9E-345B-28EE-77CB-642EDC35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06BFBB16-EAE0-3239-8D86-7A5EEEC01CB2}"/>
              </a:ext>
            </a:extLst>
          </p:cNvPr>
          <p:cNvSpPr txBox="1">
            <a:spLocks/>
          </p:cNvSpPr>
          <p:nvPr/>
        </p:nvSpPr>
        <p:spPr>
          <a:xfrm>
            <a:off x="919287" y="2708373"/>
            <a:ext cx="6344008" cy="122145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 err="1"/>
              <a:t>klinika_id</a:t>
            </a:r>
            <a:r>
              <a:rPr lang="sk-SK" dirty="0"/>
              <a:t> – </a:t>
            </a:r>
            <a:r>
              <a:rPr lang="sk-SK" b="1" dirty="0"/>
              <a:t>PK</a:t>
            </a:r>
            <a:endParaRPr lang="sk-SK" dirty="0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E115021B-84C6-6A9C-E120-1872C565FFFA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Klinika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7B26CB38-4E74-4CE4-57FE-446C0465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899" t="70870" r="1817" b="7199"/>
          <a:stretch>
            <a:fillRect/>
          </a:stretch>
        </p:blipFill>
        <p:spPr>
          <a:xfrm>
            <a:off x="6908800" y="2005536"/>
            <a:ext cx="4611141" cy="323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5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98E1C-A3E0-EBBD-8D9B-4A572E3F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D15866B9-11A5-4C59-9C03-41FDFD6D2808}"/>
              </a:ext>
            </a:extLst>
          </p:cNvPr>
          <p:cNvSpPr txBox="1">
            <a:spLocks/>
          </p:cNvSpPr>
          <p:nvPr/>
        </p:nvSpPr>
        <p:spPr>
          <a:xfrm>
            <a:off x="919287" y="1821897"/>
            <a:ext cx="6344008" cy="3476041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 err="1"/>
              <a:t>termin_id</a:t>
            </a:r>
            <a:r>
              <a:rPr lang="sk-SK" dirty="0"/>
              <a:t> – </a:t>
            </a:r>
            <a:r>
              <a:rPr lang="sk-SK" b="1" dirty="0"/>
              <a:t>PK</a:t>
            </a:r>
          </a:p>
          <a:p>
            <a:r>
              <a:rPr lang="sk-SK" dirty="0" err="1"/>
              <a:t>pacient_id</a:t>
            </a:r>
            <a:r>
              <a:rPr lang="sk-SK" dirty="0"/>
              <a:t> – </a:t>
            </a:r>
            <a:r>
              <a:rPr lang="sk-SK" b="1" dirty="0"/>
              <a:t>FK</a:t>
            </a:r>
            <a:r>
              <a:rPr lang="sk-SK" dirty="0"/>
              <a:t> → Pacient</a:t>
            </a:r>
          </a:p>
          <a:p>
            <a:r>
              <a:rPr lang="sk-SK" dirty="0"/>
              <a:t>doktor_id – </a:t>
            </a:r>
            <a:r>
              <a:rPr lang="sk-SK" b="1" dirty="0"/>
              <a:t>FK</a:t>
            </a:r>
            <a:r>
              <a:rPr lang="sk-SK" dirty="0"/>
              <a:t> → Doktor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3E12D995-8BCD-5C93-AC22-49EBB493E016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Termín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08785C07-9F3E-C59B-5882-3C538D907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84" t="30509" r="33872" b="38444"/>
          <a:stretch>
            <a:fillRect/>
          </a:stretch>
        </p:blipFill>
        <p:spPr>
          <a:xfrm>
            <a:off x="7480480" y="1268928"/>
            <a:ext cx="3938816" cy="48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6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49E90-F384-5437-F77E-9A11A62A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33" y="1947672"/>
            <a:ext cx="4568952" cy="2788282"/>
          </a:xfrm>
        </p:spPr>
        <p:txBody>
          <a:bodyPr anchor="ctr">
            <a:no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Ďakujeme za pozornosť</a:t>
            </a: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A9B948C3-D404-B295-E8BD-3C1209FBB4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54"/>
          <a:stretch>
            <a:fillRect/>
          </a:stretch>
        </p:blipFill>
        <p:spPr>
          <a:xfrm>
            <a:off x="6096000" y="1523844"/>
            <a:ext cx="5715000" cy="38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82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a">
  <a:themeElements>
    <a:clrScheme name="Vlastné 16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303D8B"/>
      </a:accent1>
      <a:accent2>
        <a:srgbClr val="303D8B"/>
      </a:accent2>
      <a:accent3>
        <a:srgbClr val="303D8B"/>
      </a:accent3>
      <a:accent4>
        <a:srgbClr val="303D8B"/>
      </a:accent4>
      <a:accent5>
        <a:srgbClr val="303D8B"/>
      </a:accent5>
      <a:accent6>
        <a:srgbClr val="303D8B"/>
      </a:accent6>
      <a:hlink>
        <a:srgbClr val="303D8B"/>
      </a:hlink>
      <a:folHlink>
        <a:srgbClr val="303D8B"/>
      </a:folHlink>
    </a:clrScheme>
    <a:fontScheme name="Retrospektí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459</TotalTime>
  <Words>64</Words>
  <Application>Microsoft Office PowerPoint</Application>
  <PresentationFormat>Širokouhlá</PresentationFormat>
  <Paragraphs>16</Paragraphs>
  <Slides>7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Retrospektíva</vt:lpstr>
      <vt:lpstr>Entitno-relačný diagram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Budinský</dc:creator>
  <cp:lastModifiedBy>Samuel Budinský</cp:lastModifiedBy>
  <cp:revision>29</cp:revision>
  <dcterms:created xsi:type="dcterms:W3CDTF">2026-02-24T18:24:02Z</dcterms:created>
  <dcterms:modified xsi:type="dcterms:W3CDTF">2026-03-19T22:11:09Z</dcterms:modified>
</cp:coreProperties>
</file>