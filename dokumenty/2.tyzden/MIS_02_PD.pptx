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8" r:id="rId7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3"/>
    <p:restoredTop sz="94611"/>
  </p:normalViewPr>
  <p:slideViewPr>
    <p:cSldViewPr snapToGrid="0">
      <p:cViewPr>
        <p:scale>
          <a:sx n="113" d="100"/>
          <a:sy n="113" d="100"/>
        </p:scale>
        <p:origin x="664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AB9BDD-D2AC-48A3-85E2-E22934283958}" type="doc">
      <dgm:prSet loTypeId="urn:microsoft.com/office/officeart/2008/layout/LinedLis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C6D9E2-E79B-4FF5-A928-4731A232353D}">
      <dgm:prSet custT="1"/>
      <dgm:spPr/>
      <dgm:t>
        <a:bodyPr anchor="ctr"/>
        <a:lstStyle/>
        <a:p>
          <a:r>
            <a:rPr lang="sk-SK" sz="3200" b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Používateľský účet</a:t>
          </a:r>
          <a:endParaRPr lang="en-US" sz="3200" b="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C7F2F7DE-CB67-40D4-8814-D9B37F88CC68}" type="parTrans" cxnId="{E500245B-D8FD-4CE5-8995-6030B66AD29C}">
      <dgm:prSet/>
      <dgm:spPr/>
      <dgm:t>
        <a:bodyPr/>
        <a:lstStyle/>
        <a:p>
          <a:endParaRPr lang="en-US"/>
        </a:p>
      </dgm:t>
    </dgm:pt>
    <dgm:pt modelId="{BAD199CB-A93E-4706-9CB1-80738E776328}" type="sibTrans" cxnId="{E500245B-D8FD-4CE5-8995-6030B66AD29C}">
      <dgm:prSet/>
      <dgm:spPr/>
      <dgm:t>
        <a:bodyPr/>
        <a:lstStyle/>
        <a:p>
          <a:endParaRPr lang="en-US"/>
        </a:p>
      </dgm:t>
    </dgm:pt>
    <dgm:pt modelId="{E221785A-1C15-413A-BF53-FD9B4D93D3B9}">
      <dgm:prSet custT="1"/>
      <dgm:spPr/>
      <dgm:t>
        <a:bodyPr anchor="ctr"/>
        <a:lstStyle/>
        <a:p>
          <a:r>
            <a:rPr lang="en-US" sz="3200" b="0" dirty="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Rodinní</a:t>
          </a:r>
          <a:r>
            <a:rPr lang="en-US" sz="3200" b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 </a:t>
          </a:r>
          <a:r>
            <a:rPr lang="en-US" sz="3200" b="0" dirty="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príslušníci</a:t>
          </a:r>
          <a:endParaRPr lang="en-US" sz="3200" b="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57E8A92A-4F7A-4482-ACA9-8A56ED9D6373}" type="parTrans" cxnId="{C0E8F5C2-C5F8-495C-91FF-079044037A48}">
      <dgm:prSet/>
      <dgm:spPr/>
      <dgm:t>
        <a:bodyPr/>
        <a:lstStyle/>
        <a:p>
          <a:endParaRPr lang="en-US"/>
        </a:p>
      </dgm:t>
    </dgm:pt>
    <dgm:pt modelId="{5186FF59-69D1-45D9-87CF-0DB41DE8514B}" type="sibTrans" cxnId="{C0E8F5C2-C5F8-495C-91FF-079044037A48}">
      <dgm:prSet/>
      <dgm:spPr/>
      <dgm:t>
        <a:bodyPr/>
        <a:lstStyle/>
        <a:p>
          <a:endParaRPr lang="en-US"/>
        </a:p>
      </dgm:t>
    </dgm:pt>
    <dgm:pt modelId="{48CF3636-1A9B-46A6-AB7E-E3933A78C522}">
      <dgm:prSet custT="1"/>
      <dgm:spPr/>
      <dgm:t>
        <a:bodyPr anchor="ctr"/>
        <a:lstStyle/>
        <a:p>
          <a:r>
            <a:rPr lang="sk-SK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Vyhľadávanie lekárov</a:t>
          </a:r>
          <a:endParaRPr lang="en-US" sz="3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BDDF3314-F34A-4A33-B22F-519B8A96B234}" type="parTrans" cxnId="{539D42C5-DA75-407D-9E33-EEDF12015927}">
      <dgm:prSet/>
      <dgm:spPr/>
      <dgm:t>
        <a:bodyPr/>
        <a:lstStyle/>
        <a:p>
          <a:endParaRPr lang="en-US"/>
        </a:p>
      </dgm:t>
    </dgm:pt>
    <dgm:pt modelId="{2C9740D8-287F-4EE8-8DC9-5EBE19FF87CE}" type="sibTrans" cxnId="{539D42C5-DA75-407D-9E33-EEDF12015927}">
      <dgm:prSet/>
      <dgm:spPr/>
      <dgm:t>
        <a:bodyPr/>
        <a:lstStyle/>
        <a:p>
          <a:endParaRPr lang="en-US"/>
        </a:p>
      </dgm:t>
    </dgm:pt>
    <dgm:pt modelId="{3E09D733-B381-4621-A2B5-B27934DE5664}">
      <dgm:prSet custT="1"/>
      <dgm:spPr/>
      <dgm:t>
        <a:bodyPr anchor="ctr"/>
        <a:lstStyle/>
        <a:p>
          <a:r>
            <a:rPr lang="sk-SK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Rezervovanie termínu</a:t>
          </a:r>
          <a:endParaRPr lang="en-US" sz="3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51F760E9-7AEA-4273-82A8-FDB53EA72655}" type="parTrans" cxnId="{FDA46A09-0791-4FB8-8778-9B481E989052}">
      <dgm:prSet/>
      <dgm:spPr/>
      <dgm:t>
        <a:bodyPr/>
        <a:lstStyle/>
        <a:p>
          <a:endParaRPr lang="en-US"/>
        </a:p>
      </dgm:t>
    </dgm:pt>
    <dgm:pt modelId="{D305CCCB-C1BA-48A9-8402-C8710EEF8CCD}" type="sibTrans" cxnId="{FDA46A09-0791-4FB8-8778-9B481E989052}">
      <dgm:prSet/>
      <dgm:spPr/>
      <dgm:t>
        <a:bodyPr/>
        <a:lstStyle/>
        <a:p>
          <a:endParaRPr lang="en-US"/>
        </a:p>
      </dgm:t>
    </dgm:pt>
    <dgm:pt modelId="{23BEA33C-2269-1245-92B3-29D9A976DAE9}">
      <dgm:prSet/>
      <dgm:spPr/>
      <dgm:t>
        <a:bodyPr/>
        <a:lstStyle/>
        <a:p>
          <a:r>
            <a:rPr lang="sk-SK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Notifikácie o termínoch</a:t>
          </a:r>
        </a:p>
      </dgm:t>
    </dgm:pt>
    <dgm:pt modelId="{347A3EC5-5500-4344-B2C1-30F746FAFA92}" type="parTrans" cxnId="{AB8394CC-F076-FF48-8705-B86DA3098536}">
      <dgm:prSet/>
      <dgm:spPr/>
      <dgm:t>
        <a:bodyPr/>
        <a:lstStyle/>
        <a:p>
          <a:endParaRPr lang="sk-SK"/>
        </a:p>
      </dgm:t>
    </dgm:pt>
    <dgm:pt modelId="{7A05FA98-1CF4-D841-815E-356EB9D15855}" type="sibTrans" cxnId="{AB8394CC-F076-FF48-8705-B86DA3098536}">
      <dgm:prSet/>
      <dgm:spPr/>
      <dgm:t>
        <a:bodyPr/>
        <a:lstStyle/>
        <a:p>
          <a:endParaRPr lang="sk-SK"/>
        </a:p>
      </dgm:t>
    </dgm:pt>
    <dgm:pt modelId="{CD38A00E-A3C3-8E46-9166-89E5B41D8219}">
      <dgm:prSet/>
      <dgm:spPr/>
      <dgm:t>
        <a:bodyPr/>
        <a:lstStyle/>
        <a:p>
          <a:r>
            <a:rPr lang="sk-SK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História návštev</a:t>
          </a:r>
        </a:p>
      </dgm:t>
    </dgm:pt>
    <dgm:pt modelId="{E186BDD1-24C0-444B-AC8F-B0AD2DAA9449}" type="parTrans" cxnId="{14561587-9FE6-F340-A043-8EBF6257F404}">
      <dgm:prSet/>
      <dgm:spPr/>
      <dgm:t>
        <a:bodyPr/>
        <a:lstStyle/>
        <a:p>
          <a:endParaRPr lang="sk-SK"/>
        </a:p>
      </dgm:t>
    </dgm:pt>
    <dgm:pt modelId="{8F67A890-72BF-844A-AAD2-5DC32CA5E3AF}" type="sibTrans" cxnId="{14561587-9FE6-F340-A043-8EBF6257F404}">
      <dgm:prSet/>
      <dgm:spPr/>
      <dgm:t>
        <a:bodyPr/>
        <a:lstStyle/>
        <a:p>
          <a:endParaRPr lang="sk-SK"/>
        </a:p>
      </dgm:t>
    </dgm:pt>
    <dgm:pt modelId="{405D7C82-7F46-9A4F-BAF7-A9645B5A0795}" type="pres">
      <dgm:prSet presAssocID="{E7AB9BDD-D2AC-48A3-85E2-E22934283958}" presName="vert0" presStyleCnt="0">
        <dgm:presLayoutVars>
          <dgm:dir/>
          <dgm:animOne val="branch"/>
          <dgm:animLvl val="lvl"/>
        </dgm:presLayoutVars>
      </dgm:prSet>
      <dgm:spPr/>
    </dgm:pt>
    <dgm:pt modelId="{1D70A020-6762-E74E-9D6D-668D3C95CE3A}" type="pres">
      <dgm:prSet presAssocID="{4DC6D9E2-E79B-4FF5-A928-4731A232353D}" presName="thickLine" presStyleLbl="alignNode1" presStyleIdx="0" presStyleCnt="6"/>
      <dgm:spPr/>
    </dgm:pt>
    <dgm:pt modelId="{AC9514AA-6F66-E34B-BCD8-C1ADED8FEE14}" type="pres">
      <dgm:prSet presAssocID="{4DC6D9E2-E79B-4FF5-A928-4731A232353D}" presName="horz1" presStyleCnt="0"/>
      <dgm:spPr/>
    </dgm:pt>
    <dgm:pt modelId="{3CCC34C4-E39B-8743-8E5D-8D0D5D5600C5}" type="pres">
      <dgm:prSet presAssocID="{4DC6D9E2-E79B-4FF5-A928-4731A232353D}" presName="tx1" presStyleLbl="revTx" presStyleIdx="0" presStyleCnt="6"/>
      <dgm:spPr/>
    </dgm:pt>
    <dgm:pt modelId="{F48C7B95-ACDA-1F49-945B-15CD109A1407}" type="pres">
      <dgm:prSet presAssocID="{4DC6D9E2-E79B-4FF5-A928-4731A232353D}" presName="vert1" presStyleCnt="0"/>
      <dgm:spPr/>
    </dgm:pt>
    <dgm:pt modelId="{587FE207-F05E-6649-9C21-1EA9BF642201}" type="pres">
      <dgm:prSet presAssocID="{E221785A-1C15-413A-BF53-FD9B4D93D3B9}" presName="thickLine" presStyleLbl="alignNode1" presStyleIdx="1" presStyleCnt="6"/>
      <dgm:spPr/>
    </dgm:pt>
    <dgm:pt modelId="{8BA0C28B-8E4D-8B49-A8E0-4CB49A0ED6BE}" type="pres">
      <dgm:prSet presAssocID="{E221785A-1C15-413A-BF53-FD9B4D93D3B9}" presName="horz1" presStyleCnt="0"/>
      <dgm:spPr/>
    </dgm:pt>
    <dgm:pt modelId="{A607230A-734E-AE47-888A-08B2D0F51729}" type="pres">
      <dgm:prSet presAssocID="{E221785A-1C15-413A-BF53-FD9B4D93D3B9}" presName="tx1" presStyleLbl="revTx" presStyleIdx="1" presStyleCnt="6"/>
      <dgm:spPr/>
    </dgm:pt>
    <dgm:pt modelId="{2FAED8D4-24C8-B446-965F-136862A7A345}" type="pres">
      <dgm:prSet presAssocID="{E221785A-1C15-413A-BF53-FD9B4D93D3B9}" presName="vert1" presStyleCnt="0"/>
      <dgm:spPr/>
    </dgm:pt>
    <dgm:pt modelId="{EDB7363F-3B69-C949-B305-A6E58425395E}" type="pres">
      <dgm:prSet presAssocID="{48CF3636-1A9B-46A6-AB7E-E3933A78C522}" presName="thickLine" presStyleLbl="alignNode1" presStyleIdx="2" presStyleCnt="6"/>
      <dgm:spPr/>
    </dgm:pt>
    <dgm:pt modelId="{04C98A7E-A5C6-3840-9B1D-29F42BDA44EA}" type="pres">
      <dgm:prSet presAssocID="{48CF3636-1A9B-46A6-AB7E-E3933A78C522}" presName="horz1" presStyleCnt="0"/>
      <dgm:spPr/>
    </dgm:pt>
    <dgm:pt modelId="{FEF6F2E6-BE38-E54B-8211-1FF77E9B178A}" type="pres">
      <dgm:prSet presAssocID="{48CF3636-1A9B-46A6-AB7E-E3933A78C522}" presName="tx1" presStyleLbl="revTx" presStyleIdx="2" presStyleCnt="6"/>
      <dgm:spPr/>
    </dgm:pt>
    <dgm:pt modelId="{B9D70C90-F314-5D44-944F-CC9812C1B20C}" type="pres">
      <dgm:prSet presAssocID="{48CF3636-1A9B-46A6-AB7E-E3933A78C522}" presName="vert1" presStyleCnt="0"/>
      <dgm:spPr/>
    </dgm:pt>
    <dgm:pt modelId="{FE287703-BC7B-8644-81FC-F1A75E90308A}" type="pres">
      <dgm:prSet presAssocID="{3E09D733-B381-4621-A2B5-B27934DE5664}" presName="thickLine" presStyleLbl="alignNode1" presStyleIdx="3" presStyleCnt="6"/>
      <dgm:spPr/>
    </dgm:pt>
    <dgm:pt modelId="{47A3E5FB-CFEA-3F42-AC75-6AB97CB6E880}" type="pres">
      <dgm:prSet presAssocID="{3E09D733-B381-4621-A2B5-B27934DE5664}" presName="horz1" presStyleCnt="0"/>
      <dgm:spPr/>
    </dgm:pt>
    <dgm:pt modelId="{DEA6FE09-44C0-A548-99C5-EACBC59BD4DB}" type="pres">
      <dgm:prSet presAssocID="{3E09D733-B381-4621-A2B5-B27934DE5664}" presName="tx1" presStyleLbl="revTx" presStyleIdx="3" presStyleCnt="6"/>
      <dgm:spPr/>
    </dgm:pt>
    <dgm:pt modelId="{B128AA6A-51CA-1B4D-BBEF-95CFE1264484}" type="pres">
      <dgm:prSet presAssocID="{3E09D733-B381-4621-A2B5-B27934DE5664}" presName="vert1" presStyleCnt="0"/>
      <dgm:spPr/>
    </dgm:pt>
    <dgm:pt modelId="{A88ABFF5-8A3A-0345-BF71-81FB2695711E}" type="pres">
      <dgm:prSet presAssocID="{23BEA33C-2269-1245-92B3-29D9A976DAE9}" presName="thickLine" presStyleLbl="alignNode1" presStyleIdx="4" presStyleCnt="6"/>
      <dgm:spPr/>
    </dgm:pt>
    <dgm:pt modelId="{DA08A31E-E3D1-CA41-BF40-87503C761C7F}" type="pres">
      <dgm:prSet presAssocID="{23BEA33C-2269-1245-92B3-29D9A976DAE9}" presName="horz1" presStyleCnt="0"/>
      <dgm:spPr/>
    </dgm:pt>
    <dgm:pt modelId="{8287DCB6-1D71-0548-AE60-A2A167738897}" type="pres">
      <dgm:prSet presAssocID="{23BEA33C-2269-1245-92B3-29D9A976DAE9}" presName="tx1" presStyleLbl="revTx" presStyleIdx="4" presStyleCnt="6"/>
      <dgm:spPr/>
    </dgm:pt>
    <dgm:pt modelId="{B1849984-1F15-6C4E-A163-34414569EEA7}" type="pres">
      <dgm:prSet presAssocID="{23BEA33C-2269-1245-92B3-29D9A976DAE9}" presName="vert1" presStyleCnt="0"/>
      <dgm:spPr/>
    </dgm:pt>
    <dgm:pt modelId="{650F9AB0-5DA5-624E-8318-5A4EF003C877}" type="pres">
      <dgm:prSet presAssocID="{CD38A00E-A3C3-8E46-9166-89E5B41D8219}" presName="thickLine" presStyleLbl="alignNode1" presStyleIdx="5" presStyleCnt="6"/>
      <dgm:spPr/>
    </dgm:pt>
    <dgm:pt modelId="{BB197499-A279-8842-9235-39BB06DAB6D0}" type="pres">
      <dgm:prSet presAssocID="{CD38A00E-A3C3-8E46-9166-89E5B41D8219}" presName="horz1" presStyleCnt="0"/>
      <dgm:spPr/>
    </dgm:pt>
    <dgm:pt modelId="{FD4AB5B8-B238-0E46-9DCF-36E21DEECE4D}" type="pres">
      <dgm:prSet presAssocID="{CD38A00E-A3C3-8E46-9166-89E5B41D8219}" presName="tx1" presStyleLbl="revTx" presStyleIdx="5" presStyleCnt="6"/>
      <dgm:spPr/>
    </dgm:pt>
    <dgm:pt modelId="{55BF8829-8A72-3B41-9215-5F918A2A3676}" type="pres">
      <dgm:prSet presAssocID="{CD38A00E-A3C3-8E46-9166-89E5B41D8219}" presName="vert1" presStyleCnt="0"/>
      <dgm:spPr/>
    </dgm:pt>
  </dgm:ptLst>
  <dgm:cxnLst>
    <dgm:cxn modelId="{FDA46A09-0791-4FB8-8778-9B481E989052}" srcId="{E7AB9BDD-D2AC-48A3-85E2-E22934283958}" destId="{3E09D733-B381-4621-A2B5-B27934DE5664}" srcOrd="3" destOrd="0" parTransId="{51F760E9-7AEA-4273-82A8-FDB53EA72655}" sibTransId="{D305CCCB-C1BA-48A9-8402-C8710EEF8CCD}"/>
    <dgm:cxn modelId="{F5627922-4882-7748-8146-F7DACED28CE1}" type="presOf" srcId="{23BEA33C-2269-1245-92B3-29D9A976DAE9}" destId="{8287DCB6-1D71-0548-AE60-A2A167738897}" srcOrd="0" destOrd="0" presId="urn:microsoft.com/office/officeart/2008/layout/LinedList"/>
    <dgm:cxn modelId="{03BEFE33-E9D2-634F-90B9-463A1ADA6D7A}" type="presOf" srcId="{CD38A00E-A3C3-8E46-9166-89E5B41D8219}" destId="{FD4AB5B8-B238-0E46-9DCF-36E21DEECE4D}" srcOrd="0" destOrd="0" presId="urn:microsoft.com/office/officeart/2008/layout/LinedList"/>
    <dgm:cxn modelId="{6AC5A83E-4509-DA4F-BB52-1EBA4BF0BBD3}" type="presOf" srcId="{E7AB9BDD-D2AC-48A3-85E2-E22934283958}" destId="{405D7C82-7F46-9A4F-BAF7-A9645B5A0795}" srcOrd="0" destOrd="0" presId="urn:microsoft.com/office/officeart/2008/layout/LinedList"/>
    <dgm:cxn modelId="{6B1A5B4A-ED3F-EA48-AD53-76C63DE5B0D8}" type="presOf" srcId="{E221785A-1C15-413A-BF53-FD9B4D93D3B9}" destId="{A607230A-734E-AE47-888A-08B2D0F51729}" srcOrd="0" destOrd="0" presId="urn:microsoft.com/office/officeart/2008/layout/LinedList"/>
    <dgm:cxn modelId="{E500245B-D8FD-4CE5-8995-6030B66AD29C}" srcId="{E7AB9BDD-D2AC-48A3-85E2-E22934283958}" destId="{4DC6D9E2-E79B-4FF5-A928-4731A232353D}" srcOrd="0" destOrd="0" parTransId="{C7F2F7DE-CB67-40D4-8814-D9B37F88CC68}" sibTransId="{BAD199CB-A93E-4706-9CB1-80738E776328}"/>
    <dgm:cxn modelId="{14561587-9FE6-F340-A043-8EBF6257F404}" srcId="{E7AB9BDD-D2AC-48A3-85E2-E22934283958}" destId="{CD38A00E-A3C3-8E46-9166-89E5B41D8219}" srcOrd="5" destOrd="0" parTransId="{E186BDD1-24C0-444B-AC8F-B0AD2DAA9449}" sibTransId="{8F67A890-72BF-844A-AAD2-5DC32CA5E3AF}"/>
    <dgm:cxn modelId="{8DAFB5A8-A8D9-3E43-ABAA-7270ACE9290A}" type="presOf" srcId="{48CF3636-1A9B-46A6-AB7E-E3933A78C522}" destId="{FEF6F2E6-BE38-E54B-8211-1FF77E9B178A}" srcOrd="0" destOrd="0" presId="urn:microsoft.com/office/officeart/2008/layout/LinedList"/>
    <dgm:cxn modelId="{646E30B1-AEAD-854C-89ED-CD27F38D044F}" type="presOf" srcId="{3E09D733-B381-4621-A2B5-B27934DE5664}" destId="{DEA6FE09-44C0-A548-99C5-EACBC59BD4DB}" srcOrd="0" destOrd="0" presId="urn:microsoft.com/office/officeart/2008/layout/LinedList"/>
    <dgm:cxn modelId="{C0E8F5C2-C5F8-495C-91FF-079044037A48}" srcId="{E7AB9BDD-D2AC-48A3-85E2-E22934283958}" destId="{E221785A-1C15-413A-BF53-FD9B4D93D3B9}" srcOrd="1" destOrd="0" parTransId="{57E8A92A-4F7A-4482-ACA9-8A56ED9D6373}" sibTransId="{5186FF59-69D1-45D9-87CF-0DB41DE8514B}"/>
    <dgm:cxn modelId="{539D42C5-DA75-407D-9E33-EEDF12015927}" srcId="{E7AB9BDD-D2AC-48A3-85E2-E22934283958}" destId="{48CF3636-1A9B-46A6-AB7E-E3933A78C522}" srcOrd="2" destOrd="0" parTransId="{BDDF3314-F34A-4A33-B22F-519B8A96B234}" sibTransId="{2C9740D8-287F-4EE8-8DC9-5EBE19FF87CE}"/>
    <dgm:cxn modelId="{AB8394CC-F076-FF48-8705-B86DA3098536}" srcId="{E7AB9BDD-D2AC-48A3-85E2-E22934283958}" destId="{23BEA33C-2269-1245-92B3-29D9A976DAE9}" srcOrd="4" destOrd="0" parTransId="{347A3EC5-5500-4344-B2C1-30F746FAFA92}" sibTransId="{7A05FA98-1CF4-D841-815E-356EB9D15855}"/>
    <dgm:cxn modelId="{E1AF36F3-BB64-3D4D-8987-08DE5567D4D5}" type="presOf" srcId="{4DC6D9E2-E79B-4FF5-A928-4731A232353D}" destId="{3CCC34C4-E39B-8743-8E5D-8D0D5D5600C5}" srcOrd="0" destOrd="0" presId="urn:microsoft.com/office/officeart/2008/layout/LinedList"/>
    <dgm:cxn modelId="{81279B4E-3612-8E4B-9B65-CDED7B0F1D6D}" type="presParOf" srcId="{405D7C82-7F46-9A4F-BAF7-A9645B5A0795}" destId="{1D70A020-6762-E74E-9D6D-668D3C95CE3A}" srcOrd="0" destOrd="0" presId="urn:microsoft.com/office/officeart/2008/layout/LinedList"/>
    <dgm:cxn modelId="{D68865C0-8306-4B48-BEC9-4D415E7DD906}" type="presParOf" srcId="{405D7C82-7F46-9A4F-BAF7-A9645B5A0795}" destId="{AC9514AA-6F66-E34B-BCD8-C1ADED8FEE14}" srcOrd="1" destOrd="0" presId="urn:microsoft.com/office/officeart/2008/layout/LinedList"/>
    <dgm:cxn modelId="{A4E78F11-C33B-BE4B-B1D2-074FB98DDD55}" type="presParOf" srcId="{AC9514AA-6F66-E34B-BCD8-C1ADED8FEE14}" destId="{3CCC34C4-E39B-8743-8E5D-8D0D5D5600C5}" srcOrd="0" destOrd="0" presId="urn:microsoft.com/office/officeart/2008/layout/LinedList"/>
    <dgm:cxn modelId="{3C2CA23A-524E-E649-9F6A-897F53C86DED}" type="presParOf" srcId="{AC9514AA-6F66-E34B-BCD8-C1ADED8FEE14}" destId="{F48C7B95-ACDA-1F49-945B-15CD109A1407}" srcOrd="1" destOrd="0" presId="urn:microsoft.com/office/officeart/2008/layout/LinedList"/>
    <dgm:cxn modelId="{E1DB0576-999C-384E-B4A7-D926945FB60F}" type="presParOf" srcId="{405D7C82-7F46-9A4F-BAF7-A9645B5A0795}" destId="{587FE207-F05E-6649-9C21-1EA9BF642201}" srcOrd="2" destOrd="0" presId="urn:microsoft.com/office/officeart/2008/layout/LinedList"/>
    <dgm:cxn modelId="{1ABD0A5E-CBBF-EA4D-851B-A82CBD9B4C07}" type="presParOf" srcId="{405D7C82-7F46-9A4F-BAF7-A9645B5A0795}" destId="{8BA0C28B-8E4D-8B49-A8E0-4CB49A0ED6BE}" srcOrd="3" destOrd="0" presId="urn:microsoft.com/office/officeart/2008/layout/LinedList"/>
    <dgm:cxn modelId="{F6F25FAF-914E-154F-BC87-D28B001F5E16}" type="presParOf" srcId="{8BA0C28B-8E4D-8B49-A8E0-4CB49A0ED6BE}" destId="{A607230A-734E-AE47-888A-08B2D0F51729}" srcOrd="0" destOrd="0" presId="urn:microsoft.com/office/officeart/2008/layout/LinedList"/>
    <dgm:cxn modelId="{CB2023B3-1FC1-E04F-8374-469F98735349}" type="presParOf" srcId="{8BA0C28B-8E4D-8B49-A8E0-4CB49A0ED6BE}" destId="{2FAED8D4-24C8-B446-965F-136862A7A345}" srcOrd="1" destOrd="0" presId="urn:microsoft.com/office/officeart/2008/layout/LinedList"/>
    <dgm:cxn modelId="{C96F4F5B-04AF-064A-AE23-AC06273C2766}" type="presParOf" srcId="{405D7C82-7F46-9A4F-BAF7-A9645B5A0795}" destId="{EDB7363F-3B69-C949-B305-A6E58425395E}" srcOrd="4" destOrd="0" presId="urn:microsoft.com/office/officeart/2008/layout/LinedList"/>
    <dgm:cxn modelId="{E1281DE4-8618-D043-AB31-C21B54ED7FCF}" type="presParOf" srcId="{405D7C82-7F46-9A4F-BAF7-A9645B5A0795}" destId="{04C98A7E-A5C6-3840-9B1D-29F42BDA44EA}" srcOrd="5" destOrd="0" presId="urn:microsoft.com/office/officeart/2008/layout/LinedList"/>
    <dgm:cxn modelId="{4E77D749-C2D8-724A-9173-04CE1ED836E6}" type="presParOf" srcId="{04C98A7E-A5C6-3840-9B1D-29F42BDA44EA}" destId="{FEF6F2E6-BE38-E54B-8211-1FF77E9B178A}" srcOrd="0" destOrd="0" presId="urn:microsoft.com/office/officeart/2008/layout/LinedList"/>
    <dgm:cxn modelId="{0D3D03BC-761B-B74A-8C5E-5C65B4366F14}" type="presParOf" srcId="{04C98A7E-A5C6-3840-9B1D-29F42BDA44EA}" destId="{B9D70C90-F314-5D44-944F-CC9812C1B20C}" srcOrd="1" destOrd="0" presId="urn:microsoft.com/office/officeart/2008/layout/LinedList"/>
    <dgm:cxn modelId="{D10BB026-0C8B-1143-B378-A739F738ABB2}" type="presParOf" srcId="{405D7C82-7F46-9A4F-BAF7-A9645B5A0795}" destId="{FE287703-BC7B-8644-81FC-F1A75E90308A}" srcOrd="6" destOrd="0" presId="urn:microsoft.com/office/officeart/2008/layout/LinedList"/>
    <dgm:cxn modelId="{A83FEAF5-3BB8-C34F-AFC8-776F7D8DDBCC}" type="presParOf" srcId="{405D7C82-7F46-9A4F-BAF7-A9645B5A0795}" destId="{47A3E5FB-CFEA-3F42-AC75-6AB97CB6E880}" srcOrd="7" destOrd="0" presId="urn:microsoft.com/office/officeart/2008/layout/LinedList"/>
    <dgm:cxn modelId="{69D3C1DF-1CC8-FE4B-978B-C8020BD94734}" type="presParOf" srcId="{47A3E5FB-CFEA-3F42-AC75-6AB97CB6E880}" destId="{DEA6FE09-44C0-A548-99C5-EACBC59BD4DB}" srcOrd="0" destOrd="0" presId="urn:microsoft.com/office/officeart/2008/layout/LinedList"/>
    <dgm:cxn modelId="{45376519-F3B8-0C48-876D-C8833F6D0779}" type="presParOf" srcId="{47A3E5FB-CFEA-3F42-AC75-6AB97CB6E880}" destId="{B128AA6A-51CA-1B4D-BBEF-95CFE1264484}" srcOrd="1" destOrd="0" presId="urn:microsoft.com/office/officeart/2008/layout/LinedList"/>
    <dgm:cxn modelId="{7A9AEA7F-5B0D-784F-B2B0-16D02987E899}" type="presParOf" srcId="{405D7C82-7F46-9A4F-BAF7-A9645B5A0795}" destId="{A88ABFF5-8A3A-0345-BF71-81FB2695711E}" srcOrd="8" destOrd="0" presId="urn:microsoft.com/office/officeart/2008/layout/LinedList"/>
    <dgm:cxn modelId="{A54E4475-2BC0-D94A-983E-BB940A905471}" type="presParOf" srcId="{405D7C82-7F46-9A4F-BAF7-A9645B5A0795}" destId="{DA08A31E-E3D1-CA41-BF40-87503C761C7F}" srcOrd="9" destOrd="0" presId="urn:microsoft.com/office/officeart/2008/layout/LinedList"/>
    <dgm:cxn modelId="{93E64661-2458-9044-BC95-13E9194C61E1}" type="presParOf" srcId="{DA08A31E-E3D1-CA41-BF40-87503C761C7F}" destId="{8287DCB6-1D71-0548-AE60-A2A167738897}" srcOrd="0" destOrd="0" presId="urn:microsoft.com/office/officeart/2008/layout/LinedList"/>
    <dgm:cxn modelId="{254D88F7-B01D-B54B-8EF8-3376C765A461}" type="presParOf" srcId="{DA08A31E-E3D1-CA41-BF40-87503C761C7F}" destId="{B1849984-1F15-6C4E-A163-34414569EEA7}" srcOrd="1" destOrd="0" presId="urn:microsoft.com/office/officeart/2008/layout/LinedList"/>
    <dgm:cxn modelId="{8F74E368-A8A9-CE47-994C-204137D7100B}" type="presParOf" srcId="{405D7C82-7F46-9A4F-BAF7-A9645B5A0795}" destId="{650F9AB0-5DA5-624E-8318-5A4EF003C877}" srcOrd="10" destOrd="0" presId="urn:microsoft.com/office/officeart/2008/layout/LinedList"/>
    <dgm:cxn modelId="{10FF3B63-F93A-F94E-886F-0B149315E18F}" type="presParOf" srcId="{405D7C82-7F46-9A4F-BAF7-A9645B5A0795}" destId="{BB197499-A279-8842-9235-39BB06DAB6D0}" srcOrd="11" destOrd="0" presId="urn:microsoft.com/office/officeart/2008/layout/LinedList"/>
    <dgm:cxn modelId="{C3CCDC78-C6FF-AC4E-8498-F8E6AB1B99E3}" type="presParOf" srcId="{BB197499-A279-8842-9235-39BB06DAB6D0}" destId="{FD4AB5B8-B238-0E46-9DCF-36E21DEECE4D}" srcOrd="0" destOrd="0" presId="urn:microsoft.com/office/officeart/2008/layout/LinedList"/>
    <dgm:cxn modelId="{7E65EB52-CABA-6C45-A25F-C7E3D26FCB3B}" type="presParOf" srcId="{BB197499-A279-8842-9235-39BB06DAB6D0}" destId="{55BF8829-8A72-3B41-9215-5F918A2A367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AB9BDD-D2AC-48A3-85E2-E22934283958}" type="doc">
      <dgm:prSet loTypeId="urn:microsoft.com/office/officeart/2008/layout/LinedLis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C6D9E2-E79B-4FF5-A928-4731A232353D}">
      <dgm:prSet custT="1"/>
      <dgm:spPr/>
      <dgm:t>
        <a:bodyPr anchor="ctr"/>
        <a:lstStyle/>
        <a:p>
          <a:r>
            <a:rPr lang="sk-SK" sz="3200" b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Lekársky účet</a:t>
          </a:r>
          <a:endParaRPr lang="en-US" sz="3200" b="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C7F2F7DE-CB67-40D4-8814-D9B37F88CC68}" type="parTrans" cxnId="{E500245B-D8FD-4CE5-8995-6030B66AD29C}">
      <dgm:prSet/>
      <dgm:spPr/>
      <dgm:t>
        <a:bodyPr/>
        <a:lstStyle/>
        <a:p>
          <a:endParaRPr lang="en-US"/>
        </a:p>
      </dgm:t>
    </dgm:pt>
    <dgm:pt modelId="{BAD199CB-A93E-4706-9CB1-80738E776328}" type="sibTrans" cxnId="{E500245B-D8FD-4CE5-8995-6030B66AD29C}">
      <dgm:prSet/>
      <dgm:spPr/>
      <dgm:t>
        <a:bodyPr/>
        <a:lstStyle/>
        <a:p>
          <a:endParaRPr lang="en-US"/>
        </a:p>
      </dgm:t>
    </dgm:pt>
    <dgm:pt modelId="{E221785A-1C15-413A-BF53-FD9B4D93D3B9}">
      <dgm:prSet custT="1"/>
      <dgm:spPr/>
      <dgm:t>
        <a:bodyPr anchor="ctr"/>
        <a:lstStyle/>
        <a:p>
          <a:r>
            <a:rPr lang="en-US" sz="3200" b="0" dirty="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Správa</a:t>
          </a:r>
          <a:r>
            <a:rPr lang="en-US" sz="3200" b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 </a:t>
          </a:r>
          <a:r>
            <a:rPr lang="en-US" sz="3200" b="0" dirty="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kalendára</a:t>
          </a:r>
          <a:endParaRPr lang="en-US" sz="3200" b="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57E8A92A-4F7A-4482-ACA9-8A56ED9D6373}" type="parTrans" cxnId="{C0E8F5C2-C5F8-495C-91FF-079044037A48}">
      <dgm:prSet/>
      <dgm:spPr/>
      <dgm:t>
        <a:bodyPr/>
        <a:lstStyle/>
        <a:p>
          <a:endParaRPr lang="en-US"/>
        </a:p>
      </dgm:t>
    </dgm:pt>
    <dgm:pt modelId="{5186FF59-69D1-45D9-87CF-0DB41DE8514B}" type="sibTrans" cxnId="{C0E8F5C2-C5F8-495C-91FF-079044037A48}">
      <dgm:prSet/>
      <dgm:spPr/>
      <dgm:t>
        <a:bodyPr/>
        <a:lstStyle/>
        <a:p>
          <a:endParaRPr lang="en-US"/>
        </a:p>
      </dgm:t>
    </dgm:pt>
    <dgm:pt modelId="{48CF3636-1A9B-46A6-AB7E-E3933A78C522}">
      <dgm:prSet custT="1"/>
      <dgm:spPr/>
      <dgm:t>
        <a:bodyPr anchor="ctr"/>
        <a:lstStyle/>
        <a:p>
          <a:r>
            <a:rPr lang="sk-SK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Správa termínov</a:t>
          </a:r>
          <a:endParaRPr lang="en-US" sz="3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BDDF3314-F34A-4A33-B22F-519B8A96B234}" type="parTrans" cxnId="{539D42C5-DA75-407D-9E33-EEDF12015927}">
      <dgm:prSet/>
      <dgm:spPr/>
      <dgm:t>
        <a:bodyPr/>
        <a:lstStyle/>
        <a:p>
          <a:endParaRPr lang="en-US"/>
        </a:p>
      </dgm:t>
    </dgm:pt>
    <dgm:pt modelId="{2C9740D8-287F-4EE8-8DC9-5EBE19FF87CE}" type="sibTrans" cxnId="{539D42C5-DA75-407D-9E33-EEDF12015927}">
      <dgm:prSet/>
      <dgm:spPr/>
      <dgm:t>
        <a:bodyPr/>
        <a:lstStyle/>
        <a:p>
          <a:endParaRPr lang="en-US"/>
        </a:p>
      </dgm:t>
    </dgm:pt>
    <dgm:pt modelId="{3E09D733-B381-4621-A2B5-B27934DE5664}">
      <dgm:prSet custT="1"/>
      <dgm:spPr/>
      <dgm:t>
        <a:bodyPr anchor="ctr"/>
        <a:lstStyle/>
        <a:p>
          <a:r>
            <a:rPr lang="sk-SK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Evidencia stavu návštevy</a:t>
          </a:r>
          <a:endParaRPr lang="en-US" sz="3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51F760E9-7AEA-4273-82A8-FDB53EA72655}" type="parTrans" cxnId="{FDA46A09-0791-4FB8-8778-9B481E989052}">
      <dgm:prSet/>
      <dgm:spPr/>
      <dgm:t>
        <a:bodyPr/>
        <a:lstStyle/>
        <a:p>
          <a:endParaRPr lang="en-US"/>
        </a:p>
      </dgm:t>
    </dgm:pt>
    <dgm:pt modelId="{D305CCCB-C1BA-48A9-8402-C8710EEF8CCD}" type="sibTrans" cxnId="{FDA46A09-0791-4FB8-8778-9B481E989052}">
      <dgm:prSet/>
      <dgm:spPr/>
      <dgm:t>
        <a:bodyPr/>
        <a:lstStyle/>
        <a:p>
          <a:endParaRPr lang="en-US"/>
        </a:p>
      </dgm:t>
    </dgm:pt>
    <dgm:pt modelId="{405D7C82-7F46-9A4F-BAF7-A9645B5A0795}" type="pres">
      <dgm:prSet presAssocID="{E7AB9BDD-D2AC-48A3-85E2-E22934283958}" presName="vert0" presStyleCnt="0">
        <dgm:presLayoutVars>
          <dgm:dir/>
          <dgm:animOne val="branch"/>
          <dgm:animLvl val="lvl"/>
        </dgm:presLayoutVars>
      </dgm:prSet>
      <dgm:spPr/>
    </dgm:pt>
    <dgm:pt modelId="{1D70A020-6762-E74E-9D6D-668D3C95CE3A}" type="pres">
      <dgm:prSet presAssocID="{4DC6D9E2-E79B-4FF5-A928-4731A232353D}" presName="thickLine" presStyleLbl="alignNode1" presStyleIdx="0" presStyleCnt="4"/>
      <dgm:spPr/>
    </dgm:pt>
    <dgm:pt modelId="{AC9514AA-6F66-E34B-BCD8-C1ADED8FEE14}" type="pres">
      <dgm:prSet presAssocID="{4DC6D9E2-E79B-4FF5-A928-4731A232353D}" presName="horz1" presStyleCnt="0"/>
      <dgm:spPr/>
    </dgm:pt>
    <dgm:pt modelId="{3CCC34C4-E39B-8743-8E5D-8D0D5D5600C5}" type="pres">
      <dgm:prSet presAssocID="{4DC6D9E2-E79B-4FF5-A928-4731A232353D}" presName="tx1" presStyleLbl="revTx" presStyleIdx="0" presStyleCnt="4"/>
      <dgm:spPr/>
    </dgm:pt>
    <dgm:pt modelId="{F48C7B95-ACDA-1F49-945B-15CD109A1407}" type="pres">
      <dgm:prSet presAssocID="{4DC6D9E2-E79B-4FF5-A928-4731A232353D}" presName="vert1" presStyleCnt="0"/>
      <dgm:spPr/>
    </dgm:pt>
    <dgm:pt modelId="{587FE207-F05E-6649-9C21-1EA9BF642201}" type="pres">
      <dgm:prSet presAssocID="{E221785A-1C15-413A-BF53-FD9B4D93D3B9}" presName="thickLine" presStyleLbl="alignNode1" presStyleIdx="1" presStyleCnt="4"/>
      <dgm:spPr/>
    </dgm:pt>
    <dgm:pt modelId="{8BA0C28B-8E4D-8B49-A8E0-4CB49A0ED6BE}" type="pres">
      <dgm:prSet presAssocID="{E221785A-1C15-413A-BF53-FD9B4D93D3B9}" presName="horz1" presStyleCnt="0"/>
      <dgm:spPr/>
    </dgm:pt>
    <dgm:pt modelId="{A607230A-734E-AE47-888A-08B2D0F51729}" type="pres">
      <dgm:prSet presAssocID="{E221785A-1C15-413A-BF53-FD9B4D93D3B9}" presName="tx1" presStyleLbl="revTx" presStyleIdx="1" presStyleCnt="4"/>
      <dgm:spPr/>
    </dgm:pt>
    <dgm:pt modelId="{2FAED8D4-24C8-B446-965F-136862A7A345}" type="pres">
      <dgm:prSet presAssocID="{E221785A-1C15-413A-BF53-FD9B4D93D3B9}" presName="vert1" presStyleCnt="0"/>
      <dgm:spPr/>
    </dgm:pt>
    <dgm:pt modelId="{EDB7363F-3B69-C949-B305-A6E58425395E}" type="pres">
      <dgm:prSet presAssocID="{48CF3636-1A9B-46A6-AB7E-E3933A78C522}" presName="thickLine" presStyleLbl="alignNode1" presStyleIdx="2" presStyleCnt="4"/>
      <dgm:spPr/>
    </dgm:pt>
    <dgm:pt modelId="{04C98A7E-A5C6-3840-9B1D-29F42BDA44EA}" type="pres">
      <dgm:prSet presAssocID="{48CF3636-1A9B-46A6-AB7E-E3933A78C522}" presName="horz1" presStyleCnt="0"/>
      <dgm:spPr/>
    </dgm:pt>
    <dgm:pt modelId="{FEF6F2E6-BE38-E54B-8211-1FF77E9B178A}" type="pres">
      <dgm:prSet presAssocID="{48CF3636-1A9B-46A6-AB7E-E3933A78C522}" presName="tx1" presStyleLbl="revTx" presStyleIdx="2" presStyleCnt="4"/>
      <dgm:spPr/>
    </dgm:pt>
    <dgm:pt modelId="{B9D70C90-F314-5D44-944F-CC9812C1B20C}" type="pres">
      <dgm:prSet presAssocID="{48CF3636-1A9B-46A6-AB7E-E3933A78C522}" presName="vert1" presStyleCnt="0"/>
      <dgm:spPr/>
    </dgm:pt>
    <dgm:pt modelId="{FE287703-BC7B-8644-81FC-F1A75E90308A}" type="pres">
      <dgm:prSet presAssocID="{3E09D733-B381-4621-A2B5-B27934DE5664}" presName="thickLine" presStyleLbl="alignNode1" presStyleIdx="3" presStyleCnt="4"/>
      <dgm:spPr/>
    </dgm:pt>
    <dgm:pt modelId="{47A3E5FB-CFEA-3F42-AC75-6AB97CB6E880}" type="pres">
      <dgm:prSet presAssocID="{3E09D733-B381-4621-A2B5-B27934DE5664}" presName="horz1" presStyleCnt="0"/>
      <dgm:spPr/>
    </dgm:pt>
    <dgm:pt modelId="{DEA6FE09-44C0-A548-99C5-EACBC59BD4DB}" type="pres">
      <dgm:prSet presAssocID="{3E09D733-B381-4621-A2B5-B27934DE5664}" presName="tx1" presStyleLbl="revTx" presStyleIdx="3" presStyleCnt="4"/>
      <dgm:spPr/>
    </dgm:pt>
    <dgm:pt modelId="{B128AA6A-51CA-1B4D-BBEF-95CFE1264484}" type="pres">
      <dgm:prSet presAssocID="{3E09D733-B381-4621-A2B5-B27934DE5664}" presName="vert1" presStyleCnt="0"/>
      <dgm:spPr/>
    </dgm:pt>
  </dgm:ptLst>
  <dgm:cxnLst>
    <dgm:cxn modelId="{FDA46A09-0791-4FB8-8778-9B481E989052}" srcId="{E7AB9BDD-D2AC-48A3-85E2-E22934283958}" destId="{3E09D733-B381-4621-A2B5-B27934DE5664}" srcOrd="3" destOrd="0" parTransId="{51F760E9-7AEA-4273-82A8-FDB53EA72655}" sibTransId="{D305CCCB-C1BA-48A9-8402-C8710EEF8CCD}"/>
    <dgm:cxn modelId="{6AC5A83E-4509-DA4F-BB52-1EBA4BF0BBD3}" type="presOf" srcId="{E7AB9BDD-D2AC-48A3-85E2-E22934283958}" destId="{405D7C82-7F46-9A4F-BAF7-A9645B5A0795}" srcOrd="0" destOrd="0" presId="urn:microsoft.com/office/officeart/2008/layout/LinedList"/>
    <dgm:cxn modelId="{6B1A5B4A-ED3F-EA48-AD53-76C63DE5B0D8}" type="presOf" srcId="{E221785A-1C15-413A-BF53-FD9B4D93D3B9}" destId="{A607230A-734E-AE47-888A-08B2D0F51729}" srcOrd="0" destOrd="0" presId="urn:microsoft.com/office/officeart/2008/layout/LinedList"/>
    <dgm:cxn modelId="{E500245B-D8FD-4CE5-8995-6030B66AD29C}" srcId="{E7AB9BDD-D2AC-48A3-85E2-E22934283958}" destId="{4DC6D9E2-E79B-4FF5-A928-4731A232353D}" srcOrd="0" destOrd="0" parTransId="{C7F2F7DE-CB67-40D4-8814-D9B37F88CC68}" sibTransId="{BAD199CB-A93E-4706-9CB1-80738E776328}"/>
    <dgm:cxn modelId="{8DAFB5A8-A8D9-3E43-ABAA-7270ACE9290A}" type="presOf" srcId="{48CF3636-1A9B-46A6-AB7E-E3933A78C522}" destId="{FEF6F2E6-BE38-E54B-8211-1FF77E9B178A}" srcOrd="0" destOrd="0" presId="urn:microsoft.com/office/officeart/2008/layout/LinedList"/>
    <dgm:cxn modelId="{646E30B1-AEAD-854C-89ED-CD27F38D044F}" type="presOf" srcId="{3E09D733-B381-4621-A2B5-B27934DE5664}" destId="{DEA6FE09-44C0-A548-99C5-EACBC59BD4DB}" srcOrd="0" destOrd="0" presId="urn:microsoft.com/office/officeart/2008/layout/LinedList"/>
    <dgm:cxn modelId="{C0E8F5C2-C5F8-495C-91FF-079044037A48}" srcId="{E7AB9BDD-D2AC-48A3-85E2-E22934283958}" destId="{E221785A-1C15-413A-BF53-FD9B4D93D3B9}" srcOrd="1" destOrd="0" parTransId="{57E8A92A-4F7A-4482-ACA9-8A56ED9D6373}" sibTransId="{5186FF59-69D1-45D9-87CF-0DB41DE8514B}"/>
    <dgm:cxn modelId="{539D42C5-DA75-407D-9E33-EEDF12015927}" srcId="{E7AB9BDD-D2AC-48A3-85E2-E22934283958}" destId="{48CF3636-1A9B-46A6-AB7E-E3933A78C522}" srcOrd="2" destOrd="0" parTransId="{BDDF3314-F34A-4A33-B22F-519B8A96B234}" sibTransId="{2C9740D8-287F-4EE8-8DC9-5EBE19FF87CE}"/>
    <dgm:cxn modelId="{E1AF36F3-BB64-3D4D-8987-08DE5567D4D5}" type="presOf" srcId="{4DC6D9E2-E79B-4FF5-A928-4731A232353D}" destId="{3CCC34C4-E39B-8743-8E5D-8D0D5D5600C5}" srcOrd="0" destOrd="0" presId="urn:microsoft.com/office/officeart/2008/layout/LinedList"/>
    <dgm:cxn modelId="{81279B4E-3612-8E4B-9B65-CDED7B0F1D6D}" type="presParOf" srcId="{405D7C82-7F46-9A4F-BAF7-A9645B5A0795}" destId="{1D70A020-6762-E74E-9D6D-668D3C95CE3A}" srcOrd="0" destOrd="0" presId="urn:microsoft.com/office/officeart/2008/layout/LinedList"/>
    <dgm:cxn modelId="{D68865C0-8306-4B48-BEC9-4D415E7DD906}" type="presParOf" srcId="{405D7C82-7F46-9A4F-BAF7-A9645B5A0795}" destId="{AC9514AA-6F66-E34B-BCD8-C1ADED8FEE14}" srcOrd="1" destOrd="0" presId="urn:microsoft.com/office/officeart/2008/layout/LinedList"/>
    <dgm:cxn modelId="{A4E78F11-C33B-BE4B-B1D2-074FB98DDD55}" type="presParOf" srcId="{AC9514AA-6F66-E34B-BCD8-C1ADED8FEE14}" destId="{3CCC34C4-E39B-8743-8E5D-8D0D5D5600C5}" srcOrd="0" destOrd="0" presId="urn:microsoft.com/office/officeart/2008/layout/LinedList"/>
    <dgm:cxn modelId="{3C2CA23A-524E-E649-9F6A-897F53C86DED}" type="presParOf" srcId="{AC9514AA-6F66-E34B-BCD8-C1ADED8FEE14}" destId="{F48C7B95-ACDA-1F49-945B-15CD109A1407}" srcOrd="1" destOrd="0" presId="urn:microsoft.com/office/officeart/2008/layout/LinedList"/>
    <dgm:cxn modelId="{E1DB0576-999C-384E-B4A7-D926945FB60F}" type="presParOf" srcId="{405D7C82-7F46-9A4F-BAF7-A9645B5A0795}" destId="{587FE207-F05E-6649-9C21-1EA9BF642201}" srcOrd="2" destOrd="0" presId="urn:microsoft.com/office/officeart/2008/layout/LinedList"/>
    <dgm:cxn modelId="{1ABD0A5E-CBBF-EA4D-851B-A82CBD9B4C07}" type="presParOf" srcId="{405D7C82-7F46-9A4F-BAF7-A9645B5A0795}" destId="{8BA0C28B-8E4D-8B49-A8E0-4CB49A0ED6BE}" srcOrd="3" destOrd="0" presId="urn:microsoft.com/office/officeart/2008/layout/LinedList"/>
    <dgm:cxn modelId="{F6F25FAF-914E-154F-BC87-D28B001F5E16}" type="presParOf" srcId="{8BA0C28B-8E4D-8B49-A8E0-4CB49A0ED6BE}" destId="{A607230A-734E-AE47-888A-08B2D0F51729}" srcOrd="0" destOrd="0" presId="urn:microsoft.com/office/officeart/2008/layout/LinedList"/>
    <dgm:cxn modelId="{CB2023B3-1FC1-E04F-8374-469F98735349}" type="presParOf" srcId="{8BA0C28B-8E4D-8B49-A8E0-4CB49A0ED6BE}" destId="{2FAED8D4-24C8-B446-965F-136862A7A345}" srcOrd="1" destOrd="0" presId="urn:microsoft.com/office/officeart/2008/layout/LinedList"/>
    <dgm:cxn modelId="{C96F4F5B-04AF-064A-AE23-AC06273C2766}" type="presParOf" srcId="{405D7C82-7F46-9A4F-BAF7-A9645B5A0795}" destId="{EDB7363F-3B69-C949-B305-A6E58425395E}" srcOrd="4" destOrd="0" presId="urn:microsoft.com/office/officeart/2008/layout/LinedList"/>
    <dgm:cxn modelId="{E1281DE4-8618-D043-AB31-C21B54ED7FCF}" type="presParOf" srcId="{405D7C82-7F46-9A4F-BAF7-A9645B5A0795}" destId="{04C98A7E-A5C6-3840-9B1D-29F42BDA44EA}" srcOrd="5" destOrd="0" presId="urn:microsoft.com/office/officeart/2008/layout/LinedList"/>
    <dgm:cxn modelId="{4E77D749-C2D8-724A-9173-04CE1ED836E6}" type="presParOf" srcId="{04C98A7E-A5C6-3840-9B1D-29F42BDA44EA}" destId="{FEF6F2E6-BE38-E54B-8211-1FF77E9B178A}" srcOrd="0" destOrd="0" presId="urn:microsoft.com/office/officeart/2008/layout/LinedList"/>
    <dgm:cxn modelId="{0D3D03BC-761B-B74A-8C5E-5C65B4366F14}" type="presParOf" srcId="{04C98A7E-A5C6-3840-9B1D-29F42BDA44EA}" destId="{B9D70C90-F314-5D44-944F-CC9812C1B20C}" srcOrd="1" destOrd="0" presId="urn:microsoft.com/office/officeart/2008/layout/LinedList"/>
    <dgm:cxn modelId="{D10BB026-0C8B-1143-B378-A739F738ABB2}" type="presParOf" srcId="{405D7C82-7F46-9A4F-BAF7-A9645B5A0795}" destId="{FE287703-BC7B-8644-81FC-F1A75E90308A}" srcOrd="6" destOrd="0" presId="urn:microsoft.com/office/officeart/2008/layout/LinedList"/>
    <dgm:cxn modelId="{A83FEAF5-3BB8-C34F-AFC8-776F7D8DDBCC}" type="presParOf" srcId="{405D7C82-7F46-9A4F-BAF7-A9645B5A0795}" destId="{47A3E5FB-CFEA-3F42-AC75-6AB97CB6E880}" srcOrd="7" destOrd="0" presId="urn:microsoft.com/office/officeart/2008/layout/LinedList"/>
    <dgm:cxn modelId="{69D3C1DF-1CC8-FE4B-978B-C8020BD94734}" type="presParOf" srcId="{47A3E5FB-CFEA-3F42-AC75-6AB97CB6E880}" destId="{DEA6FE09-44C0-A548-99C5-EACBC59BD4DB}" srcOrd="0" destOrd="0" presId="urn:microsoft.com/office/officeart/2008/layout/LinedList"/>
    <dgm:cxn modelId="{45376519-F3B8-0C48-876D-C8833F6D0779}" type="presParOf" srcId="{47A3E5FB-CFEA-3F42-AC75-6AB97CB6E880}" destId="{B128AA6A-51CA-1B4D-BBEF-95CFE126448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AB9BDD-D2AC-48A3-85E2-E22934283958}" type="doc">
      <dgm:prSet loTypeId="urn:microsoft.com/office/officeart/2008/layout/LinedLis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C6D9E2-E79B-4FF5-A928-4731A232353D}">
      <dgm:prSet custT="1"/>
      <dgm:spPr/>
      <dgm:t>
        <a:bodyPr anchor="ctr"/>
        <a:lstStyle/>
        <a:p>
          <a:r>
            <a:rPr lang="sk-SK" sz="3200" b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Správa používateľských účtov</a:t>
          </a:r>
          <a:endParaRPr lang="en-US" sz="3200" b="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C7F2F7DE-CB67-40D4-8814-D9B37F88CC68}" type="parTrans" cxnId="{E500245B-D8FD-4CE5-8995-6030B66AD29C}">
      <dgm:prSet/>
      <dgm:spPr/>
      <dgm:t>
        <a:bodyPr/>
        <a:lstStyle/>
        <a:p>
          <a:endParaRPr lang="en-US"/>
        </a:p>
      </dgm:t>
    </dgm:pt>
    <dgm:pt modelId="{BAD199CB-A93E-4706-9CB1-80738E776328}" type="sibTrans" cxnId="{E500245B-D8FD-4CE5-8995-6030B66AD29C}">
      <dgm:prSet/>
      <dgm:spPr/>
      <dgm:t>
        <a:bodyPr/>
        <a:lstStyle/>
        <a:p>
          <a:endParaRPr lang="en-US"/>
        </a:p>
      </dgm:t>
    </dgm:pt>
    <dgm:pt modelId="{E221785A-1C15-413A-BF53-FD9B4D93D3B9}">
      <dgm:prSet custT="1"/>
      <dgm:spPr/>
      <dgm:t>
        <a:bodyPr anchor="ctr"/>
        <a:lstStyle/>
        <a:p>
          <a:r>
            <a:rPr lang="en-US" sz="3200" b="0" dirty="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Správa</a:t>
          </a:r>
          <a:r>
            <a:rPr lang="en-US" sz="3200" b="0" baseline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 </a:t>
          </a:r>
          <a:r>
            <a:rPr lang="en-US" sz="3200" b="0" baseline="0" dirty="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lekárov</a:t>
          </a:r>
          <a:r>
            <a:rPr lang="en-US" sz="3200" b="0" baseline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 a </a:t>
          </a:r>
          <a:r>
            <a:rPr lang="en-US" sz="3200" b="0" baseline="0" dirty="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pracovísk</a:t>
          </a:r>
          <a:endParaRPr lang="en-US" sz="3200" b="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57E8A92A-4F7A-4482-ACA9-8A56ED9D6373}" type="parTrans" cxnId="{C0E8F5C2-C5F8-495C-91FF-079044037A48}">
      <dgm:prSet/>
      <dgm:spPr/>
      <dgm:t>
        <a:bodyPr/>
        <a:lstStyle/>
        <a:p>
          <a:endParaRPr lang="en-US"/>
        </a:p>
      </dgm:t>
    </dgm:pt>
    <dgm:pt modelId="{5186FF59-69D1-45D9-87CF-0DB41DE8514B}" type="sibTrans" cxnId="{C0E8F5C2-C5F8-495C-91FF-079044037A48}">
      <dgm:prSet/>
      <dgm:spPr/>
      <dgm:t>
        <a:bodyPr/>
        <a:lstStyle/>
        <a:p>
          <a:endParaRPr lang="en-US"/>
        </a:p>
      </dgm:t>
    </dgm:pt>
    <dgm:pt modelId="{48CF3636-1A9B-46A6-AB7E-E3933A78C522}">
      <dgm:prSet custT="1"/>
      <dgm:spPr/>
      <dgm:t>
        <a:bodyPr anchor="ctr"/>
        <a:lstStyle/>
        <a:p>
          <a:r>
            <a:rPr lang="sk-SK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Správa prístupových práv</a:t>
          </a:r>
          <a:endParaRPr lang="en-US" sz="3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BDDF3314-F34A-4A33-B22F-519B8A96B234}" type="parTrans" cxnId="{539D42C5-DA75-407D-9E33-EEDF12015927}">
      <dgm:prSet/>
      <dgm:spPr/>
      <dgm:t>
        <a:bodyPr/>
        <a:lstStyle/>
        <a:p>
          <a:endParaRPr lang="en-US"/>
        </a:p>
      </dgm:t>
    </dgm:pt>
    <dgm:pt modelId="{2C9740D8-287F-4EE8-8DC9-5EBE19FF87CE}" type="sibTrans" cxnId="{539D42C5-DA75-407D-9E33-EEDF12015927}">
      <dgm:prSet/>
      <dgm:spPr/>
      <dgm:t>
        <a:bodyPr/>
        <a:lstStyle/>
        <a:p>
          <a:endParaRPr lang="en-US"/>
        </a:p>
      </dgm:t>
    </dgm:pt>
    <dgm:pt modelId="{3E09D733-B381-4621-A2B5-B27934DE5664}">
      <dgm:prSet custT="1"/>
      <dgm:spPr/>
      <dgm:t>
        <a:bodyPr anchor="ctr"/>
        <a:lstStyle/>
        <a:p>
          <a:r>
            <a:rPr lang="sk-SK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Evidencia auditných záznamov</a:t>
          </a:r>
          <a:endParaRPr lang="en-US" sz="3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51F760E9-7AEA-4273-82A8-FDB53EA72655}" type="parTrans" cxnId="{FDA46A09-0791-4FB8-8778-9B481E989052}">
      <dgm:prSet/>
      <dgm:spPr/>
      <dgm:t>
        <a:bodyPr/>
        <a:lstStyle/>
        <a:p>
          <a:endParaRPr lang="en-US"/>
        </a:p>
      </dgm:t>
    </dgm:pt>
    <dgm:pt modelId="{D305CCCB-C1BA-48A9-8402-C8710EEF8CCD}" type="sibTrans" cxnId="{FDA46A09-0791-4FB8-8778-9B481E989052}">
      <dgm:prSet/>
      <dgm:spPr/>
      <dgm:t>
        <a:bodyPr/>
        <a:lstStyle/>
        <a:p>
          <a:endParaRPr lang="en-US"/>
        </a:p>
      </dgm:t>
    </dgm:pt>
    <dgm:pt modelId="{405D7C82-7F46-9A4F-BAF7-A9645B5A0795}" type="pres">
      <dgm:prSet presAssocID="{E7AB9BDD-D2AC-48A3-85E2-E22934283958}" presName="vert0" presStyleCnt="0">
        <dgm:presLayoutVars>
          <dgm:dir/>
          <dgm:animOne val="branch"/>
          <dgm:animLvl val="lvl"/>
        </dgm:presLayoutVars>
      </dgm:prSet>
      <dgm:spPr/>
    </dgm:pt>
    <dgm:pt modelId="{1D70A020-6762-E74E-9D6D-668D3C95CE3A}" type="pres">
      <dgm:prSet presAssocID="{4DC6D9E2-E79B-4FF5-A928-4731A232353D}" presName="thickLine" presStyleLbl="alignNode1" presStyleIdx="0" presStyleCnt="4"/>
      <dgm:spPr/>
    </dgm:pt>
    <dgm:pt modelId="{AC9514AA-6F66-E34B-BCD8-C1ADED8FEE14}" type="pres">
      <dgm:prSet presAssocID="{4DC6D9E2-E79B-4FF5-A928-4731A232353D}" presName="horz1" presStyleCnt="0"/>
      <dgm:spPr/>
    </dgm:pt>
    <dgm:pt modelId="{3CCC34C4-E39B-8743-8E5D-8D0D5D5600C5}" type="pres">
      <dgm:prSet presAssocID="{4DC6D9E2-E79B-4FF5-A928-4731A232353D}" presName="tx1" presStyleLbl="revTx" presStyleIdx="0" presStyleCnt="4"/>
      <dgm:spPr/>
    </dgm:pt>
    <dgm:pt modelId="{F48C7B95-ACDA-1F49-945B-15CD109A1407}" type="pres">
      <dgm:prSet presAssocID="{4DC6D9E2-E79B-4FF5-A928-4731A232353D}" presName="vert1" presStyleCnt="0"/>
      <dgm:spPr/>
    </dgm:pt>
    <dgm:pt modelId="{587FE207-F05E-6649-9C21-1EA9BF642201}" type="pres">
      <dgm:prSet presAssocID="{E221785A-1C15-413A-BF53-FD9B4D93D3B9}" presName="thickLine" presStyleLbl="alignNode1" presStyleIdx="1" presStyleCnt="4"/>
      <dgm:spPr/>
    </dgm:pt>
    <dgm:pt modelId="{8BA0C28B-8E4D-8B49-A8E0-4CB49A0ED6BE}" type="pres">
      <dgm:prSet presAssocID="{E221785A-1C15-413A-BF53-FD9B4D93D3B9}" presName="horz1" presStyleCnt="0"/>
      <dgm:spPr/>
    </dgm:pt>
    <dgm:pt modelId="{A607230A-734E-AE47-888A-08B2D0F51729}" type="pres">
      <dgm:prSet presAssocID="{E221785A-1C15-413A-BF53-FD9B4D93D3B9}" presName="tx1" presStyleLbl="revTx" presStyleIdx="1" presStyleCnt="4"/>
      <dgm:spPr/>
    </dgm:pt>
    <dgm:pt modelId="{2FAED8D4-24C8-B446-965F-136862A7A345}" type="pres">
      <dgm:prSet presAssocID="{E221785A-1C15-413A-BF53-FD9B4D93D3B9}" presName="vert1" presStyleCnt="0"/>
      <dgm:spPr/>
    </dgm:pt>
    <dgm:pt modelId="{EDB7363F-3B69-C949-B305-A6E58425395E}" type="pres">
      <dgm:prSet presAssocID="{48CF3636-1A9B-46A6-AB7E-E3933A78C522}" presName="thickLine" presStyleLbl="alignNode1" presStyleIdx="2" presStyleCnt="4"/>
      <dgm:spPr/>
    </dgm:pt>
    <dgm:pt modelId="{04C98A7E-A5C6-3840-9B1D-29F42BDA44EA}" type="pres">
      <dgm:prSet presAssocID="{48CF3636-1A9B-46A6-AB7E-E3933A78C522}" presName="horz1" presStyleCnt="0"/>
      <dgm:spPr/>
    </dgm:pt>
    <dgm:pt modelId="{FEF6F2E6-BE38-E54B-8211-1FF77E9B178A}" type="pres">
      <dgm:prSet presAssocID="{48CF3636-1A9B-46A6-AB7E-E3933A78C522}" presName="tx1" presStyleLbl="revTx" presStyleIdx="2" presStyleCnt="4"/>
      <dgm:spPr/>
    </dgm:pt>
    <dgm:pt modelId="{B9D70C90-F314-5D44-944F-CC9812C1B20C}" type="pres">
      <dgm:prSet presAssocID="{48CF3636-1A9B-46A6-AB7E-E3933A78C522}" presName="vert1" presStyleCnt="0"/>
      <dgm:spPr/>
    </dgm:pt>
    <dgm:pt modelId="{FE287703-BC7B-8644-81FC-F1A75E90308A}" type="pres">
      <dgm:prSet presAssocID="{3E09D733-B381-4621-A2B5-B27934DE5664}" presName="thickLine" presStyleLbl="alignNode1" presStyleIdx="3" presStyleCnt="4"/>
      <dgm:spPr/>
    </dgm:pt>
    <dgm:pt modelId="{47A3E5FB-CFEA-3F42-AC75-6AB97CB6E880}" type="pres">
      <dgm:prSet presAssocID="{3E09D733-B381-4621-A2B5-B27934DE5664}" presName="horz1" presStyleCnt="0"/>
      <dgm:spPr/>
    </dgm:pt>
    <dgm:pt modelId="{DEA6FE09-44C0-A548-99C5-EACBC59BD4DB}" type="pres">
      <dgm:prSet presAssocID="{3E09D733-B381-4621-A2B5-B27934DE5664}" presName="tx1" presStyleLbl="revTx" presStyleIdx="3" presStyleCnt="4"/>
      <dgm:spPr/>
    </dgm:pt>
    <dgm:pt modelId="{B128AA6A-51CA-1B4D-BBEF-95CFE1264484}" type="pres">
      <dgm:prSet presAssocID="{3E09D733-B381-4621-A2B5-B27934DE5664}" presName="vert1" presStyleCnt="0"/>
      <dgm:spPr/>
    </dgm:pt>
  </dgm:ptLst>
  <dgm:cxnLst>
    <dgm:cxn modelId="{FDA46A09-0791-4FB8-8778-9B481E989052}" srcId="{E7AB9BDD-D2AC-48A3-85E2-E22934283958}" destId="{3E09D733-B381-4621-A2B5-B27934DE5664}" srcOrd="3" destOrd="0" parTransId="{51F760E9-7AEA-4273-82A8-FDB53EA72655}" sibTransId="{D305CCCB-C1BA-48A9-8402-C8710EEF8CCD}"/>
    <dgm:cxn modelId="{6AC5A83E-4509-DA4F-BB52-1EBA4BF0BBD3}" type="presOf" srcId="{E7AB9BDD-D2AC-48A3-85E2-E22934283958}" destId="{405D7C82-7F46-9A4F-BAF7-A9645B5A0795}" srcOrd="0" destOrd="0" presId="urn:microsoft.com/office/officeart/2008/layout/LinedList"/>
    <dgm:cxn modelId="{6B1A5B4A-ED3F-EA48-AD53-76C63DE5B0D8}" type="presOf" srcId="{E221785A-1C15-413A-BF53-FD9B4D93D3B9}" destId="{A607230A-734E-AE47-888A-08B2D0F51729}" srcOrd="0" destOrd="0" presId="urn:microsoft.com/office/officeart/2008/layout/LinedList"/>
    <dgm:cxn modelId="{E500245B-D8FD-4CE5-8995-6030B66AD29C}" srcId="{E7AB9BDD-D2AC-48A3-85E2-E22934283958}" destId="{4DC6D9E2-E79B-4FF5-A928-4731A232353D}" srcOrd="0" destOrd="0" parTransId="{C7F2F7DE-CB67-40D4-8814-D9B37F88CC68}" sibTransId="{BAD199CB-A93E-4706-9CB1-80738E776328}"/>
    <dgm:cxn modelId="{8DAFB5A8-A8D9-3E43-ABAA-7270ACE9290A}" type="presOf" srcId="{48CF3636-1A9B-46A6-AB7E-E3933A78C522}" destId="{FEF6F2E6-BE38-E54B-8211-1FF77E9B178A}" srcOrd="0" destOrd="0" presId="urn:microsoft.com/office/officeart/2008/layout/LinedList"/>
    <dgm:cxn modelId="{646E30B1-AEAD-854C-89ED-CD27F38D044F}" type="presOf" srcId="{3E09D733-B381-4621-A2B5-B27934DE5664}" destId="{DEA6FE09-44C0-A548-99C5-EACBC59BD4DB}" srcOrd="0" destOrd="0" presId="urn:microsoft.com/office/officeart/2008/layout/LinedList"/>
    <dgm:cxn modelId="{C0E8F5C2-C5F8-495C-91FF-079044037A48}" srcId="{E7AB9BDD-D2AC-48A3-85E2-E22934283958}" destId="{E221785A-1C15-413A-BF53-FD9B4D93D3B9}" srcOrd="1" destOrd="0" parTransId="{57E8A92A-4F7A-4482-ACA9-8A56ED9D6373}" sibTransId="{5186FF59-69D1-45D9-87CF-0DB41DE8514B}"/>
    <dgm:cxn modelId="{539D42C5-DA75-407D-9E33-EEDF12015927}" srcId="{E7AB9BDD-D2AC-48A3-85E2-E22934283958}" destId="{48CF3636-1A9B-46A6-AB7E-E3933A78C522}" srcOrd="2" destOrd="0" parTransId="{BDDF3314-F34A-4A33-B22F-519B8A96B234}" sibTransId="{2C9740D8-287F-4EE8-8DC9-5EBE19FF87CE}"/>
    <dgm:cxn modelId="{E1AF36F3-BB64-3D4D-8987-08DE5567D4D5}" type="presOf" srcId="{4DC6D9E2-E79B-4FF5-A928-4731A232353D}" destId="{3CCC34C4-E39B-8743-8E5D-8D0D5D5600C5}" srcOrd="0" destOrd="0" presId="urn:microsoft.com/office/officeart/2008/layout/LinedList"/>
    <dgm:cxn modelId="{81279B4E-3612-8E4B-9B65-CDED7B0F1D6D}" type="presParOf" srcId="{405D7C82-7F46-9A4F-BAF7-A9645B5A0795}" destId="{1D70A020-6762-E74E-9D6D-668D3C95CE3A}" srcOrd="0" destOrd="0" presId="urn:microsoft.com/office/officeart/2008/layout/LinedList"/>
    <dgm:cxn modelId="{D68865C0-8306-4B48-BEC9-4D415E7DD906}" type="presParOf" srcId="{405D7C82-7F46-9A4F-BAF7-A9645B5A0795}" destId="{AC9514AA-6F66-E34B-BCD8-C1ADED8FEE14}" srcOrd="1" destOrd="0" presId="urn:microsoft.com/office/officeart/2008/layout/LinedList"/>
    <dgm:cxn modelId="{A4E78F11-C33B-BE4B-B1D2-074FB98DDD55}" type="presParOf" srcId="{AC9514AA-6F66-E34B-BCD8-C1ADED8FEE14}" destId="{3CCC34C4-E39B-8743-8E5D-8D0D5D5600C5}" srcOrd="0" destOrd="0" presId="urn:microsoft.com/office/officeart/2008/layout/LinedList"/>
    <dgm:cxn modelId="{3C2CA23A-524E-E649-9F6A-897F53C86DED}" type="presParOf" srcId="{AC9514AA-6F66-E34B-BCD8-C1ADED8FEE14}" destId="{F48C7B95-ACDA-1F49-945B-15CD109A1407}" srcOrd="1" destOrd="0" presId="urn:microsoft.com/office/officeart/2008/layout/LinedList"/>
    <dgm:cxn modelId="{E1DB0576-999C-384E-B4A7-D926945FB60F}" type="presParOf" srcId="{405D7C82-7F46-9A4F-BAF7-A9645B5A0795}" destId="{587FE207-F05E-6649-9C21-1EA9BF642201}" srcOrd="2" destOrd="0" presId="urn:microsoft.com/office/officeart/2008/layout/LinedList"/>
    <dgm:cxn modelId="{1ABD0A5E-CBBF-EA4D-851B-A82CBD9B4C07}" type="presParOf" srcId="{405D7C82-7F46-9A4F-BAF7-A9645B5A0795}" destId="{8BA0C28B-8E4D-8B49-A8E0-4CB49A0ED6BE}" srcOrd="3" destOrd="0" presId="urn:microsoft.com/office/officeart/2008/layout/LinedList"/>
    <dgm:cxn modelId="{F6F25FAF-914E-154F-BC87-D28B001F5E16}" type="presParOf" srcId="{8BA0C28B-8E4D-8B49-A8E0-4CB49A0ED6BE}" destId="{A607230A-734E-AE47-888A-08B2D0F51729}" srcOrd="0" destOrd="0" presId="urn:microsoft.com/office/officeart/2008/layout/LinedList"/>
    <dgm:cxn modelId="{CB2023B3-1FC1-E04F-8374-469F98735349}" type="presParOf" srcId="{8BA0C28B-8E4D-8B49-A8E0-4CB49A0ED6BE}" destId="{2FAED8D4-24C8-B446-965F-136862A7A345}" srcOrd="1" destOrd="0" presId="urn:microsoft.com/office/officeart/2008/layout/LinedList"/>
    <dgm:cxn modelId="{C96F4F5B-04AF-064A-AE23-AC06273C2766}" type="presParOf" srcId="{405D7C82-7F46-9A4F-BAF7-A9645B5A0795}" destId="{EDB7363F-3B69-C949-B305-A6E58425395E}" srcOrd="4" destOrd="0" presId="urn:microsoft.com/office/officeart/2008/layout/LinedList"/>
    <dgm:cxn modelId="{E1281DE4-8618-D043-AB31-C21B54ED7FCF}" type="presParOf" srcId="{405D7C82-7F46-9A4F-BAF7-A9645B5A0795}" destId="{04C98A7E-A5C6-3840-9B1D-29F42BDA44EA}" srcOrd="5" destOrd="0" presId="urn:microsoft.com/office/officeart/2008/layout/LinedList"/>
    <dgm:cxn modelId="{4E77D749-C2D8-724A-9173-04CE1ED836E6}" type="presParOf" srcId="{04C98A7E-A5C6-3840-9B1D-29F42BDA44EA}" destId="{FEF6F2E6-BE38-E54B-8211-1FF77E9B178A}" srcOrd="0" destOrd="0" presId="urn:microsoft.com/office/officeart/2008/layout/LinedList"/>
    <dgm:cxn modelId="{0D3D03BC-761B-B74A-8C5E-5C65B4366F14}" type="presParOf" srcId="{04C98A7E-A5C6-3840-9B1D-29F42BDA44EA}" destId="{B9D70C90-F314-5D44-944F-CC9812C1B20C}" srcOrd="1" destOrd="0" presId="urn:microsoft.com/office/officeart/2008/layout/LinedList"/>
    <dgm:cxn modelId="{D10BB026-0C8B-1143-B378-A739F738ABB2}" type="presParOf" srcId="{405D7C82-7F46-9A4F-BAF7-A9645B5A0795}" destId="{FE287703-BC7B-8644-81FC-F1A75E90308A}" srcOrd="6" destOrd="0" presId="urn:microsoft.com/office/officeart/2008/layout/LinedList"/>
    <dgm:cxn modelId="{A83FEAF5-3BB8-C34F-AFC8-776F7D8DDBCC}" type="presParOf" srcId="{405D7C82-7F46-9A4F-BAF7-A9645B5A0795}" destId="{47A3E5FB-CFEA-3F42-AC75-6AB97CB6E880}" srcOrd="7" destOrd="0" presId="urn:microsoft.com/office/officeart/2008/layout/LinedList"/>
    <dgm:cxn modelId="{69D3C1DF-1CC8-FE4B-978B-C8020BD94734}" type="presParOf" srcId="{47A3E5FB-CFEA-3F42-AC75-6AB97CB6E880}" destId="{DEA6FE09-44C0-A548-99C5-EACBC59BD4DB}" srcOrd="0" destOrd="0" presId="urn:microsoft.com/office/officeart/2008/layout/LinedList"/>
    <dgm:cxn modelId="{45376519-F3B8-0C48-876D-C8833F6D0779}" type="presParOf" srcId="{47A3E5FB-CFEA-3F42-AC75-6AB97CB6E880}" destId="{B128AA6A-51CA-1B4D-BBEF-95CFE126448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AB9BDD-D2AC-48A3-85E2-E22934283958}" type="doc">
      <dgm:prSet loTypeId="urn:microsoft.com/office/officeart/2008/layout/LinedLis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C6D9E2-E79B-4FF5-A928-4731A232353D}">
      <dgm:prSet custT="1"/>
      <dgm:spPr/>
      <dgm:t>
        <a:bodyPr anchor="ctr"/>
        <a:lstStyle/>
        <a:p>
          <a:r>
            <a:rPr lang="sk-SK" sz="3200" b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Ochrana osobných údajov</a:t>
          </a:r>
          <a:endParaRPr lang="en-US" sz="3200" b="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C7F2F7DE-CB67-40D4-8814-D9B37F88CC68}" type="parTrans" cxnId="{E500245B-D8FD-4CE5-8995-6030B66AD29C}">
      <dgm:prSet/>
      <dgm:spPr/>
      <dgm:t>
        <a:bodyPr/>
        <a:lstStyle/>
        <a:p>
          <a:endParaRPr lang="en-US"/>
        </a:p>
      </dgm:t>
    </dgm:pt>
    <dgm:pt modelId="{BAD199CB-A93E-4706-9CB1-80738E776328}" type="sibTrans" cxnId="{E500245B-D8FD-4CE5-8995-6030B66AD29C}">
      <dgm:prSet/>
      <dgm:spPr/>
      <dgm:t>
        <a:bodyPr/>
        <a:lstStyle/>
        <a:p>
          <a:endParaRPr lang="en-US"/>
        </a:p>
      </dgm:t>
    </dgm:pt>
    <dgm:pt modelId="{E221785A-1C15-413A-BF53-FD9B4D93D3B9}">
      <dgm:prSet custT="1"/>
      <dgm:spPr/>
      <dgm:t>
        <a:bodyPr anchor="ctr"/>
        <a:lstStyle/>
        <a:p>
          <a:r>
            <a:rPr lang="sk-SK" sz="3200" b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Šifrovanie dát</a:t>
          </a:r>
          <a:endParaRPr lang="en-US" sz="3200" b="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57E8A92A-4F7A-4482-ACA9-8A56ED9D6373}" type="parTrans" cxnId="{C0E8F5C2-C5F8-495C-91FF-079044037A48}">
      <dgm:prSet/>
      <dgm:spPr/>
      <dgm:t>
        <a:bodyPr/>
        <a:lstStyle/>
        <a:p>
          <a:endParaRPr lang="en-US"/>
        </a:p>
      </dgm:t>
    </dgm:pt>
    <dgm:pt modelId="{5186FF59-69D1-45D9-87CF-0DB41DE8514B}" type="sibTrans" cxnId="{C0E8F5C2-C5F8-495C-91FF-079044037A48}">
      <dgm:prSet/>
      <dgm:spPr/>
      <dgm:t>
        <a:bodyPr/>
        <a:lstStyle/>
        <a:p>
          <a:endParaRPr lang="en-US"/>
        </a:p>
      </dgm:t>
    </dgm:pt>
    <dgm:pt modelId="{48CF3636-1A9B-46A6-AB7E-E3933A78C522}">
      <dgm:prSet custT="1"/>
      <dgm:spPr/>
      <dgm:t>
        <a:bodyPr anchor="ctr"/>
        <a:lstStyle/>
        <a:p>
          <a:r>
            <a:rPr lang="sk-SK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Autentifikácia a autorizácia používateľov</a:t>
          </a:r>
          <a:endParaRPr lang="en-US" sz="3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BDDF3314-F34A-4A33-B22F-519B8A96B234}" type="parTrans" cxnId="{539D42C5-DA75-407D-9E33-EEDF12015927}">
      <dgm:prSet/>
      <dgm:spPr/>
      <dgm:t>
        <a:bodyPr/>
        <a:lstStyle/>
        <a:p>
          <a:endParaRPr lang="en-US"/>
        </a:p>
      </dgm:t>
    </dgm:pt>
    <dgm:pt modelId="{2C9740D8-287F-4EE8-8DC9-5EBE19FF87CE}" type="sibTrans" cxnId="{539D42C5-DA75-407D-9E33-EEDF12015927}">
      <dgm:prSet/>
      <dgm:spPr/>
      <dgm:t>
        <a:bodyPr/>
        <a:lstStyle/>
        <a:p>
          <a:endParaRPr lang="en-US"/>
        </a:p>
      </dgm:t>
    </dgm:pt>
    <dgm:pt modelId="{3E09D733-B381-4621-A2B5-B27934DE5664}">
      <dgm:prSet custT="1"/>
      <dgm:spPr/>
      <dgm:t>
        <a:bodyPr anchor="ctr"/>
        <a:lstStyle/>
        <a:p>
          <a:r>
            <a:rPr lang="sk-SK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Škálovateľnosť systému</a:t>
          </a:r>
          <a:endParaRPr lang="en-US" sz="3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51F760E9-7AEA-4273-82A8-FDB53EA72655}" type="parTrans" cxnId="{FDA46A09-0791-4FB8-8778-9B481E989052}">
      <dgm:prSet/>
      <dgm:spPr/>
      <dgm:t>
        <a:bodyPr/>
        <a:lstStyle/>
        <a:p>
          <a:endParaRPr lang="en-US"/>
        </a:p>
      </dgm:t>
    </dgm:pt>
    <dgm:pt modelId="{D305CCCB-C1BA-48A9-8402-C8710EEF8CCD}" type="sibTrans" cxnId="{FDA46A09-0791-4FB8-8778-9B481E989052}">
      <dgm:prSet/>
      <dgm:spPr/>
      <dgm:t>
        <a:bodyPr/>
        <a:lstStyle/>
        <a:p>
          <a:endParaRPr lang="en-US"/>
        </a:p>
      </dgm:t>
    </dgm:pt>
    <dgm:pt modelId="{73FBC873-822E-41EA-A46A-58C09D173A50}">
      <dgm:prSet custT="1"/>
      <dgm:spPr/>
      <dgm:t>
        <a:bodyPr anchor="ctr"/>
        <a:lstStyle/>
        <a:p>
          <a:r>
            <a:rPr lang="sk-SK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Zálohovanie dát</a:t>
          </a:r>
          <a:endParaRPr lang="en-US" sz="3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gm:t>
    </dgm:pt>
    <dgm:pt modelId="{CCC7B8B0-A8A8-4203-BFB8-AC7FD6B922DB}" type="parTrans" cxnId="{E1AB8958-5F11-479C-B7A2-8C1AF4EFE5F0}">
      <dgm:prSet/>
      <dgm:spPr/>
      <dgm:t>
        <a:bodyPr/>
        <a:lstStyle/>
        <a:p>
          <a:endParaRPr lang="en-US"/>
        </a:p>
      </dgm:t>
    </dgm:pt>
    <dgm:pt modelId="{FFE3706A-A22E-45E2-A160-B50746687193}" type="sibTrans" cxnId="{E1AB8958-5F11-479C-B7A2-8C1AF4EFE5F0}">
      <dgm:prSet/>
      <dgm:spPr/>
      <dgm:t>
        <a:bodyPr/>
        <a:lstStyle/>
        <a:p>
          <a:endParaRPr lang="en-US"/>
        </a:p>
      </dgm:t>
    </dgm:pt>
    <dgm:pt modelId="{405D7C82-7F46-9A4F-BAF7-A9645B5A0795}" type="pres">
      <dgm:prSet presAssocID="{E7AB9BDD-D2AC-48A3-85E2-E22934283958}" presName="vert0" presStyleCnt="0">
        <dgm:presLayoutVars>
          <dgm:dir/>
          <dgm:animOne val="branch"/>
          <dgm:animLvl val="lvl"/>
        </dgm:presLayoutVars>
      </dgm:prSet>
      <dgm:spPr/>
    </dgm:pt>
    <dgm:pt modelId="{1D70A020-6762-E74E-9D6D-668D3C95CE3A}" type="pres">
      <dgm:prSet presAssocID="{4DC6D9E2-E79B-4FF5-A928-4731A232353D}" presName="thickLine" presStyleLbl="alignNode1" presStyleIdx="0" presStyleCnt="5"/>
      <dgm:spPr/>
    </dgm:pt>
    <dgm:pt modelId="{AC9514AA-6F66-E34B-BCD8-C1ADED8FEE14}" type="pres">
      <dgm:prSet presAssocID="{4DC6D9E2-E79B-4FF5-A928-4731A232353D}" presName="horz1" presStyleCnt="0"/>
      <dgm:spPr/>
    </dgm:pt>
    <dgm:pt modelId="{3CCC34C4-E39B-8743-8E5D-8D0D5D5600C5}" type="pres">
      <dgm:prSet presAssocID="{4DC6D9E2-E79B-4FF5-A928-4731A232353D}" presName="tx1" presStyleLbl="revTx" presStyleIdx="0" presStyleCnt="5"/>
      <dgm:spPr/>
    </dgm:pt>
    <dgm:pt modelId="{F48C7B95-ACDA-1F49-945B-15CD109A1407}" type="pres">
      <dgm:prSet presAssocID="{4DC6D9E2-E79B-4FF5-A928-4731A232353D}" presName="vert1" presStyleCnt="0"/>
      <dgm:spPr/>
    </dgm:pt>
    <dgm:pt modelId="{587FE207-F05E-6649-9C21-1EA9BF642201}" type="pres">
      <dgm:prSet presAssocID="{E221785A-1C15-413A-BF53-FD9B4D93D3B9}" presName="thickLine" presStyleLbl="alignNode1" presStyleIdx="1" presStyleCnt="5"/>
      <dgm:spPr/>
    </dgm:pt>
    <dgm:pt modelId="{8BA0C28B-8E4D-8B49-A8E0-4CB49A0ED6BE}" type="pres">
      <dgm:prSet presAssocID="{E221785A-1C15-413A-BF53-FD9B4D93D3B9}" presName="horz1" presStyleCnt="0"/>
      <dgm:spPr/>
    </dgm:pt>
    <dgm:pt modelId="{A607230A-734E-AE47-888A-08B2D0F51729}" type="pres">
      <dgm:prSet presAssocID="{E221785A-1C15-413A-BF53-FD9B4D93D3B9}" presName="tx1" presStyleLbl="revTx" presStyleIdx="1" presStyleCnt="5"/>
      <dgm:spPr/>
    </dgm:pt>
    <dgm:pt modelId="{2FAED8D4-24C8-B446-965F-136862A7A345}" type="pres">
      <dgm:prSet presAssocID="{E221785A-1C15-413A-BF53-FD9B4D93D3B9}" presName="vert1" presStyleCnt="0"/>
      <dgm:spPr/>
    </dgm:pt>
    <dgm:pt modelId="{EDB7363F-3B69-C949-B305-A6E58425395E}" type="pres">
      <dgm:prSet presAssocID="{48CF3636-1A9B-46A6-AB7E-E3933A78C522}" presName="thickLine" presStyleLbl="alignNode1" presStyleIdx="2" presStyleCnt="5"/>
      <dgm:spPr/>
    </dgm:pt>
    <dgm:pt modelId="{04C98A7E-A5C6-3840-9B1D-29F42BDA44EA}" type="pres">
      <dgm:prSet presAssocID="{48CF3636-1A9B-46A6-AB7E-E3933A78C522}" presName="horz1" presStyleCnt="0"/>
      <dgm:spPr/>
    </dgm:pt>
    <dgm:pt modelId="{FEF6F2E6-BE38-E54B-8211-1FF77E9B178A}" type="pres">
      <dgm:prSet presAssocID="{48CF3636-1A9B-46A6-AB7E-E3933A78C522}" presName="tx1" presStyleLbl="revTx" presStyleIdx="2" presStyleCnt="5"/>
      <dgm:spPr/>
    </dgm:pt>
    <dgm:pt modelId="{B9D70C90-F314-5D44-944F-CC9812C1B20C}" type="pres">
      <dgm:prSet presAssocID="{48CF3636-1A9B-46A6-AB7E-E3933A78C522}" presName="vert1" presStyleCnt="0"/>
      <dgm:spPr/>
    </dgm:pt>
    <dgm:pt modelId="{FE287703-BC7B-8644-81FC-F1A75E90308A}" type="pres">
      <dgm:prSet presAssocID="{3E09D733-B381-4621-A2B5-B27934DE5664}" presName="thickLine" presStyleLbl="alignNode1" presStyleIdx="3" presStyleCnt="5"/>
      <dgm:spPr/>
    </dgm:pt>
    <dgm:pt modelId="{47A3E5FB-CFEA-3F42-AC75-6AB97CB6E880}" type="pres">
      <dgm:prSet presAssocID="{3E09D733-B381-4621-A2B5-B27934DE5664}" presName="horz1" presStyleCnt="0"/>
      <dgm:spPr/>
    </dgm:pt>
    <dgm:pt modelId="{DEA6FE09-44C0-A548-99C5-EACBC59BD4DB}" type="pres">
      <dgm:prSet presAssocID="{3E09D733-B381-4621-A2B5-B27934DE5664}" presName="tx1" presStyleLbl="revTx" presStyleIdx="3" presStyleCnt="5"/>
      <dgm:spPr/>
    </dgm:pt>
    <dgm:pt modelId="{B128AA6A-51CA-1B4D-BBEF-95CFE1264484}" type="pres">
      <dgm:prSet presAssocID="{3E09D733-B381-4621-A2B5-B27934DE5664}" presName="vert1" presStyleCnt="0"/>
      <dgm:spPr/>
    </dgm:pt>
    <dgm:pt modelId="{2FD3CB5D-DE4E-9143-AE75-D1A3090EB986}" type="pres">
      <dgm:prSet presAssocID="{73FBC873-822E-41EA-A46A-58C09D173A50}" presName="thickLine" presStyleLbl="alignNode1" presStyleIdx="4" presStyleCnt="5"/>
      <dgm:spPr/>
    </dgm:pt>
    <dgm:pt modelId="{98D98CF1-A709-7245-A1D6-E52C53F1452E}" type="pres">
      <dgm:prSet presAssocID="{73FBC873-822E-41EA-A46A-58C09D173A50}" presName="horz1" presStyleCnt="0"/>
      <dgm:spPr/>
    </dgm:pt>
    <dgm:pt modelId="{0606F000-2AB3-D942-AE07-55B2772824A3}" type="pres">
      <dgm:prSet presAssocID="{73FBC873-822E-41EA-A46A-58C09D173A50}" presName="tx1" presStyleLbl="revTx" presStyleIdx="4" presStyleCnt="5"/>
      <dgm:spPr/>
    </dgm:pt>
    <dgm:pt modelId="{531395C5-60FE-7046-9225-2A724287F5B9}" type="pres">
      <dgm:prSet presAssocID="{73FBC873-822E-41EA-A46A-58C09D173A50}" presName="vert1" presStyleCnt="0"/>
      <dgm:spPr/>
    </dgm:pt>
  </dgm:ptLst>
  <dgm:cxnLst>
    <dgm:cxn modelId="{86AB4508-8C07-644C-8137-B3902D8ECF26}" type="presOf" srcId="{73FBC873-822E-41EA-A46A-58C09D173A50}" destId="{0606F000-2AB3-D942-AE07-55B2772824A3}" srcOrd="0" destOrd="0" presId="urn:microsoft.com/office/officeart/2008/layout/LinedList"/>
    <dgm:cxn modelId="{FDA46A09-0791-4FB8-8778-9B481E989052}" srcId="{E7AB9BDD-D2AC-48A3-85E2-E22934283958}" destId="{3E09D733-B381-4621-A2B5-B27934DE5664}" srcOrd="3" destOrd="0" parTransId="{51F760E9-7AEA-4273-82A8-FDB53EA72655}" sibTransId="{D305CCCB-C1BA-48A9-8402-C8710EEF8CCD}"/>
    <dgm:cxn modelId="{6AC5A83E-4509-DA4F-BB52-1EBA4BF0BBD3}" type="presOf" srcId="{E7AB9BDD-D2AC-48A3-85E2-E22934283958}" destId="{405D7C82-7F46-9A4F-BAF7-A9645B5A0795}" srcOrd="0" destOrd="0" presId="urn:microsoft.com/office/officeart/2008/layout/LinedList"/>
    <dgm:cxn modelId="{6B1A5B4A-ED3F-EA48-AD53-76C63DE5B0D8}" type="presOf" srcId="{E221785A-1C15-413A-BF53-FD9B4D93D3B9}" destId="{A607230A-734E-AE47-888A-08B2D0F51729}" srcOrd="0" destOrd="0" presId="urn:microsoft.com/office/officeart/2008/layout/LinedList"/>
    <dgm:cxn modelId="{E1AB8958-5F11-479C-B7A2-8C1AF4EFE5F0}" srcId="{E7AB9BDD-D2AC-48A3-85E2-E22934283958}" destId="{73FBC873-822E-41EA-A46A-58C09D173A50}" srcOrd="4" destOrd="0" parTransId="{CCC7B8B0-A8A8-4203-BFB8-AC7FD6B922DB}" sibTransId="{FFE3706A-A22E-45E2-A160-B50746687193}"/>
    <dgm:cxn modelId="{E500245B-D8FD-4CE5-8995-6030B66AD29C}" srcId="{E7AB9BDD-D2AC-48A3-85E2-E22934283958}" destId="{4DC6D9E2-E79B-4FF5-A928-4731A232353D}" srcOrd="0" destOrd="0" parTransId="{C7F2F7DE-CB67-40D4-8814-D9B37F88CC68}" sibTransId="{BAD199CB-A93E-4706-9CB1-80738E776328}"/>
    <dgm:cxn modelId="{8DAFB5A8-A8D9-3E43-ABAA-7270ACE9290A}" type="presOf" srcId="{48CF3636-1A9B-46A6-AB7E-E3933A78C522}" destId="{FEF6F2E6-BE38-E54B-8211-1FF77E9B178A}" srcOrd="0" destOrd="0" presId="urn:microsoft.com/office/officeart/2008/layout/LinedList"/>
    <dgm:cxn modelId="{646E30B1-AEAD-854C-89ED-CD27F38D044F}" type="presOf" srcId="{3E09D733-B381-4621-A2B5-B27934DE5664}" destId="{DEA6FE09-44C0-A548-99C5-EACBC59BD4DB}" srcOrd="0" destOrd="0" presId="urn:microsoft.com/office/officeart/2008/layout/LinedList"/>
    <dgm:cxn modelId="{C0E8F5C2-C5F8-495C-91FF-079044037A48}" srcId="{E7AB9BDD-D2AC-48A3-85E2-E22934283958}" destId="{E221785A-1C15-413A-BF53-FD9B4D93D3B9}" srcOrd="1" destOrd="0" parTransId="{57E8A92A-4F7A-4482-ACA9-8A56ED9D6373}" sibTransId="{5186FF59-69D1-45D9-87CF-0DB41DE8514B}"/>
    <dgm:cxn modelId="{539D42C5-DA75-407D-9E33-EEDF12015927}" srcId="{E7AB9BDD-D2AC-48A3-85E2-E22934283958}" destId="{48CF3636-1A9B-46A6-AB7E-E3933A78C522}" srcOrd="2" destOrd="0" parTransId="{BDDF3314-F34A-4A33-B22F-519B8A96B234}" sibTransId="{2C9740D8-287F-4EE8-8DC9-5EBE19FF87CE}"/>
    <dgm:cxn modelId="{E1AF36F3-BB64-3D4D-8987-08DE5567D4D5}" type="presOf" srcId="{4DC6D9E2-E79B-4FF5-A928-4731A232353D}" destId="{3CCC34C4-E39B-8743-8E5D-8D0D5D5600C5}" srcOrd="0" destOrd="0" presId="urn:microsoft.com/office/officeart/2008/layout/LinedList"/>
    <dgm:cxn modelId="{81279B4E-3612-8E4B-9B65-CDED7B0F1D6D}" type="presParOf" srcId="{405D7C82-7F46-9A4F-BAF7-A9645B5A0795}" destId="{1D70A020-6762-E74E-9D6D-668D3C95CE3A}" srcOrd="0" destOrd="0" presId="urn:microsoft.com/office/officeart/2008/layout/LinedList"/>
    <dgm:cxn modelId="{D68865C0-8306-4B48-BEC9-4D415E7DD906}" type="presParOf" srcId="{405D7C82-7F46-9A4F-BAF7-A9645B5A0795}" destId="{AC9514AA-6F66-E34B-BCD8-C1ADED8FEE14}" srcOrd="1" destOrd="0" presId="urn:microsoft.com/office/officeart/2008/layout/LinedList"/>
    <dgm:cxn modelId="{A4E78F11-C33B-BE4B-B1D2-074FB98DDD55}" type="presParOf" srcId="{AC9514AA-6F66-E34B-BCD8-C1ADED8FEE14}" destId="{3CCC34C4-E39B-8743-8E5D-8D0D5D5600C5}" srcOrd="0" destOrd="0" presId="urn:microsoft.com/office/officeart/2008/layout/LinedList"/>
    <dgm:cxn modelId="{3C2CA23A-524E-E649-9F6A-897F53C86DED}" type="presParOf" srcId="{AC9514AA-6F66-E34B-BCD8-C1ADED8FEE14}" destId="{F48C7B95-ACDA-1F49-945B-15CD109A1407}" srcOrd="1" destOrd="0" presId="urn:microsoft.com/office/officeart/2008/layout/LinedList"/>
    <dgm:cxn modelId="{E1DB0576-999C-384E-B4A7-D926945FB60F}" type="presParOf" srcId="{405D7C82-7F46-9A4F-BAF7-A9645B5A0795}" destId="{587FE207-F05E-6649-9C21-1EA9BF642201}" srcOrd="2" destOrd="0" presId="urn:microsoft.com/office/officeart/2008/layout/LinedList"/>
    <dgm:cxn modelId="{1ABD0A5E-CBBF-EA4D-851B-A82CBD9B4C07}" type="presParOf" srcId="{405D7C82-7F46-9A4F-BAF7-A9645B5A0795}" destId="{8BA0C28B-8E4D-8B49-A8E0-4CB49A0ED6BE}" srcOrd="3" destOrd="0" presId="urn:microsoft.com/office/officeart/2008/layout/LinedList"/>
    <dgm:cxn modelId="{F6F25FAF-914E-154F-BC87-D28B001F5E16}" type="presParOf" srcId="{8BA0C28B-8E4D-8B49-A8E0-4CB49A0ED6BE}" destId="{A607230A-734E-AE47-888A-08B2D0F51729}" srcOrd="0" destOrd="0" presId="urn:microsoft.com/office/officeart/2008/layout/LinedList"/>
    <dgm:cxn modelId="{CB2023B3-1FC1-E04F-8374-469F98735349}" type="presParOf" srcId="{8BA0C28B-8E4D-8B49-A8E0-4CB49A0ED6BE}" destId="{2FAED8D4-24C8-B446-965F-136862A7A345}" srcOrd="1" destOrd="0" presId="urn:microsoft.com/office/officeart/2008/layout/LinedList"/>
    <dgm:cxn modelId="{C96F4F5B-04AF-064A-AE23-AC06273C2766}" type="presParOf" srcId="{405D7C82-7F46-9A4F-BAF7-A9645B5A0795}" destId="{EDB7363F-3B69-C949-B305-A6E58425395E}" srcOrd="4" destOrd="0" presId="urn:microsoft.com/office/officeart/2008/layout/LinedList"/>
    <dgm:cxn modelId="{E1281DE4-8618-D043-AB31-C21B54ED7FCF}" type="presParOf" srcId="{405D7C82-7F46-9A4F-BAF7-A9645B5A0795}" destId="{04C98A7E-A5C6-3840-9B1D-29F42BDA44EA}" srcOrd="5" destOrd="0" presId="urn:microsoft.com/office/officeart/2008/layout/LinedList"/>
    <dgm:cxn modelId="{4E77D749-C2D8-724A-9173-04CE1ED836E6}" type="presParOf" srcId="{04C98A7E-A5C6-3840-9B1D-29F42BDA44EA}" destId="{FEF6F2E6-BE38-E54B-8211-1FF77E9B178A}" srcOrd="0" destOrd="0" presId="urn:microsoft.com/office/officeart/2008/layout/LinedList"/>
    <dgm:cxn modelId="{0D3D03BC-761B-B74A-8C5E-5C65B4366F14}" type="presParOf" srcId="{04C98A7E-A5C6-3840-9B1D-29F42BDA44EA}" destId="{B9D70C90-F314-5D44-944F-CC9812C1B20C}" srcOrd="1" destOrd="0" presId="urn:microsoft.com/office/officeart/2008/layout/LinedList"/>
    <dgm:cxn modelId="{D10BB026-0C8B-1143-B378-A739F738ABB2}" type="presParOf" srcId="{405D7C82-7F46-9A4F-BAF7-A9645B5A0795}" destId="{FE287703-BC7B-8644-81FC-F1A75E90308A}" srcOrd="6" destOrd="0" presId="urn:microsoft.com/office/officeart/2008/layout/LinedList"/>
    <dgm:cxn modelId="{A83FEAF5-3BB8-C34F-AFC8-776F7D8DDBCC}" type="presParOf" srcId="{405D7C82-7F46-9A4F-BAF7-A9645B5A0795}" destId="{47A3E5FB-CFEA-3F42-AC75-6AB97CB6E880}" srcOrd="7" destOrd="0" presId="urn:microsoft.com/office/officeart/2008/layout/LinedList"/>
    <dgm:cxn modelId="{69D3C1DF-1CC8-FE4B-978B-C8020BD94734}" type="presParOf" srcId="{47A3E5FB-CFEA-3F42-AC75-6AB97CB6E880}" destId="{DEA6FE09-44C0-A548-99C5-EACBC59BD4DB}" srcOrd="0" destOrd="0" presId="urn:microsoft.com/office/officeart/2008/layout/LinedList"/>
    <dgm:cxn modelId="{45376519-F3B8-0C48-876D-C8833F6D0779}" type="presParOf" srcId="{47A3E5FB-CFEA-3F42-AC75-6AB97CB6E880}" destId="{B128AA6A-51CA-1B4D-BBEF-95CFE1264484}" srcOrd="1" destOrd="0" presId="urn:microsoft.com/office/officeart/2008/layout/LinedList"/>
    <dgm:cxn modelId="{D8A28347-A652-6A42-9A58-D87D97A98E83}" type="presParOf" srcId="{405D7C82-7F46-9A4F-BAF7-A9645B5A0795}" destId="{2FD3CB5D-DE4E-9143-AE75-D1A3090EB986}" srcOrd="8" destOrd="0" presId="urn:microsoft.com/office/officeart/2008/layout/LinedList"/>
    <dgm:cxn modelId="{B28FAC6A-E744-3D49-BFB7-1D38533F3297}" type="presParOf" srcId="{405D7C82-7F46-9A4F-BAF7-A9645B5A0795}" destId="{98D98CF1-A709-7245-A1D6-E52C53F1452E}" srcOrd="9" destOrd="0" presId="urn:microsoft.com/office/officeart/2008/layout/LinedList"/>
    <dgm:cxn modelId="{F683054B-585D-F644-8FAC-3366925F67FD}" type="presParOf" srcId="{98D98CF1-A709-7245-A1D6-E52C53F1452E}" destId="{0606F000-2AB3-D942-AE07-55B2772824A3}" srcOrd="0" destOrd="0" presId="urn:microsoft.com/office/officeart/2008/layout/LinedList"/>
    <dgm:cxn modelId="{D8E5E7CC-3D73-3547-8B11-AF7B61B631F9}" type="presParOf" srcId="{98D98CF1-A709-7245-A1D6-E52C53F1452E}" destId="{531395C5-60FE-7046-9225-2A724287F5B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0A020-6762-E74E-9D6D-668D3C95CE3A}">
      <dsp:nvSpPr>
        <dsp:cNvPr id="0" name=""/>
        <dsp:cNvSpPr/>
      </dsp:nvSpPr>
      <dsp:spPr>
        <a:xfrm>
          <a:off x="0" y="2124"/>
          <a:ext cx="5181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CC34C4-E39B-8743-8E5D-8D0D5D5600C5}">
      <dsp:nvSpPr>
        <dsp:cNvPr id="0" name=""/>
        <dsp:cNvSpPr/>
      </dsp:nvSpPr>
      <dsp:spPr>
        <a:xfrm>
          <a:off x="0" y="2124"/>
          <a:ext cx="5181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200" b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Používateľský účet</a:t>
          </a:r>
          <a:endParaRPr lang="en-US" sz="3200" b="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2124"/>
        <a:ext cx="5181600" cy="724514"/>
      </dsp:txXfrm>
    </dsp:sp>
    <dsp:sp modelId="{587FE207-F05E-6649-9C21-1EA9BF642201}">
      <dsp:nvSpPr>
        <dsp:cNvPr id="0" name=""/>
        <dsp:cNvSpPr/>
      </dsp:nvSpPr>
      <dsp:spPr>
        <a:xfrm>
          <a:off x="0" y="726639"/>
          <a:ext cx="5181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07230A-734E-AE47-888A-08B2D0F51729}">
      <dsp:nvSpPr>
        <dsp:cNvPr id="0" name=""/>
        <dsp:cNvSpPr/>
      </dsp:nvSpPr>
      <dsp:spPr>
        <a:xfrm>
          <a:off x="0" y="726639"/>
          <a:ext cx="5181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Rodinní</a:t>
          </a:r>
          <a:r>
            <a:rPr lang="en-US" sz="3200" b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 </a:t>
          </a:r>
          <a:r>
            <a:rPr lang="en-US" sz="3200" b="0" kern="1200" dirty="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príslušníci</a:t>
          </a:r>
          <a:endParaRPr lang="en-US" sz="3200" b="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726639"/>
        <a:ext cx="5181600" cy="724514"/>
      </dsp:txXfrm>
    </dsp:sp>
    <dsp:sp modelId="{EDB7363F-3B69-C949-B305-A6E58425395E}">
      <dsp:nvSpPr>
        <dsp:cNvPr id="0" name=""/>
        <dsp:cNvSpPr/>
      </dsp:nvSpPr>
      <dsp:spPr>
        <a:xfrm>
          <a:off x="0" y="1451154"/>
          <a:ext cx="5181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EF6F2E6-BE38-E54B-8211-1FF77E9B178A}">
      <dsp:nvSpPr>
        <dsp:cNvPr id="0" name=""/>
        <dsp:cNvSpPr/>
      </dsp:nvSpPr>
      <dsp:spPr>
        <a:xfrm>
          <a:off x="0" y="1451154"/>
          <a:ext cx="5181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2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Vyhľadávanie lekárov</a:t>
          </a:r>
          <a:endParaRPr lang="en-US" sz="320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1451154"/>
        <a:ext cx="5181600" cy="724514"/>
      </dsp:txXfrm>
    </dsp:sp>
    <dsp:sp modelId="{FE287703-BC7B-8644-81FC-F1A75E90308A}">
      <dsp:nvSpPr>
        <dsp:cNvPr id="0" name=""/>
        <dsp:cNvSpPr/>
      </dsp:nvSpPr>
      <dsp:spPr>
        <a:xfrm>
          <a:off x="0" y="2175669"/>
          <a:ext cx="5181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A6FE09-44C0-A548-99C5-EACBC59BD4DB}">
      <dsp:nvSpPr>
        <dsp:cNvPr id="0" name=""/>
        <dsp:cNvSpPr/>
      </dsp:nvSpPr>
      <dsp:spPr>
        <a:xfrm>
          <a:off x="0" y="2175669"/>
          <a:ext cx="5181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2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Rezervovanie termínu</a:t>
          </a:r>
          <a:endParaRPr lang="en-US" sz="320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2175669"/>
        <a:ext cx="5181600" cy="724514"/>
      </dsp:txXfrm>
    </dsp:sp>
    <dsp:sp modelId="{A88ABFF5-8A3A-0345-BF71-81FB2695711E}">
      <dsp:nvSpPr>
        <dsp:cNvPr id="0" name=""/>
        <dsp:cNvSpPr/>
      </dsp:nvSpPr>
      <dsp:spPr>
        <a:xfrm>
          <a:off x="0" y="2900183"/>
          <a:ext cx="5181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87DCB6-1D71-0548-AE60-A2A167738897}">
      <dsp:nvSpPr>
        <dsp:cNvPr id="0" name=""/>
        <dsp:cNvSpPr/>
      </dsp:nvSpPr>
      <dsp:spPr>
        <a:xfrm>
          <a:off x="0" y="2900183"/>
          <a:ext cx="5181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4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Notifikácie o termínoch</a:t>
          </a:r>
        </a:p>
      </dsp:txBody>
      <dsp:txXfrm>
        <a:off x="0" y="2900183"/>
        <a:ext cx="5181600" cy="724514"/>
      </dsp:txXfrm>
    </dsp:sp>
    <dsp:sp modelId="{650F9AB0-5DA5-624E-8318-5A4EF003C877}">
      <dsp:nvSpPr>
        <dsp:cNvPr id="0" name=""/>
        <dsp:cNvSpPr/>
      </dsp:nvSpPr>
      <dsp:spPr>
        <a:xfrm>
          <a:off x="0" y="3624698"/>
          <a:ext cx="5181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4AB5B8-B238-0E46-9DCF-36E21DEECE4D}">
      <dsp:nvSpPr>
        <dsp:cNvPr id="0" name=""/>
        <dsp:cNvSpPr/>
      </dsp:nvSpPr>
      <dsp:spPr>
        <a:xfrm>
          <a:off x="0" y="3624698"/>
          <a:ext cx="5181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4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História návštev</a:t>
          </a:r>
        </a:p>
      </dsp:txBody>
      <dsp:txXfrm>
        <a:off x="0" y="3624698"/>
        <a:ext cx="5181600" cy="724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0A020-6762-E74E-9D6D-668D3C95CE3A}">
      <dsp:nvSpPr>
        <dsp:cNvPr id="0" name=""/>
        <dsp:cNvSpPr/>
      </dsp:nvSpPr>
      <dsp:spPr>
        <a:xfrm>
          <a:off x="0" y="0"/>
          <a:ext cx="5181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CC34C4-E39B-8743-8E5D-8D0D5D5600C5}">
      <dsp:nvSpPr>
        <dsp:cNvPr id="0" name=""/>
        <dsp:cNvSpPr/>
      </dsp:nvSpPr>
      <dsp:spPr>
        <a:xfrm>
          <a:off x="0" y="0"/>
          <a:ext cx="5181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200" b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Lekársky účet</a:t>
          </a:r>
          <a:endParaRPr lang="en-US" sz="3200" b="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0"/>
        <a:ext cx="5181600" cy="1087834"/>
      </dsp:txXfrm>
    </dsp:sp>
    <dsp:sp modelId="{587FE207-F05E-6649-9C21-1EA9BF642201}">
      <dsp:nvSpPr>
        <dsp:cNvPr id="0" name=""/>
        <dsp:cNvSpPr/>
      </dsp:nvSpPr>
      <dsp:spPr>
        <a:xfrm>
          <a:off x="0" y="1087834"/>
          <a:ext cx="5181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07230A-734E-AE47-888A-08B2D0F51729}">
      <dsp:nvSpPr>
        <dsp:cNvPr id="0" name=""/>
        <dsp:cNvSpPr/>
      </dsp:nvSpPr>
      <dsp:spPr>
        <a:xfrm>
          <a:off x="0" y="1087834"/>
          <a:ext cx="5181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Správa</a:t>
          </a:r>
          <a:r>
            <a:rPr lang="en-US" sz="3200" b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 </a:t>
          </a:r>
          <a:r>
            <a:rPr lang="en-US" sz="3200" b="0" kern="1200" dirty="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kalendára</a:t>
          </a:r>
          <a:endParaRPr lang="en-US" sz="3200" b="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1087834"/>
        <a:ext cx="5181600" cy="1087834"/>
      </dsp:txXfrm>
    </dsp:sp>
    <dsp:sp modelId="{EDB7363F-3B69-C949-B305-A6E58425395E}">
      <dsp:nvSpPr>
        <dsp:cNvPr id="0" name=""/>
        <dsp:cNvSpPr/>
      </dsp:nvSpPr>
      <dsp:spPr>
        <a:xfrm>
          <a:off x="0" y="2175669"/>
          <a:ext cx="5181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EF6F2E6-BE38-E54B-8211-1FF77E9B178A}">
      <dsp:nvSpPr>
        <dsp:cNvPr id="0" name=""/>
        <dsp:cNvSpPr/>
      </dsp:nvSpPr>
      <dsp:spPr>
        <a:xfrm>
          <a:off x="0" y="2175669"/>
          <a:ext cx="5181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2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Správa termínov</a:t>
          </a:r>
          <a:endParaRPr lang="en-US" sz="320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2175669"/>
        <a:ext cx="5181600" cy="1087834"/>
      </dsp:txXfrm>
    </dsp:sp>
    <dsp:sp modelId="{FE287703-BC7B-8644-81FC-F1A75E90308A}">
      <dsp:nvSpPr>
        <dsp:cNvPr id="0" name=""/>
        <dsp:cNvSpPr/>
      </dsp:nvSpPr>
      <dsp:spPr>
        <a:xfrm>
          <a:off x="0" y="3263503"/>
          <a:ext cx="5181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A6FE09-44C0-A548-99C5-EACBC59BD4DB}">
      <dsp:nvSpPr>
        <dsp:cNvPr id="0" name=""/>
        <dsp:cNvSpPr/>
      </dsp:nvSpPr>
      <dsp:spPr>
        <a:xfrm>
          <a:off x="0" y="3263503"/>
          <a:ext cx="5181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2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Evidencia stavu návštevy</a:t>
          </a:r>
          <a:endParaRPr lang="en-US" sz="320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3263503"/>
        <a:ext cx="5181600" cy="10878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0A020-6762-E74E-9D6D-668D3C95CE3A}">
      <dsp:nvSpPr>
        <dsp:cNvPr id="0" name=""/>
        <dsp:cNvSpPr/>
      </dsp:nvSpPr>
      <dsp:spPr>
        <a:xfrm>
          <a:off x="0" y="0"/>
          <a:ext cx="5181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CC34C4-E39B-8743-8E5D-8D0D5D5600C5}">
      <dsp:nvSpPr>
        <dsp:cNvPr id="0" name=""/>
        <dsp:cNvSpPr/>
      </dsp:nvSpPr>
      <dsp:spPr>
        <a:xfrm>
          <a:off x="0" y="0"/>
          <a:ext cx="5181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200" b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Správa používateľských účtov</a:t>
          </a:r>
          <a:endParaRPr lang="en-US" sz="3200" b="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0"/>
        <a:ext cx="5181600" cy="1087834"/>
      </dsp:txXfrm>
    </dsp:sp>
    <dsp:sp modelId="{587FE207-F05E-6649-9C21-1EA9BF642201}">
      <dsp:nvSpPr>
        <dsp:cNvPr id="0" name=""/>
        <dsp:cNvSpPr/>
      </dsp:nvSpPr>
      <dsp:spPr>
        <a:xfrm>
          <a:off x="0" y="1087834"/>
          <a:ext cx="5181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07230A-734E-AE47-888A-08B2D0F51729}">
      <dsp:nvSpPr>
        <dsp:cNvPr id="0" name=""/>
        <dsp:cNvSpPr/>
      </dsp:nvSpPr>
      <dsp:spPr>
        <a:xfrm>
          <a:off x="0" y="1087834"/>
          <a:ext cx="5181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Správa</a:t>
          </a:r>
          <a:r>
            <a:rPr lang="en-US" sz="3200" b="0" kern="1200" baseline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 </a:t>
          </a:r>
          <a:r>
            <a:rPr lang="en-US" sz="3200" b="0" kern="1200" baseline="0" dirty="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lekárov</a:t>
          </a:r>
          <a:r>
            <a:rPr lang="en-US" sz="3200" b="0" kern="1200" baseline="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 a </a:t>
          </a:r>
          <a:r>
            <a:rPr lang="en-US" sz="3200" b="0" kern="1200" baseline="0" dirty="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pracovísk</a:t>
          </a:r>
          <a:endParaRPr lang="en-US" sz="3200" b="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1087834"/>
        <a:ext cx="5181600" cy="1087834"/>
      </dsp:txXfrm>
    </dsp:sp>
    <dsp:sp modelId="{EDB7363F-3B69-C949-B305-A6E58425395E}">
      <dsp:nvSpPr>
        <dsp:cNvPr id="0" name=""/>
        <dsp:cNvSpPr/>
      </dsp:nvSpPr>
      <dsp:spPr>
        <a:xfrm>
          <a:off x="0" y="2175669"/>
          <a:ext cx="5181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EF6F2E6-BE38-E54B-8211-1FF77E9B178A}">
      <dsp:nvSpPr>
        <dsp:cNvPr id="0" name=""/>
        <dsp:cNvSpPr/>
      </dsp:nvSpPr>
      <dsp:spPr>
        <a:xfrm>
          <a:off x="0" y="2175669"/>
          <a:ext cx="5181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2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Správa prístupových práv</a:t>
          </a:r>
          <a:endParaRPr lang="en-US" sz="320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2175669"/>
        <a:ext cx="5181600" cy="1087834"/>
      </dsp:txXfrm>
    </dsp:sp>
    <dsp:sp modelId="{FE287703-BC7B-8644-81FC-F1A75E90308A}">
      <dsp:nvSpPr>
        <dsp:cNvPr id="0" name=""/>
        <dsp:cNvSpPr/>
      </dsp:nvSpPr>
      <dsp:spPr>
        <a:xfrm>
          <a:off x="0" y="3263503"/>
          <a:ext cx="5181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A6FE09-44C0-A548-99C5-EACBC59BD4DB}">
      <dsp:nvSpPr>
        <dsp:cNvPr id="0" name=""/>
        <dsp:cNvSpPr/>
      </dsp:nvSpPr>
      <dsp:spPr>
        <a:xfrm>
          <a:off x="0" y="3263503"/>
          <a:ext cx="5181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2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Evidencia auditných záznamov</a:t>
          </a:r>
          <a:endParaRPr lang="en-US" sz="320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3263503"/>
        <a:ext cx="5181600" cy="10878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0A020-6762-E74E-9D6D-668D3C95CE3A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CC34C4-E39B-8743-8E5D-8D0D5D5600C5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200" b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Ochrana osobných údajov</a:t>
          </a:r>
          <a:endParaRPr lang="en-US" sz="3200" b="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531"/>
        <a:ext cx="10515600" cy="870055"/>
      </dsp:txXfrm>
    </dsp:sp>
    <dsp:sp modelId="{587FE207-F05E-6649-9C21-1EA9BF642201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07230A-734E-AE47-888A-08B2D0F51729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200" b="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Šifrovanie dát</a:t>
          </a:r>
          <a:endParaRPr lang="en-US" sz="3200" b="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870586"/>
        <a:ext cx="10515600" cy="870055"/>
      </dsp:txXfrm>
    </dsp:sp>
    <dsp:sp modelId="{EDB7363F-3B69-C949-B305-A6E58425395E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EF6F2E6-BE38-E54B-8211-1FF77E9B178A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2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Autentifikácia a autorizácia používateľov</a:t>
          </a:r>
          <a:endParaRPr lang="en-US" sz="320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1740641"/>
        <a:ext cx="10515600" cy="870055"/>
      </dsp:txXfrm>
    </dsp:sp>
    <dsp:sp modelId="{FE287703-BC7B-8644-81FC-F1A75E90308A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A6FE09-44C0-A548-99C5-EACBC59BD4DB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2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Škálovateľnosť systému</a:t>
          </a:r>
          <a:endParaRPr lang="en-US" sz="320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2610696"/>
        <a:ext cx="10515600" cy="870055"/>
      </dsp:txXfrm>
    </dsp:sp>
    <dsp:sp modelId="{2FD3CB5D-DE4E-9143-AE75-D1A3090EB986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606F000-2AB3-D942-AE07-55B2772824A3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3200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Zálohovanie dát</a:t>
          </a:r>
          <a:endParaRPr lang="en-US" sz="3200" kern="1200" dirty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endParaRPr>
        </a:p>
      </dsp:txBody>
      <dsp:txXfrm>
        <a:off x="0" y="3480751"/>
        <a:ext cx="10515600" cy="870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8ED686-4BDD-6403-7CFD-E7C493636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1950623-89F6-63F0-2C06-ADE33F982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059CD244-9A4D-E5F7-834D-284626E1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14D1-7367-2F4A-BB07-BEB83FF0A49D}" type="datetimeFigureOut">
              <a:rPr lang="sk-SK" smtClean="0"/>
              <a:t>19.2.2026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561B1E8F-2E1C-FFAB-F0E7-AF13D1E4F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A81FB02-A850-70E3-1763-DCC8D2508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5354-86CB-0A4F-A58D-3F8285D7E78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8671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ADCB0F-1653-F31E-2E24-41AD3C94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108C1E7-A7DD-8C10-A327-B4C379011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90C2EB2-7C2B-E639-E1FE-9A5D4AE64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14D1-7367-2F4A-BB07-BEB83FF0A49D}" type="datetimeFigureOut">
              <a:rPr lang="sk-SK" smtClean="0"/>
              <a:t>19.2.2026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35A86C2-07CA-FCE4-5274-F621FD499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9BF5330F-B8A4-D155-10C7-E3DC61BF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5354-86CB-0A4F-A58D-3F8285D7E78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18385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506CA5-1694-10D6-0B65-A2FC3F368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8057045-3AE7-79FD-6522-FDF2F4FF7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48BE9A3D-C7A1-5C48-E2DB-378FF728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14D1-7367-2F4A-BB07-BEB83FF0A49D}" type="datetimeFigureOut">
              <a:rPr lang="sk-SK" smtClean="0"/>
              <a:t>19.2.2026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D8F5B710-D4EE-FE2D-E4AF-C7B3C42D8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A62EAFF1-9F54-2120-67F2-33774B226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5354-86CB-0A4F-A58D-3F8285D7E78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3563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B31DA5-B1EF-F06F-C711-14779AFAF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D6A1E88-C626-61C2-2E7F-DAD801D7D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23528F26-C33E-1C74-FA8D-D67FABBB3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B08B43E4-205A-7F5B-36BF-E4669396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14D1-7367-2F4A-BB07-BEB83FF0A49D}" type="datetimeFigureOut">
              <a:rPr lang="sk-SK" smtClean="0"/>
              <a:t>19.2.2026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88D88790-4B82-CD45-B913-05259AE2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3B57908A-4CF9-7F33-B108-99B23443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5354-86CB-0A4F-A58D-3F8285D7E78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73735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5D1499-0FA5-1339-D265-44461306E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ECD487D-87BA-D1AF-FD3D-DE0A6C842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B9881E59-64AB-DBE3-F199-81B4324AE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8D212E51-0AC5-1B52-D756-AB4021C53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A573A064-C7B5-EAA1-2C71-3C16D85B9D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5A24D3A5-7774-B42F-BF32-26247B47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14D1-7367-2F4A-BB07-BEB83FF0A49D}" type="datetimeFigureOut">
              <a:rPr lang="sk-SK" smtClean="0"/>
              <a:t>19.2.2026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4C775509-35FE-6240-7D00-1EA2F079A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B2C82351-D8E2-C575-6FD9-B9C31F22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5354-86CB-0A4F-A58D-3F8285D7E78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883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124007-1020-04C1-898A-8A8B542FA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3F3FED5A-C5C8-4037-0F15-C5CD26B3E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14D1-7367-2F4A-BB07-BEB83FF0A49D}" type="datetimeFigureOut">
              <a:rPr lang="sk-SK" smtClean="0"/>
              <a:t>19.2.2026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9170E733-A414-55B0-6554-66E390878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F300F607-C7B3-0961-E688-5ABB9402C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5354-86CB-0A4F-A58D-3F8285D7E78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82136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165D8150-613A-AE2B-746C-63CBC284F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14D1-7367-2F4A-BB07-BEB83FF0A49D}" type="datetimeFigureOut">
              <a:rPr lang="sk-SK" smtClean="0"/>
              <a:t>19.2.2026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F3464360-DAC7-B56C-B67D-A763651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561FDC7-EA37-2F89-00EF-2E52A74F9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5354-86CB-0A4F-A58D-3F8285D7E78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20599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7F5FC5-D563-FDBF-3787-8829BBABA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59D8315-0775-47EA-0C8C-8C4A1202C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1E84E35-CEC8-6492-05E2-FE337610A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3A204F15-72B4-18B5-9A74-B5E77E77E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14D1-7367-2F4A-BB07-BEB83FF0A49D}" type="datetimeFigureOut">
              <a:rPr lang="sk-SK" smtClean="0"/>
              <a:t>19.2.2026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9975CF9D-B4E9-2B4A-5E82-71C938D24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C779EBDA-DF45-795F-5004-6014DF0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5354-86CB-0A4F-A58D-3F8285D7E78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38557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DA4BAB-F86C-08DD-0165-8150E7E3D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A7E42216-D7D6-A2F0-7267-6F42EC223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0363F6C-D3FC-82EF-191A-877522766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EF5D49F2-182B-E8D9-3120-94068C6F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14D1-7367-2F4A-BB07-BEB83FF0A49D}" type="datetimeFigureOut">
              <a:rPr lang="sk-SK" smtClean="0"/>
              <a:t>19.2.2026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DE5D2269-9922-7662-83B6-51E12544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E812D6B-2DB3-0031-DDC6-A90D6098E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5354-86CB-0A4F-A58D-3F8285D7E78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2316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D52D0C-EC09-DF95-B31B-2109D17E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CE40B7C4-ADB3-7CB1-933C-F60F324C1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4F49824-07A9-4F0C-96C1-5AA1075C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14D1-7367-2F4A-BB07-BEB83FF0A49D}" type="datetimeFigureOut">
              <a:rPr lang="sk-SK" smtClean="0"/>
              <a:t>19.2.2026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1DD0E26-F12F-31DA-AE3D-B2A3E2557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4CFAFE0-097C-B3C8-92BB-8BBA19CA1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5354-86CB-0A4F-A58D-3F8285D7E78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31708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8548B378-E2B1-206A-158C-97209DB7D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B016D4C9-1A2B-049E-5919-3E48781E5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E90EB849-A233-1E38-E431-A09B3B7B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14D1-7367-2F4A-BB07-BEB83FF0A49D}" type="datetimeFigureOut">
              <a:rPr lang="sk-SK" smtClean="0"/>
              <a:t>19.2.2026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5EA261A4-641F-B2E4-1A48-1149ABC81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EF5AA0A-326B-F2C5-4261-DC805298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5354-86CB-0A4F-A58D-3F8285D7E78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68734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9172A907-8A71-F5E7-7C99-0F6509603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4DFFE3E-06A9-4414-F899-CF09E4221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419E445-E6B7-5BC8-E338-5EC880FB2E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D314D1-7367-2F4A-BB07-BEB83FF0A49D}" type="datetimeFigureOut">
              <a:rPr lang="sk-SK" smtClean="0"/>
              <a:t>19.2.2026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EBC03B7C-110B-E989-08FF-1CE970C25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3FDE81F2-493B-1F69-71E8-4553C9CD8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F45354-86CB-0A4F-A58D-3F8285D7E78B}" type="slidenum">
              <a:rPr lang="sk-SK" smtClean="0"/>
              <a:t>‹#›</a:t>
            </a:fld>
            <a:endParaRPr lang="sk-SK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1786713-E1C7-8A2C-925C-B3ECEB1DED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9562" y="-62570"/>
            <a:ext cx="12588815" cy="6920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1753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1EC37E-6964-ADF5-277F-9F11BC6AB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42168"/>
            <a:ext cx="10515600" cy="2852737"/>
          </a:xfrm>
        </p:spPr>
        <p:txBody>
          <a:bodyPr anchor="b">
            <a:normAutofit/>
          </a:bodyPr>
          <a:lstStyle/>
          <a:p>
            <a:pPr algn="ctr"/>
            <a:r>
              <a:rPr lang="sk-SK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eTermín</a:t>
            </a:r>
            <a:br>
              <a:rPr lang="sk-SK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sk-SK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Digitálne zdravotníctvo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693AF0B-647E-2293-38E9-A4BF9BF5B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94905"/>
            <a:ext cx="10515600" cy="1500187"/>
          </a:xfrm>
        </p:spPr>
        <p:txBody>
          <a:bodyPr>
            <a:normAutofit/>
          </a:bodyPr>
          <a:lstStyle/>
          <a:p>
            <a:pPr algn="ctr"/>
            <a:r>
              <a:rPr lang="sk-S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Terminátori:</a:t>
            </a:r>
          </a:p>
          <a:p>
            <a:pPr algn="ctr"/>
            <a:r>
              <a:rPr lang="sk-S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Damián </a:t>
            </a:r>
            <a:r>
              <a:rPr lang="sk-SK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Kaszycki</a:t>
            </a:r>
            <a:r>
              <a:rPr lang="sk-S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Richard Rúš, Ľudmila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</a:t>
            </a:r>
            <a:r>
              <a:rPr lang="sk-SK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Koperdáková</a:t>
            </a:r>
            <a:r>
              <a:rPr lang="sk-S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Samuel Budinský </a:t>
            </a:r>
          </a:p>
        </p:txBody>
      </p:sp>
    </p:spTree>
    <p:extLst>
      <p:ext uri="{BB962C8B-B14F-4D97-AF65-F5344CB8AC3E}">
        <p14:creationId xmlns:p14="http://schemas.microsoft.com/office/powerpoint/2010/main" val="67078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AD5EFB-B8AF-0655-C57C-8F55A765D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sk-SK" sz="4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Požiadavky pacienta</a:t>
            </a:r>
          </a:p>
        </p:txBody>
      </p:sp>
      <p:pic>
        <p:nvPicPr>
          <p:cNvPr id="4098" name="Picture 2" descr="Happy Businesswoman at Work Using Digital Tablet Stock Photo - Image of ...">
            <a:extLst>
              <a:ext uri="{FF2B5EF4-FFF2-40B4-BE49-F238E27FC236}">
                <a16:creationId xmlns:a16="http://schemas.microsoft.com/office/drawing/2014/main" id="{ED10AE32-A1B9-55D6-74A8-39E3758E22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52" b="2"/>
          <a:stretch>
            <a:fillRect/>
          </a:stretch>
        </p:blipFill>
        <p:spPr bwMode="auto">
          <a:xfrm>
            <a:off x="6172200" y="1825625"/>
            <a:ext cx="5181600" cy="4351338"/>
          </a:xfrm>
          <a:prstGeom prst="flowChartAlternate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Zástupný objekt pre obsah 2">
            <a:extLst>
              <a:ext uri="{FF2B5EF4-FFF2-40B4-BE49-F238E27FC236}">
                <a16:creationId xmlns:a16="http://schemas.microsoft.com/office/drawing/2014/main" id="{474ADF13-5EB9-A429-4116-7AE8770F43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025805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6400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22ACB-8B0B-FE1E-F207-E7DFC6093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B37392-6CB3-B032-7E05-D1084EF40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sk-SK" sz="4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Požiadavky lekára</a:t>
            </a:r>
          </a:p>
        </p:txBody>
      </p:sp>
      <p:pic>
        <p:nvPicPr>
          <p:cNvPr id="5122" name="Picture 2" descr="Obrázok, na ktorom je osoba, ošatenie, chlap, vnútri&#10;&#10;Automaticky generovaný popis">
            <a:extLst>
              <a:ext uri="{FF2B5EF4-FFF2-40B4-BE49-F238E27FC236}">
                <a16:creationId xmlns:a16="http://schemas.microsoft.com/office/drawing/2014/main" id="{EAF8786D-A5F0-7270-5C41-79E1E6373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5" r="1" b="36911"/>
          <a:stretch>
            <a:fillRect/>
          </a:stretch>
        </p:blipFill>
        <p:spPr bwMode="auto">
          <a:xfrm>
            <a:off x="6172200" y="1825625"/>
            <a:ext cx="5181600" cy="4351338"/>
          </a:xfrm>
          <a:prstGeom prst="round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Zástupný objekt pre obsah 2">
            <a:extLst>
              <a:ext uri="{FF2B5EF4-FFF2-40B4-BE49-F238E27FC236}">
                <a16:creationId xmlns:a16="http://schemas.microsoft.com/office/drawing/2014/main" id="{30DCB683-6483-DCA9-919D-869C61F5A5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9470046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56881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BCDE2-B430-93D6-E78A-C016E23B6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A4E0AC-21B0-4A24-BF8D-28CC20D1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sk-SK" sz="4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Požiadavky administrátora</a:t>
            </a:r>
          </a:p>
        </p:txBody>
      </p:sp>
      <p:pic>
        <p:nvPicPr>
          <p:cNvPr id="6146" name="Picture 2" descr="Obrázok, na ktorom je osoba, ošatenie, vnútri, práca&#10;&#10;Automaticky generovaný popis">
            <a:extLst>
              <a:ext uri="{FF2B5EF4-FFF2-40B4-BE49-F238E27FC236}">
                <a16:creationId xmlns:a16="http://schemas.microsoft.com/office/drawing/2014/main" id="{7BE16B5C-82E8-36FF-3431-47A76C663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4" r="8919" b="-1"/>
          <a:stretch>
            <a:fillRect/>
          </a:stretch>
        </p:blipFill>
        <p:spPr bwMode="auto">
          <a:xfrm>
            <a:off x="6172200" y="1825625"/>
            <a:ext cx="5181600" cy="4351338"/>
          </a:xfrm>
          <a:prstGeom prst="round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Zástupný objekt pre obsah 2">
            <a:extLst>
              <a:ext uri="{FF2B5EF4-FFF2-40B4-BE49-F238E27FC236}">
                <a16:creationId xmlns:a16="http://schemas.microsoft.com/office/drawing/2014/main" id="{A15BF92D-F4AD-995A-2D1A-D556707513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459040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04269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D61AE-E750-02CF-36BA-E22F2DC36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422EB4-BE1E-74C0-95C4-76B686D8D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sk-SK" sz="4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Nefunkčné požiadavky</a:t>
            </a:r>
          </a:p>
        </p:txBody>
      </p:sp>
      <p:graphicFrame>
        <p:nvGraphicFramePr>
          <p:cNvPr id="6" name="Zástupný objekt pre obsah 2">
            <a:extLst>
              <a:ext uri="{FF2B5EF4-FFF2-40B4-BE49-F238E27FC236}">
                <a16:creationId xmlns:a16="http://schemas.microsoft.com/office/drawing/2014/main" id="{B784D76C-DC40-604D-62CB-1039161052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35787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783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D13304-5090-093E-03D8-08503FA3C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sk-SK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Ďakujeme za pozornosť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BC7F717-8804-DE76-10E5-E31C71E4DA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2" b="22143"/>
          <a:stretch/>
        </p:blipFill>
        <p:spPr bwMode="auto">
          <a:xfrm>
            <a:off x="1262743" y="1690688"/>
            <a:ext cx="9666514" cy="4414433"/>
          </a:xfrm>
          <a:prstGeom prst="round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73869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76</Words>
  <Application>Microsoft Macintosh PowerPoint</Application>
  <PresentationFormat>Širokouhlá</PresentationFormat>
  <Paragraphs>27</Paragraphs>
  <Slides>6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Helvetica Neue</vt:lpstr>
      <vt:lpstr>Motív Office</vt:lpstr>
      <vt:lpstr>eTermín Digitálne zdravotníctvo</vt:lpstr>
      <vt:lpstr>Požiadavky pacienta</vt:lpstr>
      <vt:lpstr>Požiadavky lekára</vt:lpstr>
      <vt:lpstr>Požiadavky administrátora</vt:lpstr>
      <vt:lpstr>Nefunkčné požiadavky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Rúš</dc:creator>
  <cp:lastModifiedBy>Richard Rúš</cp:lastModifiedBy>
  <cp:revision>3</cp:revision>
  <dcterms:created xsi:type="dcterms:W3CDTF">2026-02-19T15:51:30Z</dcterms:created>
  <dcterms:modified xsi:type="dcterms:W3CDTF">2026-02-19T18:03:20Z</dcterms:modified>
</cp:coreProperties>
</file>