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2" r:id="rId1"/>
  </p:sldMasterIdLst>
  <p:notesMasterIdLst>
    <p:notesMasterId r:id="rId8"/>
  </p:notesMasterIdLst>
  <p:sldIdLst>
    <p:sldId id="256" r:id="rId2"/>
    <p:sldId id="276" r:id="rId3"/>
    <p:sldId id="279" r:id="rId4"/>
    <p:sldId id="280" r:id="rId5"/>
    <p:sldId id="281" r:id="rId6"/>
    <p:sldId id="27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3E48A3-9A77-4532-A1B1-6BEA05F5F4FE}" v="46" dt="2026-03-26T13:26:16.6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48" autoAdjust="0"/>
    <p:restoredTop sz="94671"/>
  </p:normalViewPr>
  <p:slideViewPr>
    <p:cSldViewPr snapToGrid="0">
      <p:cViewPr varScale="1">
        <p:scale>
          <a:sx n="59" d="100"/>
          <a:sy n="59" d="100"/>
        </p:scale>
        <p:origin x="90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mián Kaszycki" userId="63251953-9c0e-4e24-874d-a18fc7080683" providerId="ADAL" clId="{C0AEBA57-F980-40AA-ABD7-D5B3C9C7399B}"/>
    <pc:docChg chg="undo custSel delSld modSld">
      <pc:chgData name="Damián Kaszycki" userId="63251953-9c0e-4e24-874d-a18fc7080683" providerId="ADAL" clId="{C0AEBA57-F980-40AA-ABD7-D5B3C9C7399B}" dt="2026-03-26T13:26:22.940" v="191" actId="20577"/>
      <pc:docMkLst>
        <pc:docMk/>
      </pc:docMkLst>
      <pc:sldChg chg="modSp mod">
        <pc:chgData name="Damián Kaszycki" userId="63251953-9c0e-4e24-874d-a18fc7080683" providerId="ADAL" clId="{C0AEBA57-F980-40AA-ABD7-D5B3C9C7399B}" dt="2026-03-26T08:38:59.762" v="3" actId="1076"/>
        <pc:sldMkLst>
          <pc:docMk/>
          <pc:sldMk cId="1460099188" sldId="256"/>
        </pc:sldMkLst>
        <pc:spChg chg="mod">
          <ac:chgData name="Damián Kaszycki" userId="63251953-9c0e-4e24-874d-a18fc7080683" providerId="ADAL" clId="{C0AEBA57-F980-40AA-ABD7-D5B3C9C7399B}" dt="2026-03-26T08:38:59.762" v="3" actId="1076"/>
          <ac:spMkLst>
            <pc:docMk/>
            <pc:sldMk cId="1460099188" sldId="256"/>
            <ac:spMk id="2" creationId="{35E195D7-4AE8-A637-8B15-A9230D9D4555}"/>
          </ac:spMkLst>
        </pc:spChg>
        <pc:spChg chg="mod">
          <ac:chgData name="Damián Kaszycki" userId="63251953-9c0e-4e24-874d-a18fc7080683" providerId="ADAL" clId="{C0AEBA57-F980-40AA-ABD7-D5B3C9C7399B}" dt="2026-03-26T08:38:59.762" v="3" actId="1076"/>
          <ac:spMkLst>
            <pc:docMk/>
            <pc:sldMk cId="1460099188" sldId="256"/>
            <ac:spMk id="3" creationId="{D138073C-523D-5175-986A-BCCF93A20221}"/>
          </ac:spMkLst>
        </pc:spChg>
      </pc:sldChg>
      <pc:sldChg chg="del">
        <pc:chgData name="Damián Kaszycki" userId="63251953-9c0e-4e24-874d-a18fc7080683" providerId="ADAL" clId="{C0AEBA57-F980-40AA-ABD7-D5B3C9C7399B}" dt="2026-03-26T09:01:37.474" v="180" actId="47"/>
        <pc:sldMkLst>
          <pc:docMk/>
          <pc:sldMk cId="378520630" sldId="264"/>
        </pc:sldMkLst>
      </pc:sldChg>
      <pc:sldChg chg="addSp delSp modSp mod">
        <pc:chgData name="Damián Kaszycki" userId="63251953-9c0e-4e24-874d-a18fc7080683" providerId="ADAL" clId="{C0AEBA57-F980-40AA-ABD7-D5B3C9C7399B}" dt="2026-03-26T09:01:31.349" v="179" actId="1076"/>
        <pc:sldMkLst>
          <pc:docMk/>
          <pc:sldMk cId="319978229" sldId="272"/>
        </pc:sldMkLst>
        <pc:picChg chg="del">
          <ac:chgData name="Damián Kaszycki" userId="63251953-9c0e-4e24-874d-a18fc7080683" providerId="ADAL" clId="{C0AEBA57-F980-40AA-ABD7-D5B3C9C7399B}" dt="2026-03-26T09:01:25.402" v="176" actId="478"/>
          <ac:picMkLst>
            <pc:docMk/>
            <pc:sldMk cId="319978229" sldId="272"/>
            <ac:picMk id="3" creationId="{A9B948C3-D404-B295-E8BD-3C1209FBB4B2}"/>
          </ac:picMkLst>
        </pc:picChg>
        <pc:picChg chg="add mod">
          <ac:chgData name="Damián Kaszycki" userId="63251953-9c0e-4e24-874d-a18fc7080683" providerId="ADAL" clId="{C0AEBA57-F980-40AA-ABD7-D5B3C9C7399B}" dt="2026-03-26T09:01:31.349" v="179" actId="1076"/>
          <ac:picMkLst>
            <pc:docMk/>
            <pc:sldMk cId="319978229" sldId="272"/>
            <ac:picMk id="5122" creationId="{F151187F-02E6-8EA1-7A0B-29F076CC5D43}"/>
          </ac:picMkLst>
        </pc:picChg>
      </pc:sldChg>
      <pc:sldChg chg="addSp delSp modSp mod">
        <pc:chgData name="Damián Kaszycki" userId="63251953-9c0e-4e24-874d-a18fc7080683" providerId="ADAL" clId="{C0AEBA57-F980-40AA-ABD7-D5B3C9C7399B}" dt="2026-03-26T13:26:22.940" v="191" actId="20577"/>
        <pc:sldMkLst>
          <pc:docMk/>
          <pc:sldMk cId="591692240" sldId="276"/>
        </pc:sldMkLst>
        <pc:spChg chg="mod">
          <ac:chgData name="Damián Kaszycki" userId="63251953-9c0e-4e24-874d-a18fc7080683" providerId="ADAL" clId="{C0AEBA57-F980-40AA-ABD7-D5B3C9C7399B}" dt="2026-03-26T13:26:22.940" v="191" actId="20577"/>
          <ac:spMkLst>
            <pc:docMk/>
            <pc:sldMk cId="591692240" sldId="276"/>
            <ac:spMk id="3" creationId="{A2608AEE-7EB7-203E-0736-7B6FAAA3A534}"/>
          </ac:spMkLst>
        </pc:spChg>
        <pc:spChg chg="mod">
          <ac:chgData name="Damián Kaszycki" userId="63251953-9c0e-4e24-874d-a18fc7080683" providerId="ADAL" clId="{C0AEBA57-F980-40AA-ABD7-D5B3C9C7399B}" dt="2026-03-26T08:40:22.398" v="15"/>
          <ac:spMkLst>
            <pc:docMk/>
            <pc:sldMk cId="591692240" sldId="276"/>
            <ac:spMk id="5" creationId="{86547C87-52A3-8A0F-DBDF-A97AEA72783F}"/>
          </ac:spMkLst>
        </pc:spChg>
        <pc:picChg chg="del">
          <ac:chgData name="Damián Kaszycki" userId="63251953-9c0e-4e24-874d-a18fc7080683" providerId="ADAL" clId="{C0AEBA57-F980-40AA-ABD7-D5B3C9C7399B}" dt="2026-03-26T08:48:26.809" v="119" actId="478"/>
          <ac:picMkLst>
            <pc:docMk/>
            <pc:sldMk cId="591692240" sldId="276"/>
            <ac:picMk id="4" creationId="{EB3CAF7C-A888-133F-51CE-832C7F3F8597}"/>
          </ac:picMkLst>
        </pc:picChg>
        <pc:picChg chg="add mod">
          <ac:chgData name="Damián Kaszycki" userId="63251953-9c0e-4e24-874d-a18fc7080683" providerId="ADAL" clId="{C0AEBA57-F980-40AA-ABD7-D5B3C9C7399B}" dt="2026-03-26T08:49:02.587" v="128" actId="1076"/>
          <ac:picMkLst>
            <pc:docMk/>
            <pc:sldMk cId="591692240" sldId="276"/>
            <ac:picMk id="1026" creationId="{539114DD-DB05-76B2-CE1F-C0970B5F9C19}"/>
          </ac:picMkLst>
        </pc:picChg>
      </pc:sldChg>
      <pc:sldChg chg="addSp delSp modSp mod">
        <pc:chgData name="Damián Kaszycki" userId="63251953-9c0e-4e24-874d-a18fc7080683" providerId="ADAL" clId="{C0AEBA57-F980-40AA-ABD7-D5B3C9C7399B}" dt="2026-03-26T08:50:45.003" v="133" actId="1076"/>
        <pc:sldMkLst>
          <pc:docMk/>
          <pc:sldMk cId="2789423626" sldId="279"/>
        </pc:sldMkLst>
        <pc:spChg chg="mod">
          <ac:chgData name="Damián Kaszycki" userId="63251953-9c0e-4e24-874d-a18fc7080683" providerId="ADAL" clId="{C0AEBA57-F980-40AA-ABD7-D5B3C9C7399B}" dt="2026-03-26T08:41:38.656" v="49" actId="1076"/>
          <ac:spMkLst>
            <pc:docMk/>
            <pc:sldMk cId="2789423626" sldId="279"/>
            <ac:spMk id="3" creationId="{4701C8B4-60DA-FF70-64DF-ECCEF4BBEE4C}"/>
          </ac:spMkLst>
        </pc:spChg>
        <pc:spChg chg="mod">
          <ac:chgData name="Damián Kaszycki" userId="63251953-9c0e-4e24-874d-a18fc7080683" providerId="ADAL" clId="{C0AEBA57-F980-40AA-ABD7-D5B3C9C7399B}" dt="2026-03-26T08:41:20.743" v="44"/>
          <ac:spMkLst>
            <pc:docMk/>
            <pc:sldMk cId="2789423626" sldId="279"/>
            <ac:spMk id="5" creationId="{2BB4B134-2EC2-C2DF-B933-B0D7A87687AF}"/>
          </ac:spMkLst>
        </pc:spChg>
        <pc:picChg chg="del">
          <ac:chgData name="Damián Kaszycki" userId="63251953-9c0e-4e24-874d-a18fc7080683" providerId="ADAL" clId="{C0AEBA57-F980-40AA-ABD7-D5B3C9C7399B}" dt="2026-03-26T08:50:35.432" v="130" actId="478"/>
          <ac:picMkLst>
            <pc:docMk/>
            <pc:sldMk cId="2789423626" sldId="279"/>
            <ac:picMk id="6" creationId="{B2B923F9-55FA-7BD6-DF8C-450A5B3C399D}"/>
          </ac:picMkLst>
        </pc:picChg>
        <pc:picChg chg="add mod">
          <ac:chgData name="Damián Kaszycki" userId="63251953-9c0e-4e24-874d-a18fc7080683" providerId="ADAL" clId="{C0AEBA57-F980-40AA-ABD7-D5B3C9C7399B}" dt="2026-03-26T08:50:45.003" v="133" actId="1076"/>
          <ac:picMkLst>
            <pc:docMk/>
            <pc:sldMk cId="2789423626" sldId="279"/>
            <ac:picMk id="2050" creationId="{B507F686-CCB0-C6D1-9CDF-9477410F5C7F}"/>
          </ac:picMkLst>
        </pc:picChg>
      </pc:sldChg>
      <pc:sldChg chg="addSp delSp modSp mod">
        <pc:chgData name="Damián Kaszycki" userId="63251953-9c0e-4e24-874d-a18fc7080683" providerId="ADAL" clId="{C0AEBA57-F980-40AA-ABD7-D5B3C9C7399B}" dt="2026-03-26T08:54:08.685" v="169" actId="1076"/>
        <pc:sldMkLst>
          <pc:docMk/>
          <pc:sldMk cId="117725200" sldId="280"/>
        </pc:sldMkLst>
        <pc:spChg chg="mod">
          <ac:chgData name="Damián Kaszycki" userId="63251953-9c0e-4e24-874d-a18fc7080683" providerId="ADAL" clId="{C0AEBA57-F980-40AA-ABD7-D5B3C9C7399B}" dt="2026-03-26T08:54:04.965" v="168" actId="20577"/>
          <ac:spMkLst>
            <pc:docMk/>
            <pc:sldMk cId="117725200" sldId="280"/>
            <ac:spMk id="3" creationId="{06BFBB16-EAE0-3239-8D86-7A5EEEC01CB2}"/>
          </ac:spMkLst>
        </pc:spChg>
        <pc:spChg chg="mod">
          <ac:chgData name="Damián Kaszycki" userId="63251953-9c0e-4e24-874d-a18fc7080683" providerId="ADAL" clId="{C0AEBA57-F980-40AA-ABD7-D5B3C9C7399B}" dt="2026-03-26T08:42:11.885" v="71"/>
          <ac:spMkLst>
            <pc:docMk/>
            <pc:sldMk cId="117725200" sldId="280"/>
            <ac:spMk id="5" creationId="{E115021B-84C6-6A9C-E120-1872C565FFFA}"/>
          </ac:spMkLst>
        </pc:spChg>
        <pc:spChg chg="add del">
          <ac:chgData name="Damián Kaszycki" userId="63251953-9c0e-4e24-874d-a18fc7080683" providerId="ADAL" clId="{C0AEBA57-F980-40AA-ABD7-D5B3C9C7399B}" dt="2026-03-26T08:42:02.474" v="62" actId="22"/>
          <ac:spMkLst>
            <pc:docMk/>
            <pc:sldMk cId="117725200" sldId="280"/>
            <ac:spMk id="6" creationId="{7C52AB3B-29AB-7514-9857-7629C57942A9}"/>
          </ac:spMkLst>
        </pc:spChg>
        <pc:spChg chg="add">
          <ac:chgData name="Damián Kaszycki" userId="63251953-9c0e-4e24-874d-a18fc7080683" providerId="ADAL" clId="{C0AEBA57-F980-40AA-ABD7-D5B3C9C7399B}" dt="2026-03-26T08:52:04.389" v="136"/>
          <ac:spMkLst>
            <pc:docMk/>
            <pc:sldMk cId="117725200" sldId="280"/>
            <ac:spMk id="7" creationId="{54511EA3-69AA-3FD9-2066-DE0A39B7D1BF}"/>
          </ac:spMkLst>
        </pc:spChg>
        <pc:spChg chg="add">
          <ac:chgData name="Damián Kaszycki" userId="63251953-9c0e-4e24-874d-a18fc7080683" providerId="ADAL" clId="{C0AEBA57-F980-40AA-ABD7-D5B3C9C7399B}" dt="2026-03-26T08:52:13.117" v="137"/>
          <ac:spMkLst>
            <pc:docMk/>
            <pc:sldMk cId="117725200" sldId="280"/>
            <ac:spMk id="8" creationId="{995DBAD9-39ED-41A7-7496-5200460C3D2E}"/>
          </ac:spMkLst>
        </pc:spChg>
        <pc:picChg chg="del mod">
          <ac:chgData name="Damián Kaszycki" userId="63251953-9c0e-4e24-874d-a18fc7080683" providerId="ADAL" clId="{C0AEBA57-F980-40AA-ABD7-D5B3C9C7399B}" dt="2026-03-26T08:52:02.438" v="135" actId="478"/>
          <ac:picMkLst>
            <pc:docMk/>
            <pc:sldMk cId="117725200" sldId="280"/>
            <ac:picMk id="4" creationId="{7B26CB38-4E74-4CE4-57FE-446C04651729}"/>
          </ac:picMkLst>
        </pc:picChg>
        <pc:picChg chg="add mod">
          <ac:chgData name="Damián Kaszycki" userId="63251953-9c0e-4e24-874d-a18fc7080683" providerId="ADAL" clId="{C0AEBA57-F980-40AA-ABD7-D5B3C9C7399B}" dt="2026-03-26T08:54:08.685" v="169" actId="1076"/>
          <ac:picMkLst>
            <pc:docMk/>
            <pc:sldMk cId="117725200" sldId="280"/>
            <ac:picMk id="10" creationId="{EA526DE1-F1FD-32BE-713B-6C49B5BE3D27}"/>
          </ac:picMkLst>
        </pc:picChg>
      </pc:sldChg>
      <pc:sldChg chg="addSp delSp modSp mod">
        <pc:chgData name="Damián Kaszycki" userId="63251953-9c0e-4e24-874d-a18fc7080683" providerId="ADAL" clId="{C0AEBA57-F980-40AA-ABD7-D5B3C9C7399B}" dt="2026-03-26T08:56:35.178" v="175" actId="1076"/>
        <pc:sldMkLst>
          <pc:docMk/>
          <pc:sldMk cId="2111363170" sldId="281"/>
        </pc:sldMkLst>
        <pc:spChg chg="mod">
          <ac:chgData name="Damián Kaszycki" userId="63251953-9c0e-4e24-874d-a18fc7080683" providerId="ADAL" clId="{C0AEBA57-F980-40AA-ABD7-D5B3C9C7399B}" dt="2026-03-26T08:45:42.065" v="117" actId="5793"/>
          <ac:spMkLst>
            <pc:docMk/>
            <pc:sldMk cId="2111363170" sldId="281"/>
            <ac:spMk id="3" creationId="{D15866B9-11A5-4C59-9C03-41FDFD6D2808}"/>
          </ac:spMkLst>
        </pc:spChg>
        <pc:spChg chg="mod">
          <ac:chgData name="Damián Kaszycki" userId="63251953-9c0e-4e24-874d-a18fc7080683" providerId="ADAL" clId="{C0AEBA57-F980-40AA-ABD7-D5B3C9C7399B}" dt="2026-03-26T08:43:03.877" v="84"/>
          <ac:spMkLst>
            <pc:docMk/>
            <pc:sldMk cId="2111363170" sldId="281"/>
            <ac:spMk id="5" creationId="{3E12D995-8BCD-5C93-AC22-49EBB493E016}"/>
          </ac:spMkLst>
        </pc:spChg>
        <pc:picChg chg="del">
          <ac:chgData name="Damián Kaszycki" userId="63251953-9c0e-4e24-874d-a18fc7080683" providerId="ADAL" clId="{C0AEBA57-F980-40AA-ABD7-D5B3C9C7399B}" dt="2026-03-26T08:44:17.135" v="99" actId="478"/>
          <ac:picMkLst>
            <pc:docMk/>
            <pc:sldMk cId="2111363170" sldId="281"/>
            <ac:picMk id="4" creationId="{08785C07-9F3E-C59B-5882-3C538D907D15}"/>
          </ac:picMkLst>
        </pc:picChg>
        <pc:picChg chg="add mod">
          <ac:chgData name="Damián Kaszycki" userId="63251953-9c0e-4e24-874d-a18fc7080683" providerId="ADAL" clId="{C0AEBA57-F980-40AA-ABD7-D5B3C9C7399B}" dt="2026-03-26T08:56:35.178" v="175" actId="1076"/>
          <ac:picMkLst>
            <pc:docMk/>
            <pc:sldMk cId="2111363170" sldId="281"/>
            <ac:picMk id="4098" creationId="{F514808A-5BAE-6AE8-C3FE-F825B1DE23B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D93F9-2FAE-4317-8508-8C34E94D399D}" type="datetimeFigureOut">
              <a:rPr lang="sk-SK" smtClean="0"/>
              <a:t>26. 3. 2026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4D178-9940-4229-B9AB-D1ABBAB2CB8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87789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4D178-9940-4229-B9AB-D1ABBAB2CB88}" type="slidenum">
              <a:rPr lang="sk-SK" smtClean="0"/>
              <a:t>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91448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6707" y="6400800"/>
            <a:ext cx="1224870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 userDrawn="1"/>
        </p:nvSpPr>
        <p:spPr>
          <a:xfrm>
            <a:off x="15" y="6334316"/>
            <a:ext cx="1219198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207658" y="4343400"/>
            <a:ext cx="480495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6">
            <a:extLst>
              <a:ext uri="{FF2B5EF4-FFF2-40B4-BE49-F238E27FC236}">
                <a16:creationId xmlns:a16="http://schemas.microsoft.com/office/drawing/2014/main" id="{B557B41B-3F4A-458C-6282-6D94CEE66D36}"/>
              </a:ext>
            </a:extLst>
          </p:cNvPr>
          <p:cNvSpPr/>
          <p:nvPr userDrawn="1"/>
        </p:nvSpPr>
        <p:spPr>
          <a:xfrm>
            <a:off x="1" y="-46383"/>
            <a:ext cx="12204700" cy="506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08104C2-16AC-D39D-59FE-EA56610AEC27}"/>
              </a:ext>
            </a:extLst>
          </p:cNvPr>
          <p:cNvSpPr/>
          <p:nvPr userDrawn="1"/>
        </p:nvSpPr>
        <p:spPr>
          <a:xfrm>
            <a:off x="-1" y="470426"/>
            <a:ext cx="122047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26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5338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lavička sekc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075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32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680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85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097" y="6400800"/>
            <a:ext cx="1220309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203098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1873172D-ECC8-2CA4-A467-DE5523E412B6}"/>
              </a:ext>
            </a:extLst>
          </p:cNvPr>
          <p:cNvSpPr/>
          <p:nvPr userDrawn="1"/>
        </p:nvSpPr>
        <p:spPr>
          <a:xfrm>
            <a:off x="-1" y="470426"/>
            <a:ext cx="122047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3B05AC86-44A6-D1A7-20BA-AF3CB1D48D5C}"/>
              </a:ext>
            </a:extLst>
          </p:cNvPr>
          <p:cNvSpPr/>
          <p:nvPr userDrawn="1"/>
        </p:nvSpPr>
        <p:spPr>
          <a:xfrm>
            <a:off x="1" y="-46383"/>
            <a:ext cx="12204700" cy="506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2693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586B75A-687E-405C-8A0B-8D00578BA2C3}" type="datetimeFigureOut">
              <a:rPr lang="en-US" smtClean="0"/>
              <a:pPr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7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996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936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604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6">
            <a:extLst>
              <a:ext uri="{FF2B5EF4-FFF2-40B4-BE49-F238E27FC236}">
                <a16:creationId xmlns:a16="http://schemas.microsoft.com/office/drawing/2014/main" id="{46CB1EA5-435B-B93D-1AB5-27774F31673B}"/>
              </a:ext>
            </a:extLst>
          </p:cNvPr>
          <p:cNvSpPr/>
          <p:nvPr userDrawn="1"/>
        </p:nvSpPr>
        <p:spPr>
          <a:xfrm>
            <a:off x="-12701" y="6400799"/>
            <a:ext cx="12217401" cy="473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FA60BC72-0426-9A61-9A42-6E59696A30DD}"/>
              </a:ext>
            </a:extLst>
          </p:cNvPr>
          <p:cNvSpPr/>
          <p:nvPr userDrawn="1"/>
        </p:nvSpPr>
        <p:spPr>
          <a:xfrm>
            <a:off x="-15861" y="6334316"/>
            <a:ext cx="122174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1ADF2AC7-7C88-F5CE-6ED0-1DF84C7F971B}"/>
              </a:ext>
            </a:extLst>
          </p:cNvPr>
          <p:cNvSpPr/>
          <p:nvPr userDrawn="1"/>
        </p:nvSpPr>
        <p:spPr>
          <a:xfrm>
            <a:off x="1" y="-46383"/>
            <a:ext cx="12204700" cy="506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048880D3-048D-0FE3-98F0-F3459BB2C80F}"/>
              </a:ext>
            </a:extLst>
          </p:cNvPr>
          <p:cNvSpPr/>
          <p:nvPr userDrawn="1"/>
        </p:nvSpPr>
        <p:spPr>
          <a:xfrm>
            <a:off x="-1" y="470426"/>
            <a:ext cx="122047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4734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E195D7-4AE8-A637-8B15-A9230D9D4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2766" y="454152"/>
            <a:ext cx="8660973" cy="3566160"/>
          </a:xfrm>
        </p:spPr>
        <p:txBody>
          <a:bodyPr/>
          <a:lstStyle/>
          <a:p>
            <a:r>
              <a:rPr lang="sk-SK" b="1" dirty="0" err="1"/>
              <a:t>Social</a:t>
            </a:r>
            <a:r>
              <a:rPr lang="sk-SK" b="1" dirty="0"/>
              <a:t> </a:t>
            </a:r>
            <a:r>
              <a:rPr lang="sk-SK" b="1" dirty="0" err="1"/>
              <a:t>computing</a:t>
            </a:r>
            <a:endParaRPr lang="sk-SK" b="1" dirty="0">
              <a:solidFill>
                <a:schemeClr val="tx1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138073C-523D-5175-986A-BCCF93A20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2766" y="4791236"/>
            <a:ext cx="7083691" cy="1186102"/>
          </a:xfrm>
        </p:spPr>
        <p:txBody>
          <a:bodyPr>
            <a:noAutofit/>
          </a:bodyPr>
          <a:lstStyle/>
          <a:p>
            <a:r>
              <a:rPr lang="sk-SK" b="1" dirty="0">
                <a:solidFill>
                  <a:schemeClr val="tx1"/>
                </a:solidFill>
                <a:latin typeface="+mn-lt"/>
              </a:rPr>
              <a:t>Terminátori:</a:t>
            </a:r>
          </a:p>
          <a:p>
            <a:r>
              <a:rPr lang="sk-SK" dirty="0">
                <a:solidFill>
                  <a:schemeClr val="tx1"/>
                </a:solidFill>
                <a:latin typeface="+mn-lt"/>
              </a:rPr>
              <a:t>Damián </a:t>
            </a:r>
            <a:r>
              <a:rPr lang="sk-SK" dirty="0" err="1">
                <a:solidFill>
                  <a:schemeClr val="tx1"/>
                </a:solidFill>
                <a:latin typeface="+mn-lt"/>
              </a:rPr>
              <a:t>Kaszycki</a:t>
            </a:r>
            <a:r>
              <a:rPr lang="sk-SK" dirty="0">
                <a:solidFill>
                  <a:schemeClr val="tx1"/>
                </a:solidFill>
                <a:latin typeface="+mn-lt"/>
              </a:rPr>
              <a:t>, Richard </a:t>
            </a:r>
            <a:r>
              <a:rPr lang="sk-SK" dirty="0" err="1">
                <a:solidFill>
                  <a:schemeClr val="tx1"/>
                </a:solidFill>
                <a:latin typeface="+mn-lt"/>
              </a:rPr>
              <a:t>Rúš</a:t>
            </a:r>
            <a:r>
              <a:rPr lang="sk-SK" dirty="0">
                <a:solidFill>
                  <a:schemeClr val="tx1"/>
                </a:solidFill>
                <a:latin typeface="+mn-lt"/>
              </a:rPr>
              <a:t>, Ľudmila </a:t>
            </a:r>
            <a:r>
              <a:rPr lang="sk-SK" dirty="0" err="1">
                <a:solidFill>
                  <a:schemeClr val="tx1"/>
                </a:solidFill>
                <a:latin typeface="+mn-lt"/>
              </a:rPr>
              <a:t>Koperdáková</a:t>
            </a:r>
            <a:r>
              <a:rPr lang="sk-SK" dirty="0">
                <a:solidFill>
                  <a:schemeClr val="tx1"/>
                </a:solidFill>
                <a:latin typeface="+mn-lt"/>
              </a:rPr>
              <a:t>, Samuel Budinský 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460099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4D67-1470-CE02-5D05-F4042452E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A2608AEE-7EB7-203E-0736-7B6FAAA3A534}"/>
              </a:ext>
            </a:extLst>
          </p:cNvPr>
          <p:cNvSpPr txBox="1">
            <a:spLocks/>
          </p:cNvSpPr>
          <p:nvPr/>
        </p:nvSpPr>
        <p:spPr>
          <a:xfrm>
            <a:off x="718964" y="2241558"/>
            <a:ext cx="6889400" cy="344923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sk-SK" dirty="0"/>
              <a:t>Nutnosť modernizácie komunikácie ambulancia-pacient</a:t>
            </a:r>
          </a:p>
          <a:p>
            <a:r>
              <a:rPr lang="sk-SK" dirty="0"/>
              <a:t>Preťažené sestry, nedostupnosť pre pacientov</a:t>
            </a:r>
          </a:p>
          <a:p>
            <a:r>
              <a:rPr lang="sk-SK" dirty="0"/>
              <a:t>Konkurencia: rezervačné portály a interné systémy</a:t>
            </a:r>
          </a:p>
          <a:p>
            <a:r>
              <a:rPr lang="sk-SK" dirty="0"/>
              <a:t>Konkurenčná výhoda: overené dáta, priamočiarosť, zameranie na rezerváciu</a:t>
            </a: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86547C87-52A3-8A0F-DBDF-A97AEA72783F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5000" b="1" dirty="0">
                <a:solidFill>
                  <a:schemeClr val="tx1"/>
                </a:solidFill>
              </a:rPr>
              <a:t>Úvod</a:t>
            </a:r>
          </a:p>
        </p:txBody>
      </p:sp>
      <p:pic>
        <p:nvPicPr>
          <p:cNvPr id="1026" name="Picture 2" descr="Nurses On Phone Images – Browse 67,410 Stock Photos, Vectors, and Video |  Adobe Stock">
            <a:extLst>
              <a:ext uri="{FF2B5EF4-FFF2-40B4-BE49-F238E27FC236}">
                <a16:creationId xmlns:a16="http://schemas.microsoft.com/office/drawing/2014/main" id="{539114DD-DB05-76B2-CE1F-C0970B5F9C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851"/>
          <a:stretch>
            <a:fillRect/>
          </a:stretch>
        </p:blipFill>
        <p:spPr bwMode="auto">
          <a:xfrm>
            <a:off x="8155094" y="1951106"/>
            <a:ext cx="3508148" cy="382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692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B3B4C-41EE-1F85-CCF9-030B23233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4701C8B4-60DA-FF70-64DF-ECCEF4BBEE4C}"/>
              </a:ext>
            </a:extLst>
          </p:cNvPr>
          <p:cNvSpPr txBox="1">
            <a:spLocks/>
          </p:cNvSpPr>
          <p:nvPr/>
        </p:nvSpPr>
        <p:spPr>
          <a:xfrm>
            <a:off x="919286" y="2124133"/>
            <a:ext cx="6344008" cy="3466308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/>
            <a:r>
              <a:rPr lang="sk-SK" dirty="0"/>
              <a:t>Sociálny dôkaz ako hlavný motivátor k rezervácii</a:t>
            </a:r>
          </a:p>
          <a:p>
            <a:pPr lvl="0"/>
            <a:r>
              <a:rPr lang="sk-SK" dirty="0"/>
              <a:t>Systém overených hodnotení od reálnych pacientov</a:t>
            </a:r>
          </a:p>
          <a:p>
            <a:pPr lvl="0"/>
            <a:r>
              <a:rPr lang="sk-SK" dirty="0"/>
              <a:t>Transparentné recenzie = konverzia návštevníka na pacienta</a:t>
            </a: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2BB4B134-2EC2-C2DF-B933-B0D7A87687AF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5000" b="1" dirty="0" err="1">
                <a:solidFill>
                  <a:schemeClr val="tx1"/>
                </a:solidFill>
              </a:rPr>
              <a:t>Social</a:t>
            </a:r>
            <a:r>
              <a:rPr lang="sk-SK" sz="5000" b="1" dirty="0">
                <a:solidFill>
                  <a:schemeClr val="tx1"/>
                </a:solidFill>
              </a:rPr>
              <a:t> </a:t>
            </a:r>
            <a:r>
              <a:rPr lang="sk-SK" sz="5000" b="1" dirty="0" err="1">
                <a:solidFill>
                  <a:schemeClr val="tx1"/>
                </a:solidFill>
              </a:rPr>
              <a:t>Commerce</a:t>
            </a:r>
            <a:endParaRPr lang="sk-SK" sz="5000" b="1" dirty="0">
              <a:solidFill>
                <a:schemeClr val="tx1"/>
              </a:solidFill>
            </a:endParaRPr>
          </a:p>
        </p:txBody>
      </p:sp>
      <p:pic>
        <p:nvPicPr>
          <p:cNvPr id="2050" name="Picture 2" descr="VerifiedReviews Customer Reviews Platform">
            <a:extLst>
              <a:ext uri="{FF2B5EF4-FFF2-40B4-BE49-F238E27FC236}">
                <a16:creationId xmlns:a16="http://schemas.microsoft.com/office/drawing/2014/main" id="{B507F686-CCB0-C6D1-9CDF-9477410F5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598" y="2003897"/>
            <a:ext cx="4124263" cy="373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9423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F3A9E-345B-28EE-77CB-642EDC357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06BFBB16-EAE0-3239-8D86-7A5EEEC01CB2}"/>
              </a:ext>
            </a:extLst>
          </p:cNvPr>
          <p:cNvSpPr txBox="1">
            <a:spLocks/>
          </p:cNvSpPr>
          <p:nvPr/>
        </p:nvSpPr>
        <p:spPr>
          <a:xfrm>
            <a:off x="1066800" y="1668122"/>
            <a:ext cx="11608340" cy="186301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sk-SK" dirty="0"/>
              <a:t>Primárny kanál: vyhľadávanie (meno lekára, špecializácia + lokalita)</a:t>
            </a:r>
          </a:p>
          <a:p>
            <a:r>
              <a:rPr lang="sk-SK" dirty="0"/>
              <a:t>Sekundárny kanál: prelinkovania z webov ambulancií</a:t>
            </a:r>
          </a:p>
          <a:p>
            <a:r>
              <a:rPr lang="sk-SK" dirty="0" err="1"/>
              <a:t>eTermín</a:t>
            </a:r>
            <a:r>
              <a:rPr lang="sk-SK" dirty="0"/>
              <a:t> ako hlavný objednávkový modul pre ambulancie</a:t>
            </a: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E115021B-84C6-6A9C-E120-1872C565FFFA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5000" b="1" dirty="0">
                <a:solidFill>
                  <a:schemeClr val="tx1"/>
                </a:solidFill>
              </a:rPr>
              <a:t>Cesta zákazníka</a:t>
            </a:r>
          </a:p>
        </p:txBody>
      </p:sp>
      <p:pic>
        <p:nvPicPr>
          <p:cNvPr id="10" name="Obrázok 9">
            <a:extLst>
              <a:ext uri="{FF2B5EF4-FFF2-40B4-BE49-F238E27FC236}">
                <a16:creationId xmlns:a16="http://schemas.microsoft.com/office/drawing/2014/main" id="{EA526DE1-F1FD-32BE-713B-6C49B5BE3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170" y="3531141"/>
            <a:ext cx="7859949" cy="272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25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98E1C-A3E0-EBBD-8D9B-4A572E3F0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D15866B9-11A5-4C59-9C03-41FDFD6D2808}"/>
              </a:ext>
            </a:extLst>
          </p:cNvPr>
          <p:cNvSpPr txBox="1">
            <a:spLocks/>
          </p:cNvSpPr>
          <p:nvPr/>
        </p:nvSpPr>
        <p:spPr>
          <a:xfrm>
            <a:off x="919286" y="1821897"/>
            <a:ext cx="6468485" cy="4248083"/>
          </a:xfrm>
          <a:prstGeom prst="rect">
            <a:avLst/>
          </a:prstGeom>
        </p:spPr>
        <p:txBody>
          <a:bodyPr vert="horz" lIns="0" tIns="45720" rIns="0" bIns="45720" rtlCol="0" anchor="ctr">
            <a:normAutofit fontScale="92500" lnSpcReduction="10000"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sk-SK" b="1" dirty="0"/>
              <a:t>B2B</a:t>
            </a:r>
            <a:r>
              <a:rPr lang="sk-SK" dirty="0"/>
              <a:t> (lekári, kliniky)</a:t>
            </a:r>
          </a:p>
          <a:p>
            <a:pPr marL="0" indent="0">
              <a:buNone/>
            </a:pPr>
            <a:r>
              <a:rPr lang="sk-SK" dirty="0"/>
              <a:t>	Úspora času a zníženie administratívnej </a:t>
            </a:r>
            <a:r>
              <a:rPr lang="en-US" dirty="0"/>
              <a:t>	</a:t>
            </a:r>
            <a:r>
              <a:rPr lang="sk-SK" dirty="0"/>
              <a:t>záťaže</a:t>
            </a:r>
          </a:p>
          <a:p>
            <a:pPr marL="0" indent="0">
              <a:buNone/>
            </a:pPr>
            <a:r>
              <a:rPr lang="sk-SK" dirty="0"/>
              <a:t>	Kanály: priamy predaj, odborné </a:t>
            </a:r>
            <a:r>
              <a:rPr lang="en-US" dirty="0"/>
              <a:t>	</a:t>
            </a:r>
            <a:r>
              <a:rPr lang="sk-SK" dirty="0"/>
              <a:t>podujatia</a:t>
            </a:r>
          </a:p>
          <a:p>
            <a:r>
              <a:rPr lang="sk-SK" b="1" dirty="0"/>
              <a:t>B2C</a:t>
            </a:r>
            <a:r>
              <a:rPr lang="sk-SK" dirty="0"/>
              <a:t> (pacienti)</a:t>
            </a:r>
          </a:p>
          <a:p>
            <a:pPr marL="0" indent="0">
              <a:buNone/>
            </a:pPr>
            <a:r>
              <a:rPr lang="sk-SK" dirty="0"/>
              <a:t>	Budovanie značky ako spoľahlivého </a:t>
            </a:r>
            <a:r>
              <a:rPr lang="en-US" dirty="0"/>
              <a:t>	</a:t>
            </a:r>
            <a:r>
              <a:rPr lang="sk-SK" dirty="0"/>
              <a:t>partnera</a:t>
            </a:r>
          </a:p>
          <a:p>
            <a:pPr marL="0" indent="0">
              <a:buNone/>
            </a:pPr>
            <a:r>
              <a:rPr lang="sk-SK" dirty="0"/>
              <a:t>	Posolstvo: rezervácia jednoduchá, rýchla, </a:t>
            </a:r>
            <a:r>
              <a:rPr lang="en-US" dirty="0"/>
              <a:t>	</a:t>
            </a:r>
            <a:r>
              <a:rPr lang="sk-SK" dirty="0"/>
              <a:t>bez prekážok</a:t>
            </a: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3E12D995-8BCD-5C93-AC22-49EBB493E016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5000" b="1" dirty="0">
                <a:solidFill>
                  <a:schemeClr val="tx1"/>
                </a:solidFill>
              </a:rPr>
              <a:t>Akvizičná stratégia</a:t>
            </a:r>
          </a:p>
        </p:txBody>
      </p:sp>
      <p:pic>
        <p:nvPicPr>
          <p:cNvPr id="4098" name="Picture 2" descr="Are You Ready for the Age of Patient Empowerment?">
            <a:extLst>
              <a:ext uri="{FF2B5EF4-FFF2-40B4-BE49-F238E27FC236}">
                <a16:creationId xmlns:a16="http://schemas.microsoft.com/office/drawing/2014/main" id="{F514808A-5BAE-6AE8-C3FE-F825B1DE2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7084" y="2402037"/>
            <a:ext cx="4360388" cy="2906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1363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949E90-F384-5437-F77E-9A11A62AF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233" y="1947672"/>
            <a:ext cx="4568952" cy="2788282"/>
          </a:xfrm>
        </p:spPr>
        <p:txBody>
          <a:bodyPr anchor="ctr">
            <a:noAutofit/>
          </a:bodyPr>
          <a:lstStyle/>
          <a:p>
            <a:r>
              <a:rPr lang="sk-SK" sz="6000" b="1" dirty="0">
                <a:solidFill>
                  <a:schemeClr val="tx1"/>
                </a:solidFill>
              </a:rPr>
              <a:t>Ďakujeme za pozornosť</a:t>
            </a:r>
          </a:p>
        </p:txBody>
      </p:sp>
      <p:pic>
        <p:nvPicPr>
          <p:cNvPr id="5122" name="Picture 2" descr="Social Computing - Gabriel Calegari">
            <a:extLst>
              <a:ext uri="{FF2B5EF4-FFF2-40B4-BE49-F238E27FC236}">
                <a16:creationId xmlns:a16="http://schemas.microsoft.com/office/drawing/2014/main" id="{F151187F-02E6-8EA1-7A0B-29F076CC5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185" y="1497408"/>
            <a:ext cx="6323674" cy="3688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9782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íva">
  <a:themeElements>
    <a:clrScheme name="Vlastné 16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303D8B"/>
      </a:accent1>
      <a:accent2>
        <a:srgbClr val="303D8B"/>
      </a:accent2>
      <a:accent3>
        <a:srgbClr val="303D8B"/>
      </a:accent3>
      <a:accent4>
        <a:srgbClr val="303D8B"/>
      </a:accent4>
      <a:accent5>
        <a:srgbClr val="303D8B"/>
      </a:accent5>
      <a:accent6>
        <a:srgbClr val="303D8B"/>
      </a:accent6>
      <a:hlink>
        <a:srgbClr val="303D8B"/>
      </a:hlink>
      <a:folHlink>
        <a:srgbClr val="303D8B"/>
      </a:folHlink>
    </a:clrScheme>
    <a:fontScheme name="Retrospektí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í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723</TotalTime>
  <Words>145</Words>
  <Application>Microsoft Office PowerPoint</Application>
  <PresentationFormat>Širokouhlá</PresentationFormat>
  <Paragraphs>25</Paragraphs>
  <Slides>6</Slides>
  <Notes>1</Notes>
  <HiddenSlides>0</HiddenSlides>
  <MMClips>0</MMClips>
  <ScaleCrop>false</ScaleCrop>
  <HeadingPairs>
    <vt:vector size="6" baseType="variant">
      <vt:variant>
        <vt:lpstr>Použité písma</vt:lpstr>
      </vt:variant>
      <vt:variant>
        <vt:i4>2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6</vt:i4>
      </vt:variant>
    </vt:vector>
  </HeadingPairs>
  <TitlesOfParts>
    <vt:vector size="9" baseType="lpstr">
      <vt:lpstr>Calibri</vt:lpstr>
      <vt:lpstr>Calibri Light</vt:lpstr>
      <vt:lpstr>Retrospektíva</vt:lpstr>
      <vt:lpstr>Social computing</vt:lpstr>
      <vt:lpstr>Prezentácia programu PowerPoint</vt:lpstr>
      <vt:lpstr>Prezentácia programu PowerPoint</vt:lpstr>
      <vt:lpstr>Prezentácia programu PowerPoint</vt:lpstr>
      <vt:lpstr>Prezentácia programu PowerPoint</vt:lpstr>
      <vt:lpstr>Ďakujeme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Budinský</dc:creator>
  <cp:lastModifiedBy>Damián Kaszycki</cp:lastModifiedBy>
  <cp:revision>29</cp:revision>
  <dcterms:created xsi:type="dcterms:W3CDTF">2026-02-24T18:24:02Z</dcterms:created>
  <dcterms:modified xsi:type="dcterms:W3CDTF">2026-03-26T13:26:25Z</dcterms:modified>
</cp:coreProperties>
</file>