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4"/>
  </p:sldMasterIdLst>
  <p:sldIdLst>
    <p:sldId id="263" r:id="rId5"/>
    <p:sldId id="257" r:id="rId6"/>
    <p:sldId id="258" r:id="rId7"/>
    <p:sldId id="264" r:id="rId8"/>
    <p:sldId id="260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82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00AB91-10D8-4454-A6BD-377124548151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634059-C1EB-41CF-A700-D607DBF430D4}">
      <dgm:prSet phldrT="[Text]"/>
      <dgm:spPr/>
      <dgm:t>
        <a:bodyPr/>
        <a:lstStyle/>
        <a:p>
          <a:r>
            <a:rPr lang="sk-SK" dirty="0"/>
            <a:t>Nejednotné</a:t>
          </a:r>
          <a:endParaRPr lang="en-US" dirty="0"/>
        </a:p>
      </dgm:t>
    </dgm:pt>
    <dgm:pt modelId="{71BC5590-2C7D-4E03-A8B3-8C6C9F997507}" type="parTrans" cxnId="{D9234BFB-7CC8-4126-90F6-1E2983954C43}">
      <dgm:prSet/>
      <dgm:spPr/>
      <dgm:t>
        <a:bodyPr/>
        <a:lstStyle/>
        <a:p>
          <a:endParaRPr lang="en-US"/>
        </a:p>
      </dgm:t>
    </dgm:pt>
    <dgm:pt modelId="{6CA7F246-39A5-45EA-9704-88E54F8A0907}" type="sibTrans" cxnId="{D9234BFB-7CC8-4126-90F6-1E2983954C43}">
      <dgm:prSet/>
      <dgm:spPr/>
      <dgm:t>
        <a:bodyPr/>
        <a:lstStyle/>
        <a:p>
          <a:endParaRPr lang="en-US"/>
        </a:p>
      </dgm:t>
    </dgm:pt>
    <dgm:pt modelId="{0A525FCA-B8E5-47C0-8102-ACED12DF484C}">
      <dgm:prSet/>
      <dgm:spPr/>
      <dgm:t>
        <a:bodyPr/>
        <a:lstStyle/>
        <a:p>
          <a:r>
            <a:rPr lang="en-US" dirty="0" err="1"/>
            <a:t>Časovo</a:t>
          </a:r>
          <a:r>
            <a:rPr lang="en-US" dirty="0"/>
            <a:t> </a:t>
          </a:r>
          <a:r>
            <a:rPr lang="en-US" dirty="0" err="1"/>
            <a:t>náročné</a:t>
          </a:r>
          <a:endParaRPr lang="sk-SK" dirty="0"/>
        </a:p>
      </dgm:t>
    </dgm:pt>
    <dgm:pt modelId="{43963086-FA55-4978-AC06-D3C902C2549A}" type="parTrans" cxnId="{72133868-73EA-4970-97A7-9F77B7C98C44}">
      <dgm:prSet/>
      <dgm:spPr/>
      <dgm:t>
        <a:bodyPr/>
        <a:lstStyle/>
        <a:p>
          <a:endParaRPr lang="en-US"/>
        </a:p>
      </dgm:t>
    </dgm:pt>
    <dgm:pt modelId="{02B78BE4-35DD-4084-89A5-80A41524F195}" type="sibTrans" cxnId="{72133868-73EA-4970-97A7-9F77B7C98C44}">
      <dgm:prSet/>
      <dgm:spPr/>
      <dgm:t>
        <a:bodyPr/>
        <a:lstStyle/>
        <a:p>
          <a:endParaRPr lang="en-US"/>
        </a:p>
      </dgm:t>
    </dgm:pt>
    <dgm:pt modelId="{CFFC682C-AF24-4986-A847-1B5BB62ED7E4}">
      <dgm:prSet/>
      <dgm:spPr/>
      <dgm:t>
        <a:bodyPr/>
        <a:lstStyle/>
        <a:p>
          <a:r>
            <a:rPr lang="sk-SK" dirty="0"/>
            <a:t>Z</a:t>
          </a:r>
          <a:r>
            <a:rPr lang="en-US" dirty="0" err="1"/>
            <a:t>astaral</a:t>
          </a:r>
          <a:r>
            <a:rPr lang="sk-SK" dirty="0"/>
            <a:t>é</a:t>
          </a:r>
        </a:p>
      </dgm:t>
    </dgm:pt>
    <dgm:pt modelId="{94EB797B-DAE6-443B-BA14-17526755CC53}" type="parTrans" cxnId="{1A5DE397-1A65-48E8-B4E5-95CA95421465}">
      <dgm:prSet/>
      <dgm:spPr/>
      <dgm:t>
        <a:bodyPr/>
        <a:lstStyle/>
        <a:p>
          <a:endParaRPr lang="en-US"/>
        </a:p>
      </dgm:t>
    </dgm:pt>
    <dgm:pt modelId="{B6D59875-1D46-4C86-ABCE-7E21A042CAFC}" type="sibTrans" cxnId="{1A5DE397-1A65-48E8-B4E5-95CA95421465}">
      <dgm:prSet/>
      <dgm:spPr/>
      <dgm:t>
        <a:bodyPr/>
        <a:lstStyle/>
        <a:p>
          <a:endParaRPr lang="en-US"/>
        </a:p>
      </dgm:t>
    </dgm:pt>
    <dgm:pt modelId="{99DC684E-56C3-4BEA-B2CF-51233E36D3C1}">
      <dgm:prSet/>
      <dgm:spPr/>
      <dgm:t>
        <a:bodyPr/>
        <a:lstStyle/>
        <a:p>
          <a:r>
            <a:rPr lang="sk-SK"/>
            <a:t>Preťažené</a:t>
          </a:r>
          <a:endParaRPr lang="sk-SK" dirty="0"/>
        </a:p>
      </dgm:t>
    </dgm:pt>
    <dgm:pt modelId="{1048ECC1-E560-46CF-850B-CE79BBB35DFF}" type="parTrans" cxnId="{71CE03EA-CF52-4AF5-A1B5-726483DB5F21}">
      <dgm:prSet/>
      <dgm:spPr/>
      <dgm:t>
        <a:bodyPr/>
        <a:lstStyle/>
        <a:p>
          <a:endParaRPr lang="en-US"/>
        </a:p>
      </dgm:t>
    </dgm:pt>
    <dgm:pt modelId="{7BBF1FA9-500E-4188-B69D-463CA41B6EB2}" type="sibTrans" cxnId="{71CE03EA-CF52-4AF5-A1B5-726483DB5F21}">
      <dgm:prSet/>
      <dgm:spPr/>
      <dgm:t>
        <a:bodyPr/>
        <a:lstStyle/>
        <a:p>
          <a:endParaRPr lang="en-US"/>
        </a:p>
      </dgm:t>
    </dgm:pt>
    <dgm:pt modelId="{71BC0892-BE74-4989-BCA6-E50FF2EFE60F}" type="pres">
      <dgm:prSet presAssocID="{A900AB91-10D8-4454-A6BD-377124548151}" presName="Name0" presStyleCnt="0">
        <dgm:presLayoutVars>
          <dgm:chMax val="7"/>
          <dgm:chPref val="7"/>
          <dgm:dir/>
        </dgm:presLayoutVars>
      </dgm:prSet>
      <dgm:spPr/>
    </dgm:pt>
    <dgm:pt modelId="{5FF495B6-E699-41AF-A077-EB9CC4C9C356}" type="pres">
      <dgm:prSet presAssocID="{A900AB91-10D8-4454-A6BD-377124548151}" presName="Name1" presStyleCnt="0"/>
      <dgm:spPr/>
    </dgm:pt>
    <dgm:pt modelId="{3CD07122-D379-4A74-8D52-45546EB94868}" type="pres">
      <dgm:prSet presAssocID="{A900AB91-10D8-4454-A6BD-377124548151}" presName="cycle" presStyleCnt="0"/>
      <dgm:spPr/>
    </dgm:pt>
    <dgm:pt modelId="{C59C6A79-1906-4263-B7BA-92442993A494}" type="pres">
      <dgm:prSet presAssocID="{A900AB91-10D8-4454-A6BD-377124548151}" presName="srcNode" presStyleLbl="node1" presStyleIdx="0" presStyleCnt="4"/>
      <dgm:spPr/>
    </dgm:pt>
    <dgm:pt modelId="{1BEC2BAD-F314-4BFB-9F0A-57793AEE8A24}" type="pres">
      <dgm:prSet presAssocID="{A900AB91-10D8-4454-A6BD-377124548151}" presName="conn" presStyleLbl="parChTrans1D2" presStyleIdx="0" presStyleCnt="1"/>
      <dgm:spPr/>
    </dgm:pt>
    <dgm:pt modelId="{B8128CD7-4A9A-4239-9700-190603C7709D}" type="pres">
      <dgm:prSet presAssocID="{A900AB91-10D8-4454-A6BD-377124548151}" presName="extraNode" presStyleLbl="node1" presStyleIdx="0" presStyleCnt="4"/>
      <dgm:spPr/>
    </dgm:pt>
    <dgm:pt modelId="{2FD24836-46F0-4A28-A227-8A51C2690879}" type="pres">
      <dgm:prSet presAssocID="{A900AB91-10D8-4454-A6BD-377124548151}" presName="dstNode" presStyleLbl="node1" presStyleIdx="0" presStyleCnt="4"/>
      <dgm:spPr/>
    </dgm:pt>
    <dgm:pt modelId="{CCEE391F-4F23-47F6-BA6A-F88217927C69}" type="pres">
      <dgm:prSet presAssocID="{81634059-C1EB-41CF-A700-D607DBF430D4}" presName="text_1" presStyleLbl="node1" presStyleIdx="0" presStyleCnt="4">
        <dgm:presLayoutVars>
          <dgm:bulletEnabled val="1"/>
        </dgm:presLayoutVars>
      </dgm:prSet>
      <dgm:spPr/>
    </dgm:pt>
    <dgm:pt modelId="{FF3DE31D-CD3C-42C7-BC19-BBC4B61806E8}" type="pres">
      <dgm:prSet presAssocID="{81634059-C1EB-41CF-A700-D607DBF430D4}" presName="accent_1" presStyleCnt="0"/>
      <dgm:spPr/>
    </dgm:pt>
    <dgm:pt modelId="{FE9AF81E-3936-400D-9CED-A7B4EAA400F6}" type="pres">
      <dgm:prSet presAssocID="{81634059-C1EB-41CF-A700-D607DBF430D4}" presName="accentRepeatNode" presStyleLbl="solidFgAcc1" presStyleIdx="0" presStyleCnt="4"/>
      <dgm:spPr/>
    </dgm:pt>
    <dgm:pt modelId="{54A2B297-6439-48B0-BC3A-63C5E02D67C2}" type="pres">
      <dgm:prSet presAssocID="{0A525FCA-B8E5-47C0-8102-ACED12DF484C}" presName="text_2" presStyleLbl="node1" presStyleIdx="1" presStyleCnt="4">
        <dgm:presLayoutVars>
          <dgm:bulletEnabled val="1"/>
        </dgm:presLayoutVars>
      </dgm:prSet>
      <dgm:spPr/>
    </dgm:pt>
    <dgm:pt modelId="{45F3CC1A-CCEF-4F95-9557-2D900BC4CC9E}" type="pres">
      <dgm:prSet presAssocID="{0A525FCA-B8E5-47C0-8102-ACED12DF484C}" presName="accent_2" presStyleCnt="0"/>
      <dgm:spPr/>
    </dgm:pt>
    <dgm:pt modelId="{41BEAA9C-E9DF-47D4-A2D6-B076583ECD2E}" type="pres">
      <dgm:prSet presAssocID="{0A525FCA-B8E5-47C0-8102-ACED12DF484C}" presName="accentRepeatNode" presStyleLbl="solidFgAcc1" presStyleIdx="1" presStyleCnt="4"/>
      <dgm:spPr/>
    </dgm:pt>
    <dgm:pt modelId="{F8EA9444-B246-428D-BA84-5818D5EF0752}" type="pres">
      <dgm:prSet presAssocID="{CFFC682C-AF24-4986-A847-1B5BB62ED7E4}" presName="text_3" presStyleLbl="node1" presStyleIdx="2" presStyleCnt="4">
        <dgm:presLayoutVars>
          <dgm:bulletEnabled val="1"/>
        </dgm:presLayoutVars>
      </dgm:prSet>
      <dgm:spPr/>
    </dgm:pt>
    <dgm:pt modelId="{66AD8576-5D30-4E04-A6D4-B1F7FFC40DBA}" type="pres">
      <dgm:prSet presAssocID="{CFFC682C-AF24-4986-A847-1B5BB62ED7E4}" presName="accent_3" presStyleCnt="0"/>
      <dgm:spPr/>
    </dgm:pt>
    <dgm:pt modelId="{0DD0CC33-66B1-449A-9D9D-67716D755274}" type="pres">
      <dgm:prSet presAssocID="{CFFC682C-AF24-4986-A847-1B5BB62ED7E4}" presName="accentRepeatNode" presStyleLbl="solidFgAcc1" presStyleIdx="2" presStyleCnt="4"/>
      <dgm:spPr/>
    </dgm:pt>
    <dgm:pt modelId="{990400F0-1C96-4180-B927-F198FF0F5E49}" type="pres">
      <dgm:prSet presAssocID="{99DC684E-56C3-4BEA-B2CF-51233E36D3C1}" presName="text_4" presStyleLbl="node1" presStyleIdx="3" presStyleCnt="4">
        <dgm:presLayoutVars>
          <dgm:bulletEnabled val="1"/>
        </dgm:presLayoutVars>
      </dgm:prSet>
      <dgm:spPr/>
    </dgm:pt>
    <dgm:pt modelId="{B34050DF-5DB3-4660-AA59-44E7AA4E9E73}" type="pres">
      <dgm:prSet presAssocID="{99DC684E-56C3-4BEA-B2CF-51233E36D3C1}" presName="accent_4" presStyleCnt="0"/>
      <dgm:spPr/>
    </dgm:pt>
    <dgm:pt modelId="{C0876D6E-10A0-438D-97E6-CDB471216116}" type="pres">
      <dgm:prSet presAssocID="{99DC684E-56C3-4BEA-B2CF-51233E36D3C1}" presName="accentRepeatNode" presStyleLbl="solidFgAcc1" presStyleIdx="3" presStyleCnt="4"/>
      <dgm:spPr/>
    </dgm:pt>
  </dgm:ptLst>
  <dgm:cxnLst>
    <dgm:cxn modelId="{E0FD2410-EC8A-4F30-91C3-5EA509F9CCFE}" type="presOf" srcId="{99DC684E-56C3-4BEA-B2CF-51233E36D3C1}" destId="{990400F0-1C96-4180-B927-F198FF0F5E49}" srcOrd="0" destOrd="0" presId="urn:microsoft.com/office/officeart/2008/layout/VerticalCurvedList"/>
    <dgm:cxn modelId="{DACB3410-45B9-4FDA-A556-2D1E14111F0F}" type="presOf" srcId="{A900AB91-10D8-4454-A6BD-377124548151}" destId="{71BC0892-BE74-4989-BCA6-E50FF2EFE60F}" srcOrd="0" destOrd="0" presId="urn:microsoft.com/office/officeart/2008/layout/VerticalCurvedList"/>
    <dgm:cxn modelId="{BEE5F517-30B3-4F40-A79A-F44F45EC2303}" type="presOf" srcId="{CFFC682C-AF24-4986-A847-1B5BB62ED7E4}" destId="{F8EA9444-B246-428D-BA84-5818D5EF0752}" srcOrd="0" destOrd="0" presId="urn:microsoft.com/office/officeart/2008/layout/VerticalCurvedList"/>
    <dgm:cxn modelId="{3903E75C-666A-461C-84C6-ACBC281F5314}" type="presOf" srcId="{0A525FCA-B8E5-47C0-8102-ACED12DF484C}" destId="{54A2B297-6439-48B0-BC3A-63C5E02D67C2}" srcOrd="0" destOrd="0" presId="urn:microsoft.com/office/officeart/2008/layout/VerticalCurvedList"/>
    <dgm:cxn modelId="{72133868-73EA-4970-97A7-9F77B7C98C44}" srcId="{A900AB91-10D8-4454-A6BD-377124548151}" destId="{0A525FCA-B8E5-47C0-8102-ACED12DF484C}" srcOrd="1" destOrd="0" parTransId="{43963086-FA55-4978-AC06-D3C902C2549A}" sibTransId="{02B78BE4-35DD-4084-89A5-80A41524F195}"/>
    <dgm:cxn modelId="{1A5DE397-1A65-48E8-B4E5-95CA95421465}" srcId="{A900AB91-10D8-4454-A6BD-377124548151}" destId="{CFFC682C-AF24-4986-A847-1B5BB62ED7E4}" srcOrd="2" destOrd="0" parTransId="{94EB797B-DAE6-443B-BA14-17526755CC53}" sibTransId="{B6D59875-1D46-4C86-ABCE-7E21A042CAFC}"/>
    <dgm:cxn modelId="{F4DAF1BD-E457-4981-A924-DBBFE86D5A23}" type="presOf" srcId="{6CA7F246-39A5-45EA-9704-88E54F8A0907}" destId="{1BEC2BAD-F314-4BFB-9F0A-57793AEE8A24}" srcOrd="0" destOrd="0" presId="urn:microsoft.com/office/officeart/2008/layout/VerticalCurvedList"/>
    <dgm:cxn modelId="{F85F43C9-BA8C-4E35-9BC0-11FBCE9D4983}" type="presOf" srcId="{81634059-C1EB-41CF-A700-D607DBF430D4}" destId="{CCEE391F-4F23-47F6-BA6A-F88217927C69}" srcOrd="0" destOrd="0" presId="urn:microsoft.com/office/officeart/2008/layout/VerticalCurvedList"/>
    <dgm:cxn modelId="{71CE03EA-CF52-4AF5-A1B5-726483DB5F21}" srcId="{A900AB91-10D8-4454-A6BD-377124548151}" destId="{99DC684E-56C3-4BEA-B2CF-51233E36D3C1}" srcOrd="3" destOrd="0" parTransId="{1048ECC1-E560-46CF-850B-CE79BBB35DFF}" sibTransId="{7BBF1FA9-500E-4188-B69D-463CA41B6EB2}"/>
    <dgm:cxn modelId="{D9234BFB-7CC8-4126-90F6-1E2983954C43}" srcId="{A900AB91-10D8-4454-A6BD-377124548151}" destId="{81634059-C1EB-41CF-A700-D607DBF430D4}" srcOrd="0" destOrd="0" parTransId="{71BC5590-2C7D-4E03-A8B3-8C6C9F997507}" sibTransId="{6CA7F246-39A5-45EA-9704-88E54F8A0907}"/>
    <dgm:cxn modelId="{3C58342A-6CAE-44FB-AD8A-A881ACEEAC4F}" type="presParOf" srcId="{71BC0892-BE74-4989-BCA6-E50FF2EFE60F}" destId="{5FF495B6-E699-41AF-A077-EB9CC4C9C356}" srcOrd="0" destOrd="0" presId="urn:microsoft.com/office/officeart/2008/layout/VerticalCurvedList"/>
    <dgm:cxn modelId="{0A2AEAD1-42EA-4AB6-971F-ECA724EFD9DF}" type="presParOf" srcId="{5FF495B6-E699-41AF-A077-EB9CC4C9C356}" destId="{3CD07122-D379-4A74-8D52-45546EB94868}" srcOrd="0" destOrd="0" presId="urn:microsoft.com/office/officeart/2008/layout/VerticalCurvedList"/>
    <dgm:cxn modelId="{84B70FFB-27CF-40ED-9333-E5F2BEC78A5F}" type="presParOf" srcId="{3CD07122-D379-4A74-8D52-45546EB94868}" destId="{C59C6A79-1906-4263-B7BA-92442993A494}" srcOrd="0" destOrd="0" presId="urn:microsoft.com/office/officeart/2008/layout/VerticalCurvedList"/>
    <dgm:cxn modelId="{02CB8D83-7649-48F3-A3BA-94DD694A45F7}" type="presParOf" srcId="{3CD07122-D379-4A74-8D52-45546EB94868}" destId="{1BEC2BAD-F314-4BFB-9F0A-57793AEE8A24}" srcOrd="1" destOrd="0" presId="urn:microsoft.com/office/officeart/2008/layout/VerticalCurvedList"/>
    <dgm:cxn modelId="{B18A9F6B-475D-4524-B2F8-3113BF5BD286}" type="presParOf" srcId="{3CD07122-D379-4A74-8D52-45546EB94868}" destId="{B8128CD7-4A9A-4239-9700-190603C7709D}" srcOrd="2" destOrd="0" presId="urn:microsoft.com/office/officeart/2008/layout/VerticalCurvedList"/>
    <dgm:cxn modelId="{F647FCA3-7433-411E-BFF0-40B851649D71}" type="presParOf" srcId="{3CD07122-D379-4A74-8D52-45546EB94868}" destId="{2FD24836-46F0-4A28-A227-8A51C2690879}" srcOrd="3" destOrd="0" presId="urn:microsoft.com/office/officeart/2008/layout/VerticalCurvedList"/>
    <dgm:cxn modelId="{FB5B3CF5-3436-4657-9B61-F6E673D15772}" type="presParOf" srcId="{5FF495B6-E699-41AF-A077-EB9CC4C9C356}" destId="{CCEE391F-4F23-47F6-BA6A-F88217927C69}" srcOrd="1" destOrd="0" presId="urn:microsoft.com/office/officeart/2008/layout/VerticalCurvedList"/>
    <dgm:cxn modelId="{79CF57EB-3983-4BF2-A13D-6D5981652518}" type="presParOf" srcId="{5FF495B6-E699-41AF-A077-EB9CC4C9C356}" destId="{FF3DE31D-CD3C-42C7-BC19-BBC4B61806E8}" srcOrd="2" destOrd="0" presId="urn:microsoft.com/office/officeart/2008/layout/VerticalCurvedList"/>
    <dgm:cxn modelId="{49F56013-3F2B-4995-B394-BEB0BF2AA144}" type="presParOf" srcId="{FF3DE31D-CD3C-42C7-BC19-BBC4B61806E8}" destId="{FE9AF81E-3936-400D-9CED-A7B4EAA400F6}" srcOrd="0" destOrd="0" presId="urn:microsoft.com/office/officeart/2008/layout/VerticalCurvedList"/>
    <dgm:cxn modelId="{68809EEC-0377-4301-AFEF-801BC3ACE815}" type="presParOf" srcId="{5FF495B6-E699-41AF-A077-EB9CC4C9C356}" destId="{54A2B297-6439-48B0-BC3A-63C5E02D67C2}" srcOrd="3" destOrd="0" presId="urn:microsoft.com/office/officeart/2008/layout/VerticalCurvedList"/>
    <dgm:cxn modelId="{DF577A1C-4DE4-4225-ADBD-C0AFAA803B74}" type="presParOf" srcId="{5FF495B6-E699-41AF-A077-EB9CC4C9C356}" destId="{45F3CC1A-CCEF-4F95-9557-2D900BC4CC9E}" srcOrd="4" destOrd="0" presId="urn:microsoft.com/office/officeart/2008/layout/VerticalCurvedList"/>
    <dgm:cxn modelId="{DDC7AE78-09F6-4D7A-A8B4-7233C10E52FE}" type="presParOf" srcId="{45F3CC1A-CCEF-4F95-9557-2D900BC4CC9E}" destId="{41BEAA9C-E9DF-47D4-A2D6-B076583ECD2E}" srcOrd="0" destOrd="0" presId="urn:microsoft.com/office/officeart/2008/layout/VerticalCurvedList"/>
    <dgm:cxn modelId="{DFD9B8F9-210F-4A5E-A304-63B4BB620BE1}" type="presParOf" srcId="{5FF495B6-E699-41AF-A077-EB9CC4C9C356}" destId="{F8EA9444-B246-428D-BA84-5818D5EF0752}" srcOrd="5" destOrd="0" presId="urn:microsoft.com/office/officeart/2008/layout/VerticalCurvedList"/>
    <dgm:cxn modelId="{E2B14347-B30A-4069-B7EA-6DD24AFCB0EC}" type="presParOf" srcId="{5FF495B6-E699-41AF-A077-EB9CC4C9C356}" destId="{66AD8576-5D30-4E04-A6D4-B1F7FFC40DBA}" srcOrd="6" destOrd="0" presId="urn:microsoft.com/office/officeart/2008/layout/VerticalCurvedList"/>
    <dgm:cxn modelId="{B46CB91A-F75D-476D-B7B9-EC70C0D1B766}" type="presParOf" srcId="{66AD8576-5D30-4E04-A6D4-B1F7FFC40DBA}" destId="{0DD0CC33-66B1-449A-9D9D-67716D755274}" srcOrd="0" destOrd="0" presId="urn:microsoft.com/office/officeart/2008/layout/VerticalCurvedList"/>
    <dgm:cxn modelId="{EC52FD44-93FF-4D55-88F2-14ABD0AC90F9}" type="presParOf" srcId="{5FF495B6-E699-41AF-A077-EB9CC4C9C356}" destId="{990400F0-1C96-4180-B927-F198FF0F5E49}" srcOrd="7" destOrd="0" presId="urn:microsoft.com/office/officeart/2008/layout/VerticalCurvedList"/>
    <dgm:cxn modelId="{2A5DCFDF-3B02-4104-9C26-EEFD843F9C25}" type="presParOf" srcId="{5FF495B6-E699-41AF-A077-EB9CC4C9C356}" destId="{B34050DF-5DB3-4660-AA59-44E7AA4E9E73}" srcOrd="8" destOrd="0" presId="urn:microsoft.com/office/officeart/2008/layout/VerticalCurvedList"/>
    <dgm:cxn modelId="{A02BADD1-6FB6-46F0-B0E4-6114ABA1B042}" type="presParOf" srcId="{B34050DF-5DB3-4660-AA59-44E7AA4E9E73}" destId="{C0876D6E-10A0-438D-97E6-CDB47121611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2ED37C-E2D6-4530-91E2-B4C2C67AB948}" type="doc">
      <dgm:prSet loTypeId="urn:microsoft.com/office/officeart/2005/8/layout/vList2" loCatId="list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EDC7234-AE42-407A-9B75-9B3A89F86912}">
      <dgm:prSet/>
      <dgm:spPr/>
      <dgm:t>
        <a:bodyPr/>
        <a:lstStyle/>
        <a:p>
          <a:r>
            <a:rPr lang="sk-SK" dirty="0"/>
            <a:t>Webová a mobilná aplikácia</a:t>
          </a:r>
          <a:endParaRPr lang="en-US" dirty="0"/>
        </a:p>
      </dgm:t>
    </dgm:pt>
    <dgm:pt modelId="{23A74143-652E-4462-A752-85E4DE5EF8A0}" type="parTrans" cxnId="{3104D857-ED76-4147-8873-F2AB0F796976}">
      <dgm:prSet/>
      <dgm:spPr/>
      <dgm:t>
        <a:bodyPr/>
        <a:lstStyle/>
        <a:p>
          <a:endParaRPr lang="en-US"/>
        </a:p>
      </dgm:t>
    </dgm:pt>
    <dgm:pt modelId="{B4E5ADC3-3877-46FC-9678-4ED5C092ACA0}" type="sibTrans" cxnId="{3104D857-ED76-4147-8873-F2AB0F796976}">
      <dgm:prSet/>
      <dgm:spPr/>
      <dgm:t>
        <a:bodyPr/>
        <a:lstStyle/>
        <a:p>
          <a:endParaRPr lang="en-US"/>
        </a:p>
      </dgm:t>
    </dgm:pt>
    <dgm:pt modelId="{7CF1ED87-F956-4E1E-9DFC-917C0BA63917}">
      <dgm:prSet/>
      <dgm:spPr/>
      <dgm:t>
        <a:bodyPr/>
        <a:lstStyle/>
        <a:p>
          <a:r>
            <a:rPr lang="sk-SK"/>
            <a:t>Digitalizuje proces</a:t>
          </a:r>
          <a:endParaRPr lang="en-US"/>
        </a:p>
      </dgm:t>
    </dgm:pt>
    <dgm:pt modelId="{ABEC9136-3174-4A51-9052-38004D40B720}" type="parTrans" cxnId="{8DD8AA03-B5B2-4271-9967-B3683B458C91}">
      <dgm:prSet/>
      <dgm:spPr/>
      <dgm:t>
        <a:bodyPr/>
        <a:lstStyle/>
        <a:p>
          <a:endParaRPr lang="en-US"/>
        </a:p>
      </dgm:t>
    </dgm:pt>
    <dgm:pt modelId="{C79557EC-412C-4953-8474-6E36A1B923E1}" type="sibTrans" cxnId="{8DD8AA03-B5B2-4271-9967-B3683B458C91}">
      <dgm:prSet/>
      <dgm:spPr/>
      <dgm:t>
        <a:bodyPr/>
        <a:lstStyle/>
        <a:p>
          <a:endParaRPr lang="en-US"/>
        </a:p>
      </dgm:t>
    </dgm:pt>
    <dgm:pt modelId="{848DE54F-B651-44A8-83E2-84B710DB9A5B}">
      <dgm:prSet/>
      <dgm:spPr/>
      <dgm:t>
        <a:bodyPr/>
        <a:lstStyle/>
        <a:p>
          <a:r>
            <a:rPr lang="sk-SK" dirty="0"/>
            <a:t>Prepája </a:t>
          </a:r>
        </a:p>
        <a:p>
          <a:r>
            <a:rPr lang="sk-SK" dirty="0"/>
            <a:t>pacientov a lekárov </a:t>
          </a:r>
          <a:endParaRPr lang="en-US" dirty="0"/>
        </a:p>
      </dgm:t>
    </dgm:pt>
    <dgm:pt modelId="{53AFF5DB-EC9E-48F2-BE67-4A2C0ED5724D}" type="parTrans" cxnId="{2A8171BF-2F1B-4FDC-8591-FAFB3C52D2FF}">
      <dgm:prSet/>
      <dgm:spPr/>
      <dgm:t>
        <a:bodyPr/>
        <a:lstStyle/>
        <a:p>
          <a:endParaRPr lang="en-US"/>
        </a:p>
      </dgm:t>
    </dgm:pt>
    <dgm:pt modelId="{52203790-E8D5-4762-9C6F-41E86950FB94}" type="sibTrans" cxnId="{2A8171BF-2F1B-4FDC-8591-FAFB3C52D2FF}">
      <dgm:prSet/>
      <dgm:spPr/>
      <dgm:t>
        <a:bodyPr/>
        <a:lstStyle/>
        <a:p>
          <a:endParaRPr lang="en-US"/>
        </a:p>
      </dgm:t>
    </dgm:pt>
    <dgm:pt modelId="{83000306-CD43-4046-97F9-D7C530142E5C}" type="pres">
      <dgm:prSet presAssocID="{232ED37C-E2D6-4530-91E2-B4C2C67AB948}" presName="linear" presStyleCnt="0">
        <dgm:presLayoutVars>
          <dgm:animLvl val="lvl"/>
          <dgm:resizeHandles val="exact"/>
        </dgm:presLayoutVars>
      </dgm:prSet>
      <dgm:spPr/>
    </dgm:pt>
    <dgm:pt modelId="{4948DC1A-EC91-407A-92F0-EF740B9BFEB0}" type="pres">
      <dgm:prSet presAssocID="{6EDC7234-AE42-407A-9B75-9B3A89F8691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24AC55D-31D7-4A02-9034-82CD998D1512}" type="pres">
      <dgm:prSet presAssocID="{B4E5ADC3-3877-46FC-9678-4ED5C092ACA0}" presName="spacer" presStyleCnt="0"/>
      <dgm:spPr/>
    </dgm:pt>
    <dgm:pt modelId="{9D99035B-939A-4C66-BF76-B555469F6CBD}" type="pres">
      <dgm:prSet presAssocID="{7CF1ED87-F956-4E1E-9DFC-917C0BA6391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5F78185-9A98-4457-9D32-9E6E38BB66BD}" type="pres">
      <dgm:prSet presAssocID="{C79557EC-412C-4953-8474-6E36A1B923E1}" presName="spacer" presStyleCnt="0"/>
      <dgm:spPr/>
    </dgm:pt>
    <dgm:pt modelId="{BCE70906-6FC9-40C2-9AB0-59A28A1B3564}" type="pres">
      <dgm:prSet presAssocID="{848DE54F-B651-44A8-83E2-84B710DB9A5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DD8AA03-B5B2-4271-9967-B3683B458C91}" srcId="{232ED37C-E2D6-4530-91E2-B4C2C67AB948}" destId="{7CF1ED87-F956-4E1E-9DFC-917C0BA63917}" srcOrd="1" destOrd="0" parTransId="{ABEC9136-3174-4A51-9052-38004D40B720}" sibTransId="{C79557EC-412C-4953-8474-6E36A1B923E1}"/>
    <dgm:cxn modelId="{AC50545D-2A91-4E4C-B509-A3122C94E388}" type="presOf" srcId="{7CF1ED87-F956-4E1E-9DFC-917C0BA63917}" destId="{9D99035B-939A-4C66-BF76-B555469F6CBD}" srcOrd="0" destOrd="0" presId="urn:microsoft.com/office/officeart/2005/8/layout/vList2"/>
    <dgm:cxn modelId="{3104D857-ED76-4147-8873-F2AB0F796976}" srcId="{232ED37C-E2D6-4530-91E2-B4C2C67AB948}" destId="{6EDC7234-AE42-407A-9B75-9B3A89F86912}" srcOrd="0" destOrd="0" parTransId="{23A74143-652E-4462-A752-85E4DE5EF8A0}" sibTransId="{B4E5ADC3-3877-46FC-9678-4ED5C092ACA0}"/>
    <dgm:cxn modelId="{07AE83BD-6006-4A62-910F-2950EBDFF400}" type="presOf" srcId="{6EDC7234-AE42-407A-9B75-9B3A89F86912}" destId="{4948DC1A-EC91-407A-92F0-EF740B9BFEB0}" srcOrd="0" destOrd="0" presId="urn:microsoft.com/office/officeart/2005/8/layout/vList2"/>
    <dgm:cxn modelId="{2A8171BF-2F1B-4FDC-8591-FAFB3C52D2FF}" srcId="{232ED37C-E2D6-4530-91E2-B4C2C67AB948}" destId="{848DE54F-B651-44A8-83E2-84B710DB9A5B}" srcOrd="2" destOrd="0" parTransId="{53AFF5DB-EC9E-48F2-BE67-4A2C0ED5724D}" sibTransId="{52203790-E8D5-4762-9C6F-41E86950FB94}"/>
    <dgm:cxn modelId="{D54CC2C6-6413-4989-AEC4-A574FFCD2A59}" type="presOf" srcId="{848DE54F-B651-44A8-83E2-84B710DB9A5B}" destId="{BCE70906-6FC9-40C2-9AB0-59A28A1B3564}" srcOrd="0" destOrd="0" presId="urn:microsoft.com/office/officeart/2005/8/layout/vList2"/>
    <dgm:cxn modelId="{3BEC19CE-C3C3-46F4-92BA-3E306CC0EB4B}" type="presOf" srcId="{232ED37C-E2D6-4530-91E2-B4C2C67AB948}" destId="{83000306-CD43-4046-97F9-D7C530142E5C}" srcOrd="0" destOrd="0" presId="urn:microsoft.com/office/officeart/2005/8/layout/vList2"/>
    <dgm:cxn modelId="{795C69E9-408E-4918-A863-D8B43C02E2B8}" type="presParOf" srcId="{83000306-CD43-4046-97F9-D7C530142E5C}" destId="{4948DC1A-EC91-407A-92F0-EF740B9BFEB0}" srcOrd="0" destOrd="0" presId="urn:microsoft.com/office/officeart/2005/8/layout/vList2"/>
    <dgm:cxn modelId="{21FB3C53-C920-4BC9-8CC1-44FEE07652FF}" type="presParOf" srcId="{83000306-CD43-4046-97F9-D7C530142E5C}" destId="{B24AC55D-31D7-4A02-9034-82CD998D1512}" srcOrd="1" destOrd="0" presId="urn:microsoft.com/office/officeart/2005/8/layout/vList2"/>
    <dgm:cxn modelId="{5F424CE6-F550-4F60-986F-68A2162DA638}" type="presParOf" srcId="{83000306-CD43-4046-97F9-D7C530142E5C}" destId="{9D99035B-939A-4C66-BF76-B555469F6CBD}" srcOrd="2" destOrd="0" presId="urn:microsoft.com/office/officeart/2005/8/layout/vList2"/>
    <dgm:cxn modelId="{45BC1DDF-E69C-4DF2-9739-D403DE4AA882}" type="presParOf" srcId="{83000306-CD43-4046-97F9-D7C530142E5C}" destId="{95F78185-9A98-4457-9D32-9E6E38BB66BD}" srcOrd="3" destOrd="0" presId="urn:microsoft.com/office/officeart/2005/8/layout/vList2"/>
    <dgm:cxn modelId="{A3D0C135-711A-4016-A829-4A51CCFB021D}" type="presParOf" srcId="{83000306-CD43-4046-97F9-D7C530142E5C}" destId="{BCE70906-6FC9-40C2-9AB0-59A28A1B356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801307-CE49-48A6-B875-1DF97EAA6D01}" type="doc">
      <dgm:prSet loTypeId="urn:microsoft.com/office/officeart/2005/8/layout/hierarchy1" loCatId="hierarchy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0A5259E-41F6-4659-81BA-B4AF446A31C3}">
      <dgm:prSet/>
      <dgm:spPr/>
      <dgm:t>
        <a:bodyPr/>
        <a:lstStyle/>
        <a:p>
          <a:r>
            <a:rPr lang="sk-SK" dirty="0"/>
            <a:t>eTermín</a:t>
          </a:r>
          <a:endParaRPr lang="en-US" dirty="0"/>
        </a:p>
      </dgm:t>
    </dgm:pt>
    <dgm:pt modelId="{D6B24DC1-0B0A-43F6-AADF-BBFD521F8433}" type="parTrans" cxnId="{025ABC63-4F27-4DA6-86FC-F53BBA104558}">
      <dgm:prSet/>
      <dgm:spPr/>
      <dgm:t>
        <a:bodyPr/>
        <a:lstStyle/>
        <a:p>
          <a:endParaRPr lang="en-US"/>
        </a:p>
      </dgm:t>
    </dgm:pt>
    <dgm:pt modelId="{A6EA178E-8B38-4A4C-A885-8A59635952D0}" type="sibTrans" cxnId="{025ABC63-4F27-4DA6-86FC-F53BBA104558}">
      <dgm:prSet/>
      <dgm:spPr/>
      <dgm:t>
        <a:bodyPr/>
        <a:lstStyle/>
        <a:p>
          <a:endParaRPr lang="en-US"/>
        </a:p>
      </dgm:t>
    </dgm:pt>
    <dgm:pt modelId="{86C50E28-1961-4B26-98C4-969F8B1B764F}">
      <dgm:prSet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5875" cap="flat" cmpd="sng" algn="ctr">
          <a:solidFill>
            <a:srgbClr val="5EC795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64770" tIns="64770" rIns="64770" bIns="64770" numCol="1" spcCol="1270" anchor="ctr" anchorCtr="0"/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/>
              <a:ea typeface="+mn-ea"/>
              <a:cs typeface="+mn-cs"/>
            </a:rPr>
            <a:t>Vyhľadávanie lekára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/>
            <a:ea typeface="+mn-ea"/>
            <a:cs typeface="+mn-cs"/>
          </a:endParaRPr>
        </a:p>
      </dgm:t>
    </dgm:pt>
    <dgm:pt modelId="{9F4BF4A3-F1F7-4756-959B-B241AA9CE4D6}" type="parTrans" cxnId="{310A1D0E-FFF3-40A2-BFFD-DB6A8CE82597}">
      <dgm:prSet/>
      <dgm:spPr>
        <a:noFill/>
        <a:ln w="15875" cap="flat" cmpd="sng" algn="ctr">
          <a:solidFill>
            <a:srgbClr val="5EC795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9B825252-6981-4AF7-B110-BE8BF88BDE51}" type="sibTrans" cxnId="{310A1D0E-FFF3-40A2-BFFD-DB6A8CE82597}">
      <dgm:prSet/>
      <dgm:spPr/>
      <dgm:t>
        <a:bodyPr/>
        <a:lstStyle/>
        <a:p>
          <a:endParaRPr lang="en-US"/>
        </a:p>
      </dgm:t>
    </dgm:pt>
    <dgm:pt modelId="{B3DBFC18-7D6C-459F-B98E-6B4C25C25F24}">
      <dgm:prSet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5875" cap="flat" cmpd="sng" algn="ctr">
          <a:solidFill>
            <a:srgbClr val="5EC795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64770" tIns="64770" rIns="64770" bIns="64770" numCol="1" spcCol="1270" anchor="ctr" anchorCtr="0"/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/>
              <a:ea typeface="+mn-ea"/>
              <a:cs typeface="+mn-cs"/>
            </a:rPr>
            <a:t>Prehľad termínov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/>
            <a:ea typeface="+mn-ea"/>
            <a:cs typeface="+mn-cs"/>
          </a:endParaRPr>
        </a:p>
      </dgm:t>
    </dgm:pt>
    <dgm:pt modelId="{CEB0761D-4A76-48D0-AA9C-8C37FA078788}" type="parTrans" cxnId="{EE88F583-7162-4B39-A754-D46362183B80}">
      <dgm:prSet/>
      <dgm:spPr>
        <a:noFill/>
        <a:ln w="15875" cap="flat" cmpd="sng" algn="ctr">
          <a:solidFill>
            <a:srgbClr val="5EC795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941FDC00-B83B-4D7A-A231-57792E9DDA66}" type="sibTrans" cxnId="{EE88F583-7162-4B39-A754-D46362183B80}">
      <dgm:prSet/>
      <dgm:spPr/>
      <dgm:t>
        <a:bodyPr/>
        <a:lstStyle/>
        <a:p>
          <a:endParaRPr lang="en-US"/>
        </a:p>
      </dgm:t>
    </dgm:pt>
    <dgm:pt modelId="{01D30B48-5796-4727-8AB4-8728E5D3522B}">
      <dgm:prSet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5875" cap="flat" cmpd="sng" algn="ctr">
          <a:solidFill>
            <a:srgbClr val="5EC795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64770" tIns="64770" rIns="64770" bIns="64770" numCol="1" spcCol="1270" anchor="ctr" anchorCtr="0"/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/>
              <a:ea typeface="+mn-ea"/>
              <a:cs typeface="+mn-cs"/>
            </a:rPr>
            <a:t>Rezervácia</a:t>
          </a:r>
          <a:r>
            <a:rPr lang="sk-SK" sz="2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/>
              <a:ea typeface="+mn-ea"/>
              <a:cs typeface="+mn-cs"/>
            </a:rPr>
            <a:t> </a:t>
          </a:r>
          <a:r>
            <a:rPr lang="sk-SK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/>
              <a:ea typeface="+mn-ea"/>
              <a:cs typeface="+mn-cs"/>
            </a:rPr>
            <a:t>návštevy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/>
            <a:ea typeface="+mn-ea"/>
            <a:cs typeface="+mn-cs"/>
          </a:endParaRPr>
        </a:p>
      </dgm:t>
    </dgm:pt>
    <dgm:pt modelId="{179767CE-1AB3-49A8-BD0B-0C64FB322CDB}" type="parTrans" cxnId="{FDCE28A2-445C-464A-A854-09AAF578CAF2}">
      <dgm:prSet/>
      <dgm:spPr>
        <a:noFill/>
        <a:ln w="15875" cap="flat" cmpd="sng" algn="ctr">
          <a:solidFill>
            <a:srgbClr val="5EC795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724DE7FC-C924-4898-AA5C-3D42F076F3D0}" type="sibTrans" cxnId="{FDCE28A2-445C-464A-A854-09AAF578CAF2}">
      <dgm:prSet/>
      <dgm:spPr/>
      <dgm:t>
        <a:bodyPr/>
        <a:lstStyle/>
        <a:p>
          <a:endParaRPr lang="en-US"/>
        </a:p>
      </dgm:t>
    </dgm:pt>
    <dgm:pt modelId="{5A25BD11-CAE5-4D08-8D79-F4D231CEC518}">
      <dgm:prSet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5875" cap="flat" cmpd="sng" algn="ctr">
          <a:solidFill>
            <a:srgbClr val="4DADC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57150" tIns="57150" rIns="57150" bIns="57150" numCol="1" spcCol="1270" anchor="ctr" anchorCtr="0"/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/>
              <a:ea typeface="+mn-ea"/>
              <a:cs typeface="+mn-cs"/>
            </a:rPr>
            <a:t>Administratívny portál</a:t>
          </a:r>
          <a:endParaRPr lang="en-US" sz="15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/>
            <a:ea typeface="+mn-ea"/>
            <a:cs typeface="+mn-cs"/>
          </a:endParaRPr>
        </a:p>
      </dgm:t>
    </dgm:pt>
    <dgm:pt modelId="{23B2C1B2-833D-4F04-BAB7-2C51366308F1}" type="parTrans" cxnId="{B546EDC4-CFD5-4291-8EB3-9358FAAF3263}">
      <dgm:prSet/>
      <dgm:spPr>
        <a:noFill/>
        <a:ln w="15875" cap="flat" cmpd="sng" algn="ctr">
          <a:solidFill>
            <a:srgbClr val="92D050"/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FF759857-E560-4A93-9A71-1A5DADFFF999}" type="sibTrans" cxnId="{B546EDC4-CFD5-4291-8EB3-9358FAAF3263}">
      <dgm:prSet/>
      <dgm:spPr/>
      <dgm:t>
        <a:bodyPr/>
        <a:lstStyle/>
        <a:p>
          <a:endParaRPr lang="en-US"/>
        </a:p>
      </dgm:t>
    </dgm:pt>
    <dgm:pt modelId="{4B5A1655-227B-46D1-852C-BEBB3461D737}">
      <dgm:prSet custT="1"/>
      <dgm:spPr/>
      <dgm:t>
        <a:bodyPr/>
        <a:lstStyle/>
        <a:p>
          <a:r>
            <a:rPr lang="sk-SK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/>
              <a:ea typeface="+mn-ea"/>
              <a:cs typeface="+mn-cs"/>
            </a:rPr>
            <a:t>Správa</a:t>
          </a:r>
          <a:r>
            <a:rPr lang="sk-SK" sz="2200" kern="1200" dirty="0"/>
            <a:t> </a:t>
          </a:r>
          <a:r>
            <a:rPr lang="sk-SK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/>
              <a:ea typeface="+mn-ea"/>
              <a:cs typeface="+mn-cs"/>
            </a:rPr>
            <a:t>kalendára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/>
            <a:ea typeface="+mn-ea"/>
            <a:cs typeface="+mn-cs"/>
          </a:endParaRPr>
        </a:p>
      </dgm:t>
    </dgm:pt>
    <dgm:pt modelId="{B10510E8-F2E9-4397-8C1C-5C946CA89D6D}" type="parTrans" cxnId="{0DA312BE-671F-4BD0-864E-C085DC054E0B}">
      <dgm:prSet/>
      <dgm:spPr/>
      <dgm:t>
        <a:bodyPr/>
        <a:lstStyle/>
        <a:p>
          <a:endParaRPr lang="en-US"/>
        </a:p>
      </dgm:t>
    </dgm:pt>
    <dgm:pt modelId="{E2C7ED9B-608B-4750-AA2B-5FD55F760B2B}" type="sibTrans" cxnId="{0DA312BE-671F-4BD0-864E-C085DC054E0B}">
      <dgm:prSet/>
      <dgm:spPr/>
      <dgm:t>
        <a:bodyPr/>
        <a:lstStyle/>
        <a:p>
          <a:endParaRPr lang="en-US"/>
        </a:p>
      </dgm:t>
    </dgm:pt>
    <dgm:pt modelId="{E9548930-E6EE-4228-815E-98D2EB40A014}">
      <dgm:prSet custT="1"/>
      <dgm:spPr/>
      <dgm:t>
        <a:bodyPr/>
        <a:lstStyle/>
        <a:p>
          <a:r>
            <a:rPr lang="sk-SK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/>
              <a:ea typeface="+mn-ea"/>
              <a:cs typeface="+mn-cs"/>
            </a:rPr>
            <a:t>Správa</a:t>
          </a:r>
          <a:r>
            <a:rPr lang="sk-SK" sz="2200" kern="1200" dirty="0"/>
            <a:t> </a:t>
          </a:r>
          <a:r>
            <a:rPr lang="sk-SK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/>
              <a:ea typeface="+mn-ea"/>
              <a:cs typeface="+mn-cs"/>
            </a:rPr>
            <a:t>záznamov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/>
            <a:ea typeface="+mn-ea"/>
            <a:cs typeface="+mn-cs"/>
          </a:endParaRPr>
        </a:p>
      </dgm:t>
    </dgm:pt>
    <dgm:pt modelId="{E1EE9B28-4BFF-4D2B-BDE2-06F611981674}" type="parTrans" cxnId="{BF55C116-8850-47F0-B1A4-5CD6E6415983}">
      <dgm:prSet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endParaRPr lang="en-US"/>
        </a:p>
      </dgm:t>
    </dgm:pt>
    <dgm:pt modelId="{A170F6BE-73C8-4AE4-AD68-2B9981612EC9}" type="sibTrans" cxnId="{BF55C116-8850-47F0-B1A4-5CD6E6415983}">
      <dgm:prSet/>
      <dgm:spPr/>
      <dgm:t>
        <a:bodyPr/>
        <a:lstStyle/>
        <a:p>
          <a:endParaRPr lang="en-US"/>
        </a:p>
      </dgm:t>
    </dgm:pt>
    <dgm:pt modelId="{7A325A8F-CD63-4CF6-BEE5-B597899FCA4B}">
      <dgm:prSet custT="1"/>
      <dgm:spPr/>
      <dgm:t>
        <a:bodyPr/>
        <a:lstStyle/>
        <a:p>
          <a:r>
            <a:rPr lang="sk-SK" sz="1500" dirty="0"/>
            <a:t>Pacientsky portál</a:t>
          </a:r>
          <a:endParaRPr lang="en-US" sz="1500" dirty="0"/>
        </a:p>
      </dgm:t>
    </dgm:pt>
    <dgm:pt modelId="{B76EC083-DFA4-4D8B-BBE7-95D70A231735}" type="parTrans" cxnId="{945A374F-BB38-4593-9517-67C0A6AE6355}">
      <dgm:prSet/>
      <dgm:spPr>
        <a:solidFill>
          <a:srgbClr val="92D050"/>
        </a:solidFill>
        <a:ln>
          <a:solidFill>
            <a:srgbClr val="92D050"/>
          </a:solidFill>
        </a:ln>
      </dgm:spPr>
      <dgm:t>
        <a:bodyPr/>
        <a:lstStyle/>
        <a:p>
          <a:endParaRPr lang="en-US"/>
        </a:p>
      </dgm:t>
    </dgm:pt>
    <dgm:pt modelId="{794BD854-E4BA-4BD0-8996-88D00296E3FC}" type="sibTrans" cxnId="{945A374F-BB38-4593-9517-67C0A6AE6355}">
      <dgm:prSet/>
      <dgm:spPr/>
      <dgm:t>
        <a:bodyPr/>
        <a:lstStyle/>
        <a:p>
          <a:endParaRPr lang="en-US"/>
        </a:p>
      </dgm:t>
    </dgm:pt>
    <dgm:pt modelId="{E51650F2-5325-4C87-8C48-A31C5A056977}" type="pres">
      <dgm:prSet presAssocID="{7B801307-CE49-48A6-B875-1DF97EAA6D0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1440664-F21D-4712-83AC-ECE79C01C680}" type="pres">
      <dgm:prSet presAssocID="{E0A5259E-41F6-4659-81BA-B4AF446A31C3}" presName="hierRoot1" presStyleCnt="0"/>
      <dgm:spPr/>
    </dgm:pt>
    <dgm:pt modelId="{D402266D-6E2B-4CC8-B131-B5D58AFEB6A4}" type="pres">
      <dgm:prSet presAssocID="{E0A5259E-41F6-4659-81BA-B4AF446A31C3}" presName="composite" presStyleCnt="0"/>
      <dgm:spPr/>
    </dgm:pt>
    <dgm:pt modelId="{E00636BA-9BB6-4834-B4F9-B898DF9DF1BF}" type="pres">
      <dgm:prSet presAssocID="{E0A5259E-41F6-4659-81BA-B4AF446A31C3}" presName="background" presStyleLbl="node0" presStyleIdx="0" presStyleCnt="1"/>
      <dgm:spPr>
        <a:xfrm>
          <a:off x="1885311" y="1509952"/>
          <a:ext cx="1539942" cy="977863"/>
        </a:xfrm>
        <a:prstGeom prst="roundRect">
          <a:avLst>
            <a:gd name="adj" fmla="val 10000"/>
          </a:avLst>
        </a:prstGeom>
        <a:solidFill>
          <a:srgbClr val="92D050"/>
        </a:solidFill>
        <a:ln w="2222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</dgm:pt>
    <dgm:pt modelId="{ED547C46-EAF4-4FE6-A1E6-D24D07004785}" type="pres">
      <dgm:prSet presAssocID="{E0A5259E-41F6-4659-81BA-B4AF446A31C3}" presName="text" presStyleLbl="fgAcc0" presStyleIdx="0" presStyleCnt="1">
        <dgm:presLayoutVars>
          <dgm:chPref val="3"/>
        </dgm:presLayoutVars>
      </dgm:prSet>
      <dgm:spPr/>
    </dgm:pt>
    <dgm:pt modelId="{AF0030FE-078C-438A-B212-EAFCA9BC8233}" type="pres">
      <dgm:prSet presAssocID="{E0A5259E-41F6-4659-81BA-B4AF446A31C3}" presName="hierChild2" presStyleCnt="0"/>
      <dgm:spPr/>
    </dgm:pt>
    <dgm:pt modelId="{CAFF84E9-68AD-4800-B2A1-909B87FDADCE}" type="pres">
      <dgm:prSet presAssocID="{B76EC083-DFA4-4D8B-BBE7-95D70A231735}" presName="Name10" presStyleLbl="parChTrans1D2" presStyleIdx="0" presStyleCnt="2"/>
      <dgm:spPr/>
    </dgm:pt>
    <dgm:pt modelId="{F169C3E5-BDAF-46F1-B930-E65277A18489}" type="pres">
      <dgm:prSet presAssocID="{7A325A8F-CD63-4CF6-BEE5-B597899FCA4B}" presName="hierRoot2" presStyleCnt="0"/>
      <dgm:spPr/>
    </dgm:pt>
    <dgm:pt modelId="{A4670589-0517-4586-B06F-00AB22CF7DA6}" type="pres">
      <dgm:prSet presAssocID="{7A325A8F-CD63-4CF6-BEE5-B597899FCA4B}" presName="composite2" presStyleCnt="0"/>
      <dgm:spPr/>
    </dgm:pt>
    <dgm:pt modelId="{877150CE-1506-4FF7-B0C8-E168C826700B}" type="pres">
      <dgm:prSet presAssocID="{7A325A8F-CD63-4CF6-BEE5-B597899FCA4B}" presName="background2" presStyleLbl="node2" presStyleIdx="0" presStyleCnt="2"/>
      <dgm:spPr/>
    </dgm:pt>
    <dgm:pt modelId="{54E502FF-189E-4B43-8B4D-DE4009B0989C}" type="pres">
      <dgm:prSet presAssocID="{7A325A8F-CD63-4CF6-BEE5-B597899FCA4B}" presName="text2" presStyleLbl="fgAcc2" presStyleIdx="0" presStyleCnt="2">
        <dgm:presLayoutVars>
          <dgm:chPref val="3"/>
        </dgm:presLayoutVars>
      </dgm:prSet>
      <dgm:spPr/>
    </dgm:pt>
    <dgm:pt modelId="{4FC155FF-F6C6-43B9-A769-303BB535722F}" type="pres">
      <dgm:prSet presAssocID="{7A325A8F-CD63-4CF6-BEE5-B597899FCA4B}" presName="hierChild3" presStyleCnt="0"/>
      <dgm:spPr/>
    </dgm:pt>
    <dgm:pt modelId="{EBB3C75C-8CA6-4ACE-832D-5804DF2B609C}" type="pres">
      <dgm:prSet presAssocID="{9F4BF4A3-F1F7-4756-959B-B241AA9CE4D6}" presName="Name17" presStyleLbl="parChTrans1D3" presStyleIdx="0" presStyleCnt="5"/>
      <dgm:spPr>
        <a:xfrm>
          <a:off x="773131" y="3200680"/>
          <a:ext cx="1882151" cy="447866"/>
        </a:xfrm>
        <a:custGeom>
          <a:avLst/>
          <a:gdLst/>
          <a:ahLst/>
          <a:cxnLst/>
          <a:rect l="0" t="0" r="0" b="0"/>
          <a:pathLst>
            <a:path>
              <a:moveTo>
                <a:pt x="1882151" y="0"/>
              </a:moveTo>
              <a:lnTo>
                <a:pt x="1882151" y="305207"/>
              </a:lnTo>
              <a:lnTo>
                <a:pt x="0" y="305207"/>
              </a:lnTo>
              <a:lnTo>
                <a:pt x="0" y="447866"/>
              </a:lnTo>
            </a:path>
          </a:pathLst>
        </a:custGeom>
      </dgm:spPr>
    </dgm:pt>
    <dgm:pt modelId="{047FCA25-3BF3-425F-BCCF-114C59650522}" type="pres">
      <dgm:prSet presAssocID="{86C50E28-1961-4B26-98C4-969F8B1B764F}" presName="hierRoot3" presStyleCnt="0"/>
      <dgm:spPr/>
    </dgm:pt>
    <dgm:pt modelId="{0D40AEDA-65C1-4E41-AA07-43A3BF229521}" type="pres">
      <dgm:prSet presAssocID="{86C50E28-1961-4B26-98C4-969F8B1B764F}" presName="composite3" presStyleCnt="0"/>
      <dgm:spPr/>
    </dgm:pt>
    <dgm:pt modelId="{FEE6B1F7-E40A-4652-866C-1B42912FDB91}" type="pres">
      <dgm:prSet presAssocID="{86C50E28-1961-4B26-98C4-969F8B1B764F}" presName="background3" presStyleLbl="node3" presStyleIdx="0" presStyleCnt="5"/>
      <dgm:spPr>
        <a:xfrm>
          <a:off x="3160" y="3648546"/>
          <a:ext cx="1539942" cy="977863"/>
        </a:xfrm>
        <a:prstGeom prst="roundRect">
          <a:avLst>
            <a:gd name="adj" fmla="val 10000"/>
          </a:avLst>
        </a:prstGeom>
        <a:solidFill>
          <a:srgbClr val="5EC795">
            <a:hueOff val="0"/>
            <a:satOff val="0"/>
            <a:lumOff val="0"/>
            <a:alphaOff val="0"/>
          </a:srgbClr>
        </a:solidFill>
        <a:ln w="2222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</dgm:pt>
    <dgm:pt modelId="{CA1F5F0D-301A-4634-B38E-1C023E293A28}" type="pres">
      <dgm:prSet presAssocID="{86C50E28-1961-4B26-98C4-969F8B1B764F}" presName="text3" presStyleLbl="fgAcc3" presStyleIdx="0" presStyleCnt="5">
        <dgm:presLayoutVars>
          <dgm:chPref val="3"/>
        </dgm:presLayoutVars>
      </dgm:prSet>
      <dgm:spPr>
        <a:xfrm>
          <a:off x="174264" y="3811096"/>
          <a:ext cx="1539942" cy="977863"/>
        </a:xfrm>
        <a:prstGeom prst="roundRect">
          <a:avLst>
            <a:gd name="adj" fmla="val 10000"/>
          </a:avLst>
        </a:prstGeom>
      </dgm:spPr>
    </dgm:pt>
    <dgm:pt modelId="{7364934B-245D-4630-9AD5-2C135DE1856F}" type="pres">
      <dgm:prSet presAssocID="{86C50E28-1961-4B26-98C4-969F8B1B764F}" presName="hierChild4" presStyleCnt="0"/>
      <dgm:spPr/>
    </dgm:pt>
    <dgm:pt modelId="{DE28A2EE-C62A-43DD-8050-91B21061EB70}" type="pres">
      <dgm:prSet presAssocID="{CEB0761D-4A76-48D0-AA9C-8C37FA078788}" presName="Name17" presStyleLbl="parChTrans1D3" presStyleIdx="1" presStyleCnt="5"/>
      <dgm:spPr>
        <a:xfrm>
          <a:off x="2609563" y="3200680"/>
          <a:ext cx="91440" cy="44786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47866"/>
              </a:lnTo>
            </a:path>
          </a:pathLst>
        </a:custGeom>
      </dgm:spPr>
    </dgm:pt>
    <dgm:pt modelId="{00703F61-7501-4C59-B524-ECCD929E0BDE}" type="pres">
      <dgm:prSet presAssocID="{B3DBFC18-7D6C-459F-B98E-6B4C25C25F24}" presName="hierRoot3" presStyleCnt="0"/>
      <dgm:spPr/>
    </dgm:pt>
    <dgm:pt modelId="{AAF6A243-F376-43FE-B2D4-E0D791A37F0E}" type="pres">
      <dgm:prSet presAssocID="{B3DBFC18-7D6C-459F-B98E-6B4C25C25F24}" presName="composite3" presStyleCnt="0"/>
      <dgm:spPr/>
    </dgm:pt>
    <dgm:pt modelId="{C1D03790-1868-4C7E-847E-D14B1997074B}" type="pres">
      <dgm:prSet presAssocID="{B3DBFC18-7D6C-459F-B98E-6B4C25C25F24}" presName="background3" presStyleLbl="node3" presStyleIdx="1" presStyleCnt="5"/>
      <dgm:spPr>
        <a:xfrm>
          <a:off x="1885311" y="3648546"/>
          <a:ext cx="1539942" cy="977863"/>
        </a:xfrm>
        <a:prstGeom prst="roundRect">
          <a:avLst>
            <a:gd name="adj" fmla="val 10000"/>
          </a:avLst>
        </a:prstGeom>
        <a:solidFill>
          <a:srgbClr val="5EC795">
            <a:hueOff val="0"/>
            <a:satOff val="0"/>
            <a:lumOff val="0"/>
            <a:alphaOff val="0"/>
          </a:srgbClr>
        </a:solidFill>
        <a:ln w="2222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</dgm:pt>
    <dgm:pt modelId="{113D8BD1-9DCB-4CAF-93E1-326B489FD8AE}" type="pres">
      <dgm:prSet presAssocID="{B3DBFC18-7D6C-459F-B98E-6B4C25C25F24}" presName="text3" presStyleLbl="fgAcc3" presStyleIdx="1" presStyleCnt="5">
        <dgm:presLayoutVars>
          <dgm:chPref val="3"/>
        </dgm:presLayoutVars>
      </dgm:prSet>
      <dgm:spPr>
        <a:xfrm>
          <a:off x="2056416" y="3811096"/>
          <a:ext cx="1539942" cy="977863"/>
        </a:xfrm>
        <a:prstGeom prst="roundRect">
          <a:avLst>
            <a:gd name="adj" fmla="val 10000"/>
          </a:avLst>
        </a:prstGeom>
      </dgm:spPr>
    </dgm:pt>
    <dgm:pt modelId="{C5F95D4F-A054-423E-ADC8-981018682CA2}" type="pres">
      <dgm:prSet presAssocID="{B3DBFC18-7D6C-459F-B98E-6B4C25C25F24}" presName="hierChild4" presStyleCnt="0"/>
      <dgm:spPr/>
    </dgm:pt>
    <dgm:pt modelId="{F3381AC4-83E8-405A-B85D-E3A200F2AB1E}" type="pres">
      <dgm:prSet presAssocID="{179767CE-1AB3-49A8-BD0B-0C64FB322CDB}" presName="Name17" presStyleLbl="parChTrans1D3" presStyleIdx="2" presStyleCnt="5"/>
      <dgm:spPr>
        <a:xfrm>
          <a:off x="2655283" y="3200680"/>
          <a:ext cx="1882151" cy="4478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207"/>
              </a:lnTo>
              <a:lnTo>
                <a:pt x="1882151" y="305207"/>
              </a:lnTo>
              <a:lnTo>
                <a:pt x="1882151" y="447866"/>
              </a:lnTo>
            </a:path>
          </a:pathLst>
        </a:custGeom>
      </dgm:spPr>
    </dgm:pt>
    <dgm:pt modelId="{6DE40F5E-B70C-44F2-84F9-24D3006A0812}" type="pres">
      <dgm:prSet presAssocID="{01D30B48-5796-4727-8AB4-8728E5D3522B}" presName="hierRoot3" presStyleCnt="0"/>
      <dgm:spPr/>
    </dgm:pt>
    <dgm:pt modelId="{C1F29B7A-9FF5-435A-BAB5-D5D181345A9F}" type="pres">
      <dgm:prSet presAssocID="{01D30B48-5796-4727-8AB4-8728E5D3522B}" presName="composite3" presStyleCnt="0"/>
      <dgm:spPr/>
    </dgm:pt>
    <dgm:pt modelId="{2ED9699D-EEF4-41FC-9FBD-9A0E91A436D9}" type="pres">
      <dgm:prSet presAssocID="{01D30B48-5796-4727-8AB4-8728E5D3522B}" presName="background3" presStyleLbl="node3" presStyleIdx="2" presStyleCnt="5"/>
      <dgm:spPr>
        <a:xfrm>
          <a:off x="3767463" y="3648546"/>
          <a:ext cx="1539942" cy="977863"/>
        </a:xfrm>
        <a:prstGeom prst="roundRect">
          <a:avLst>
            <a:gd name="adj" fmla="val 10000"/>
          </a:avLst>
        </a:prstGeom>
        <a:solidFill>
          <a:srgbClr val="5EC795">
            <a:hueOff val="0"/>
            <a:satOff val="0"/>
            <a:lumOff val="0"/>
            <a:alphaOff val="0"/>
          </a:srgbClr>
        </a:solidFill>
        <a:ln w="2222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</dgm:pt>
    <dgm:pt modelId="{D2D86782-E476-4315-9D90-01B9188D9A6A}" type="pres">
      <dgm:prSet presAssocID="{01D30B48-5796-4727-8AB4-8728E5D3522B}" presName="text3" presStyleLbl="fgAcc3" presStyleIdx="2" presStyleCnt="5">
        <dgm:presLayoutVars>
          <dgm:chPref val="3"/>
        </dgm:presLayoutVars>
      </dgm:prSet>
      <dgm:spPr>
        <a:xfrm>
          <a:off x="3938568" y="3811096"/>
          <a:ext cx="1539942" cy="977863"/>
        </a:xfrm>
        <a:prstGeom prst="roundRect">
          <a:avLst>
            <a:gd name="adj" fmla="val 10000"/>
          </a:avLst>
        </a:prstGeom>
      </dgm:spPr>
    </dgm:pt>
    <dgm:pt modelId="{E92C7AC3-E89C-4DD3-969E-3C04A443CC1D}" type="pres">
      <dgm:prSet presAssocID="{01D30B48-5796-4727-8AB4-8728E5D3522B}" presName="hierChild4" presStyleCnt="0"/>
      <dgm:spPr/>
    </dgm:pt>
    <dgm:pt modelId="{872B6060-F4E4-4CA9-A0FD-939830BD3B41}" type="pres">
      <dgm:prSet presAssocID="{23B2C1B2-833D-4F04-BAB7-2C51366308F1}" presName="Name10" presStyleLbl="parChTrans1D2" presStyleIdx="1" presStyleCnt="2"/>
      <dgm:spPr>
        <a:xfrm>
          <a:off x="5007972" y="1774950"/>
          <a:ext cx="2352689" cy="4478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207"/>
              </a:lnTo>
              <a:lnTo>
                <a:pt x="2352689" y="305207"/>
              </a:lnTo>
              <a:lnTo>
                <a:pt x="2352689" y="447866"/>
              </a:lnTo>
            </a:path>
          </a:pathLst>
        </a:custGeom>
      </dgm:spPr>
    </dgm:pt>
    <dgm:pt modelId="{0AD5B418-5E08-42DA-96D6-B22667938D13}" type="pres">
      <dgm:prSet presAssocID="{5A25BD11-CAE5-4D08-8D79-F4D231CEC518}" presName="hierRoot2" presStyleCnt="0"/>
      <dgm:spPr/>
    </dgm:pt>
    <dgm:pt modelId="{BA9AD3BB-BA5A-40CD-86ED-346DBC427CD2}" type="pres">
      <dgm:prSet presAssocID="{5A25BD11-CAE5-4D08-8D79-F4D231CEC518}" presName="composite2" presStyleCnt="0"/>
      <dgm:spPr/>
    </dgm:pt>
    <dgm:pt modelId="{62E72D48-D2F6-4274-9D8E-AC1B943AF0BC}" type="pres">
      <dgm:prSet presAssocID="{5A25BD11-CAE5-4D08-8D79-F4D231CEC518}" presName="background2" presStyleLbl="node2" presStyleIdx="1" presStyleCnt="2"/>
      <dgm:spPr>
        <a:xfrm>
          <a:off x="6590690" y="2222817"/>
          <a:ext cx="1539942" cy="977863"/>
        </a:xfrm>
        <a:prstGeom prst="roundRect">
          <a:avLst>
            <a:gd name="adj" fmla="val 10000"/>
          </a:avLst>
        </a:prstGeom>
        <a:solidFill>
          <a:srgbClr val="4DADCF">
            <a:hueOff val="0"/>
            <a:satOff val="0"/>
            <a:lumOff val="0"/>
            <a:alphaOff val="0"/>
          </a:srgbClr>
        </a:solidFill>
        <a:ln w="2222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</dgm:pt>
    <dgm:pt modelId="{D682DDB7-0493-4D3B-BE9F-F3B77EC84507}" type="pres">
      <dgm:prSet presAssocID="{5A25BD11-CAE5-4D08-8D79-F4D231CEC518}" presName="text2" presStyleLbl="fgAcc2" presStyleIdx="1" presStyleCnt="2">
        <dgm:presLayoutVars>
          <dgm:chPref val="3"/>
        </dgm:presLayoutVars>
      </dgm:prSet>
      <dgm:spPr>
        <a:xfrm>
          <a:off x="6761795" y="2385366"/>
          <a:ext cx="1539942" cy="977863"/>
        </a:xfrm>
        <a:prstGeom prst="roundRect">
          <a:avLst>
            <a:gd name="adj" fmla="val 10000"/>
          </a:avLst>
        </a:prstGeom>
      </dgm:spPr>
    </dgm:pt>
    <dgm:pt modelId="{C29A6606-EBD5-43A6-A371-C46FCB254BC1}" type="pres">
      <dgm:prSet presAssocID="{5A25BD11-CAE5-4D08-8D79-F4D231CEC518}" presName="hierChild3" presStyleCnt="0"/>
      <dgm:spPr/>
    </dgm:pt>
    <dgm:pt modelId="{F823274A-F718-4A8C-B548-2165A0FC6078}" type="pres">
      <dgm:prSet presAssocID="{B10510E8-F2E9-4397-8C1C-5C946CA89D6D}" presName="Name17" presStyleLbl="parChTrans1D3" presStyleIdx="3" presStyleCnt="5"/>
      <dgm:spPr/>
    </dgm:pt>
    <dgm:pt modelId="{408C70C8-5B02-47E6-90A6-9B3A354A672F}" type="pres">
      <dgm:prSet presAssocID="{4B5A1655-227B-46D1-852C-BEBB3461D737}" presName="hierRoot3" presStyleCnt="0"/>
      <dgm:spPr/>
    </dgm:pt>
    <dgm:pt modelId="{FFBCF40B-31FD-4686-8045-C91DFBE6E7B9}" type="pres">
      <dgm:prSet presAssocID="{4B5A1655-227B-46D1-852C-BEBB3461D737}" presName="composite3" presStyleCnt="0"/>
      <dgm:spPr/>
    </dgm:pt>
    <dgm:pt modelId="{A8CB4F81-FF69-4A0B-A27B-1946FB954873}" type="pres">
      <dgm:prSet presAssocID="{4B5A1655-227B-46D1-852C-BEBB3461D737}" presName="background3" presStyleLbl="node3" presStyleIdx="3" presStyleCnt="5"/>
      <dgm:spPr/>
    </dgm:pt>
    <dgm:pt modelId="{1DE0426A-7448-4AB8-8E25-565FFF7964D5}" type="pres">
      <dgm:prSet presAssocID="{4B5A1655-227B-46D1-852C-BEBB3461D737}" presName="text3" presStyleLbl="fgAcc3" presStyleIdx="3" presStyleCnt="5">
        <dgm:presLayoutVars>
          <dgm:chPref val="3"/>
        </dgm:presLayoutVars>
      </dgm:prSet>
      <dgm:spPr/>
    </dgm:pt>
    <dgm:pt modelId="{7C522A19-DA00-48AE-ADBF-AE92F3E87A08}" type="pres">
      <dgm:prSet presAssocID="{4B5A1655-227B-46D1-852C-BEBB3461D737}" presName="hierChild4" presStyleCnt="0"/>
      <dgm:spPr/>
    </dgm:pt>
    <dgm:pt modelId="{19CBEAFA-F720-4FF8-85C3-EE952442044F}" type="pres">
      <dgm:prSet presAssocID="{E1EE9B28-4BFF-4D2B-BDE2-06F611981674}" presName="Name17" presStyleLbl="parChTrans1D3" presStyleIdx="4" presStyleCnt="5"/>
      <dgm:spPr/>
    </dgm:pt>
    <dgm:pt modelId="{1D4F52BF-21B5-433C-86E4-E908256700E8}" type="pres">
      <dgm:prSet presAssocID="{E9548930-E6EE-4228-815E-98D2EB40A014}" presName="hierRoot3" presStyleCnt="0"/>
      <dgm:spPr/>
    </dgm:pt>
    <dgm:pt modelId="{70B36D01-396B-41E5-A6BE-47B37A989468}" type="pres">
      <dgm:prSet presAssocID="{E9548930-E6EE-4228-815E-98D2EB40A014}" presName="composite3" presStyleCnt="0"/>
      <dgm:spPr/>
    </dgm:pt>
    <dgm:pt modelId="{2FC3F9B4-A260-4EAD-9451-1A57ADE6FB08}" type="pres">
      <dgm:prSet presAssocID="{E9548930-E6EE-4228-815E-98D2EB40A014}" presName="background3" presStyleLbl="node3" presStyleIdx="4" presStyleCnt="5"/>
      <dgm:spPr/>
    </dgm:pt>
    <dgm:pt modelId="{338D459D-7F9E-4A63-AE8E-6B3ED42F6687}" type="pres">
      <dgm:prSet presAssocID="{E9548930-E6EE-4228-815E-98D2EB40A014}" presName="text3" presStyleLbl="fgAcc3" presStyleIdx="4" presStyleCnt="5">
        <dgm:presLayoutVars>
          <dgm:chPref val="3"/>
        </dgm:presLayoutVars>
      </dgm:prSet>
      <dgm:spPr/>
    </dgm:pt>
    <dgm:pt modelId="{B43046C5-7BDF-4BCB-938A-F5646D4E1D2A}" type="pres">
      <dgm:prSet presAssocID="{E9548930-E6EE-4228-815E-98D2EB40A014}" presName="hierChild4" presStyleCnt="0"/>
      <dgm:spPr/>
    </dgm:pt>
  </dgm:ptLst>
  <dgm:cxnLst>
    <dgm:cxn modelId="{310A1D0E-FFF3-40A2-BFFD-DB6A8CE82597}" srcId="{7A325A8F-CD63-4CF6-BEE5-B597899FCA4B}" destId="{86C50E28-1961-4B26-98C4-969F8B1B764F}" srcOrd="0" destOrd="0" parTransId="{9F4BF4A3-F1F7-4756-959B-B241AA9CE4D6}" sibTransId="{9B825252-6981-4AF7-B110-BE8BF88BDE51}"/>
    <dgm:cxn modelId="{BF55C116-8850-47F0-B1A4-5CD6E6415983}" srcId="{5A25BD11-CAE5-4D08-8D79-F4D231CEC518}" destId="{E9548930-E6EE-4228-815E-98D2EB40A014}" srcOrd="1" destOrd="0" parTransId="{E1EE9B28-4BFF-4D2B-BDE2-06F611981674}" sibTransId="{A170F6BE-73C8-4AE4-AD68-2B9981612EC9}"/>
    <dgm:cxn modelId="{03C3F223-4CFC-4544-81A3-2F0F1CF31C26}" type="presOf" srcId="{4B5A1655-227B-46D1-852C-BEBB3461D737}" destId="{1DE0426A-7448-4AB8-8E25-565FFF7964D5}" srcOrd="0" destOrd="0" presId="urn:microsoft.com/office/officeart/2005/8/layout/hierarchy1"/>
    <dgm:cxn modelId="{025ABC63-4F27-4DA6-86FC-F53BBA104558}" srcId="{7B801307-CE49-48A6-B875-1DF97EAA6D01}" destId="{E0A5259E-41F6-4659-81BA-B4AF446A31C3}" srcOrd="0" destOrd="0" parTransId="{D6B24DC1-0B0A-43F6-AADF-BBFD521F8433}" sibTransId="{A6EA178E-8B38-4A4C-A885-8A59635952D0}"/>
    <dgm:cxn modelId="{F0B5EC43-1BE8-443C-9788-C7DC6E95FAAE}" type="presOf" srcId="{B10510E8-F2E9-4397-8C1C-5C946CA89D6D}" destId="{F823274A-F718-4A8C-B548-2165A0FC6078}" srcOrd="0" destOrd="0" presId="urn:microsoft.com/office/officeart/2005/8/layout/hierarchy1"/>
    <dgm:cxn modelId="{945A374F-BB38-4593-9517-67C0A6AE6355}" srcId="{E0A5259E-41F6-4659-81BA-B4AF446A31C3}" destId="{7A325A8F-CD63-4CF6-BEE5-B597899FCA4B}" srcOrd="0" destOrd="0" parTransId="{B76EC083-DFA4-4D8B-BBE7-95D70A231735}" sibTransId="{794BD854-E4BA-4BD0-8996-88D00296E3FC}"/>
    <dgm:cxn modelId="{D22FD94F-E1FC-43B9-8571-33E44031B818}" type="presOf" srcId="{CEB0761D-4A76-48D0-AA9C-8C37FA078788}" destId="{DE28A2EE-C62A-43DD-8050-91B21061EB70}" srcOrd="0" destOrd="0" presId="urn:microsoft.com/office/officeart/2005/8/layout/hierarchy1"/>
    <dgm:cxn modelId="{21953750-4C34-4DC5-8AE1-AA9F4B5F943F}" type="presOf" srcId="{86C50E28-1961-4B26-98C4-969F8B1B764F}" destId="{CA1F5F0D-301A-4634-B38E-1C023E293A28}" srcOrd="0" destOrd="0" presId="urn:microsoft.com/office/officeart/2005/8/layout/hierarchy1"/>
    <dgm:cxn modelId="{F1741375-7ECA-4D70-AEF4-EBFAAF6DD2EE}" type="presOf" srcId="{5A25BD11-CAE5-4D08-8D79-F4D231CEC518}" destId="{D682DDB7-0493-4D3B-BE9F-F3B77EC84507}" srcOrd="0" destOrd="0" presId="urn:microsoft.com/office/officeart/2005/8/layout/hierarchy1"/>
    <dgm:cxn modelId="{3478C676-5E4A-4F04-9B5B-DF201CDF7594}" type="presOf" srcId="{9F4BF4A3-F1F7-4756-959B-B241AA9CE4D6}" destId="{EBB3C75C-8CA6-4ACE-832D-5804DF2B609C}" srcOrd="0" destOrd="0" presId="urn:microsoft.com/office/officeart/2005/8/layout/hierarchy1"/>
    <dgm:cxn modelId="{8BAC3083-7E1B-4A1A-A544-52DB9F59804B}" type="presOf" srcId="{E1EE9B28-4BFF-4D2B-BDE2-06F611981674}" destId="{19CBEAFA-F720-4FF8-85C3-EE952442044F}" srcOrd="0" destOrd="0" presId="urn:microsoft.com/office/officeart/2005/8/layout/hierarchy1"/>
    <dgm:cxn modelId="{EE88F583-7162-4B39-A754-D46362183B80}" srcId="{7A325A8F-CD63-4CF6-BEE5-B597899FCA4B}" destId="{B3DBFC18-7D6C-459F-B98E-6B4C25C25F24}" srcOrd="1" destOrd="0" parTransId="{CEB0761D-4A76-48D0-AA9C-8C37FA078788}" sibTransId="{941FDC00-B83B-4D7A-A231-57792E9DDA66}"/>
    <dgm:cxn modelId="{821D238F-CC1B-48BD-966A-B01A6356EB0C}" type="presOf" srcId="{B76EC083-DFA4-4D8B-BBE7-95D70A231735}" destId="{CAFF84E9-68AD-4800-B2A1-909B87FDADCE}" srcOrd="0" destOrd="0" presId="urn:microsoft.com/office/officeart/2005/8/layout/hierarchy1"/>
    <dgm:cxn modelId="{B377C48F-F27D-42BC-8326-E9ACEBAC719D}" type="presOf" srcId="{B3DBFC18-7D6C-459F-B98E-6B4C25C25F24}" destId="{113D8BD1-9DCB-4CAF-93E1-326B489FD8AE}" srcOrd="0" destOrd="0" presId="urn:microsoft.com/office/officeart/2005/8/layout/hierarchy1"/>
    <dgm:cxn modelId="{D2242293-8AC4-4A4E-8CE9-9932A911B3C1}" type="presOf" srcId="{23B2C1B2-833D-4F04-BAB7-2C51366308F1}" destId="{872B6060-F4E4-4CA9-A0FD-939830BD3B41}" srcOrd="0" destOrd="0" presId="urn:microsoft.com/office/officeart/2005/8/layout/hierarchy1"/>
    <dgm:cxn modelId="{FDCE28A2-445C-464A-A854-09AAF578CAF2}" srcId="{7A325A8F-CD63-4CF6-BEE5-B597899FCA4B}" destId="{01D30B48-5796-4727-8AB4-8728E5D3522B}" srcOrd="2" destOrd="0" parTransId="{179767CE-1AB3-49A8-BD0B-0C64FB322CDB}" sibTransId="{724DE7FC-C924-4898-AA5C-3D42F076F3D0}"/>
    <dgm:cxn modelId="{5B05B3BA-126F-46B3-9049-AE782F6EDB5B}" type="presOf" srcId="{7A325A8F-CD63-4CF6-BEE5-B597899FCA4B}" destId="{54E502FF-189E-4B43-8B4D-DE4009B0989C}" srcOrd="0" destOrd="0" presId="urn:microsoft.com/office/officeart/2005/8/layout/hierarchy1"/>
    <dgm:cxn modelId="{0DA312BE-671F-4BD0-864E-C085DC054E0B}" srcId="{5A25BD11-CAE5-4D08-8D79-F4D231CEC518}" destId="{4B5A1655-227B-46D1-852C-BEBB3461D737}" srcOrd="0" destOrd="0" parTransId="{B10510E8-F2E9-4397-8C1C-5C946CA89D6D}" sibTransId="{E2C7ED9B-608B-4750-AA2B-5FD55F760B2B}"/>
    <dgm:cxn modelId="{B546EDC4-CFD5-4291-8EB3-9358FAAF3263}" srcId="{E0A5259E-41F6-4659-81BA-B4AF446A31C3}" destId="{5A25BD11-CAE5-4D08-8D79-F4D231CEC518}" srcOrd="1" destOrd="0" parTransId="{23B2C1B2-833D-4F04-BAB7-2C51366308F1}" sibTransId="{FF759857-E560-4A93-9A71-1A5DADFFF999}"/>
    <dgm:cxn modelId="{B11E91CA-301C-453E-9A4E-6CB9512B7ACE}" type="presOf" srcId="{7B801307-CE49-48A6-B875-1DF97EAA6D01}" destId="{E51650F2-5325-4C87-8C48-A31C5A056977}" srcOrd="0" destOrd="0" presId="urn:microsoft.com/office/officeart/2005/8/layout/hierarchy1"/>
    <dgm:cxn modelId="{B5B995CE-5C1F-4C1E-80AA-0A9C12D324EE}" type="presOf" srcId="{01D30B48-5796-4727-8AB4-8728E5D3522B}" destId="{D2D86782-E476-4315-9D90-01B9188D9A6A}" srcOrd="0" destOrd="0" presId="urn:microsoft.com/office/officeart/2005/8/layout/hierarchy1"/>
    <dgm:cxn modelId="{210822E2-EB07-47F5-9784-7693EDB2A19D}" type="presOf" srcId="{E9548930-E6EE-4228-815E-98D2EB40A014}" destId="{338D459D-7F9E-4A63-AE8E-6B3ED42F6687}" srcOrd="0" destOrd="0" presId="urn:microsoft.com/office/officeart/2005/8/layout/hierarchy1"/>
    <dgm:cxn modelId="{CFCD91E6-E6AB-4B90-95D5-F945B2E5F108}" type="presOf" srcId="{E0A5259E-41F6-4659-81BA-B4AF446A31C3}" destId="{ED547C46-EAF4-4FE6-A1E6-D24D07004785}" srcOrd="0" destOrd="0" presId="urn:microsoft.com/office/officeart/2005/8/layout/hierarchy1"/>
    <dgm:cxn modelId="{428FFDEB-BBCB-4F31-94C5-68CCB1379CC7}" type="presOf" srcId="{179767CE-1AB3-49A8-BD0B-0C64FB322CDB}" destId="{F3381AC4-83E8-405A-B85D-E3A200F2AB1E}" srcOrd="0" destOrd="0" presId="urn:microsoft.com/office/officeart/2005/8/layout/hierarchy1"/>
    <dgm:cxn modelId="{267FC9B9-B6EA-4219-B1A7-B37AAE6D10BB}" type="presParOf" srcId="{E51650F2-5325-4C87-8C48-A31C5A056977}" destId="{21440664-F21D-4712-83AC-ECE79C01C680}" srcOrd="0" destOrd="0" presId="urn:microsoft.com/office/officeart/2005/8/layout/hierarchy1"/>
    <dgm:cxn modelId="{10C77158-A537-4D1C-AC6A-2560F6BC975E}" type="presParOf" srcId="{21440664-F21D-4712-83AC-ECE79C01C680}" destId="{D402266D-6E2B-4CC8-B131-B5D58AFEB6A4}" srcOrd="0" destOrd="0" presId="urn:microsoft.com/office/officeart/2005/8/layout/hierarchy1"/>
    <dgm:cxn modelId="{97AD8072-9C9F-48C4-BDD3-50265326CB75}" type="presParOf" srcId="{D402266D-6E2B-4CC8-B131-B5D58AFEB6A4}" destId="{E00636BA-9BB6-4834-B4F9-B898DF9DF1BF}" srcOrd="0" destOrd="0" presId="urn:microsoft.com/office/officeart/2005/8/layout/hierarchy1"/>
    <dgm:cxn modelId="{E82034E4-BB24-41DE-A700-51F457108F9A}" type="presParOf" srcId="{D402266D-6E2B-4CC8-B131-B5D58AFEB6A4}" destId="{ED547C46-EAF4-4FE6-A1E6-D24D07004785}" srcOrd="1" destOrd="0" presId="urn:microsoft.com/office/officeart/2005/8/layout/hierarchy1"/>
    <dgm:cxn modelId="{BCBDB030-093F-4220-B190-BE3460440EF4}" type="presParOf" srcId="{21440664-F21D-4712-83AC-ECE79C01C680}" destId="{AF0030FE-078C-438A-B212-EAFCA9BC8233}" srcOrd="1" destOrd="0" presId="urn:microsoft.com/office/officeart/2005/8/layout/hierarchy1"/>
    <dgm:cxn modelId="{27BBEC05-3524-40AC-892B-CC7B1DE0A9AA}" type="presParOf" srcId="{AF0030FE-078C-438A-B212-EAFCA9BC8233}" destId="{CAFF84E9-68AD-4800-B2A1-909B87FDADCE}" srcOrd="0" destOrd="0" presId="urn:microsoft.com/office/officeart/2005/8/layout/hierarchy1"/>
    <dgm:cxn modelId="{EB1DDBE2-4984-434B-B031-41F3441D5035}" type="presParOf" srcId="{AF0030FE-078C-438A-B212-EAFCA9BC8233}" destId="{F169C3E5-BDAF-46F1-B930-E65277A18489}" srcOrd="1" destOrd="0" presId="urn:microsoft.com/office/officeart/2005/8/layout/hierarchy1"/>
    <dgm:cxn modelId="{93DB674C-B63A-4556-8482-F713D4FE59B5}" type="presParOf" srcId="{F169C3E5-BDAF-46F1-B930-E65277A18489}" destId="{A4670589-0517-4586-B06F-00AB22CF7DA6}" srcOrd="0" destOrd="0" presId="urn:microsoft.com/office/officeart/2005/8/layout/hierarchy1"/>
    <dgm:cxn modelId="{B15E2F50-63C1-4506-B0BF-8088C7CBD36C}" type="presParOf" srcId="{A4670589-0517-4586-B06F-00AB22CF7DA6}" destId="{877150CE-1506-4FF7-B0C8-E168C826700B}" srcOrd="0" destOrd="0" presId="urn:microsoft.com/office/officeart/2005/8/layout/hierarchy1"/>
    <dgm:cxn modelId="{132F11E9-B291-4058-89A8-A2A417FB81DC}" type="presParOf" srcId="{A4670589-0517-4586-B06F-00AB22CF7DA6}" destId="{54E502FF-189E-4B43-8B4D-DE4009B0989C}" srcOrd="1" destOrd="0" presId="urn:microsoft.com/office/officeart/2005/8/layout/hierarchy1"/>
    <dgm:cxn modelId="{E6EF8E3C-80B6-4935-B998-CDA975B9E7D4}" type="presParOf" srcId="{F169C3E5-BDAF-46F1-B930-E65277A18489}" destId="{4FC155FF-F6C6-43B9-A769-303BB535722F}" srcOrd="1" destOrd="0" presId="urn:microsoft.com/office/officeart/2005/8/layout/hierarchy1"/>
    <dgm:cxn modelId="{4538F643-2DF2-43E8-8F5B-F526D7C386B3}" type="presParOf" srcId="{4FC155FF-F6C6-43B9-A769-303BB535722F}" destId="{EBB3C75C-8CA6-4ACE-832D-5804DF2B609C}" srcOrd="0" destOrd="0" presId="urn:microsoft.com/office/officeart/2005/8/layout/hierarchy1"/>
    <dgm:cxn modelId="{370A9F24-B4DB-42FA-A5A5-2AD1CD6B71C1}" type="presParOf" srcId="{4FC155FF-F6C6-43B9-A769-303BB535722F}" destId="{047FCA25-3BF3-425F-BCCF-114C59650522}" srcOrd="1" destOrd="0" presId="urn:microsoft.com/office/officeart/2005/8/layout/hierarchy1"/>
    <dgm:cxn modelId="{0E58898F-E144-49A7-9399-E2FB4CFBBC6A}" type="presParOf" srcId="{047FCA25-3BF3-425F-BCCF-114C59650522}" destId="{0D40AEDA-65C1-4E41-AA07-43A3BF229521}" srcOrd="0" destOrd="0" presId="urn:microsoft.com/office/officeart/2005/8/layout/hierarchy1"/>
    <dgm:cxn modelId="{8D939BFF-DA78-4A2F-B26B-5F891EDE4611}" type="presParOf" srcId="{0D40AEDA-65C1-4E41-AA07-43A3BF229521}" destId="{FEE6B1F7-E40A-4652-866C-1B42912FDB91}" srcOrd="0" destOrd="0" presId="urn:microsoft.com/office/officeart/2005/8/layout/hierarchy1"/>
    <dgm:cxn modelId="{F7350A54-50EB-4AB0-83FA-DB4CF081DC60}" type="presParOf" srcId="{0D40AEDA-65C1-4E41-AA07-43A3BF229521}" destId="{CA1F5F0D-301A-4634-B38E-1C023E293A28}" srcOrd="1" destOrd="0" presId="urn:microsoft.com/office/officeart/2005/8/layout/hierarchy1"/>
    <dgm:cxn modelId="{FEE63F0D-E761-4630-B64C-8819421D81BD}" type="presParOf" srcId="{047FCA25-3BF3-425F-BCCF-114C59650522}" destId="{7364934B-245D-4630-9AD5-2C135DE1856F}" srcOrd="1" destOrd="0" presId="urn:microsoft.com/office/officeart/2005/8/layout/hierarchy1"/>
    <dgm:cxn modelId="{B0739D16-1998-464E-AF16-AD975364F889}" type="presParOf" srcId="{4FC155FF-F6C6-43B9-A769-303BB535722F}" destId="{DE28A2EE-C62A-43DD-8050-91B21061EB70}" srcOrd="2" destOrd="0" presId="urn:microsoft.com/office/officeart/2005/8/layout/hierarchy1"/>
    <dgm:cxn modelId="{03ECE98C-407D-443D-8B1A-17964476EEAC}" type="presParOf" srcId="{4FC155FF-F6C6-43B9-A769-303BB535722F}" destId="{00703F61-7501-4C59-B524-ECCD929E0BDE}" srcOrd="3" destOrd="0" presId="urn:microsoft.com/office/officeart/2005/8/layout/hierarchy1"/>
    <dgm:cxn modelId="{CB2415ED-99B5-4397-916F-3B3EE83A39B8}" type="presParOf" srcId="{00703F61-7501-4C59-B524-ECCD929E0BDE}" destId="{AAF6A243-F376-43FE-B2D4-E0D791A37F0E}" srcOrd="0" destOrd="0" presId="urn:microsoft.com/office/officeart/2005/8/layout/hierarchy1"/>
    <dgm:cxn modelId="{EE1B7D31-FDC7-4029-AB86-3D0C69C791D9}" type="presParOf" srcId="{AAF6A243-F376-43FE-B2D4-E0D791A37F0E}" destId="{C1D03790-1868-4C7E-847E-D14B1997074B}" srcOrd="0" destOrd="0" presId="urn:microsoft.com/office/officeart/2005/8/layout/hierarchy1"/>
    <dgm:cxn modelId="{3F360E64-8807-45BB-ACA5-C0A91214C0F2}" type="presParOf" srcId="{AAF6A243-F376-43FE-B2D4-E0D791A37F0E}" destId="{113D8BD1-9DCB-4CAF-93E1-326B489FD8AE}" srcOrd="1" destOrd="0" presId="urn:microsoft.com/office/officeart/2005/8/layout/hierarchy1"/>
    <dgm:cxn modelId="{3402A55D-010E-473A-B935-8418F2DC10BF}" type="presParOf" srcId="{00703F61-7501-4C59-B524-ECCD929E0BDE}" destId="{C5F95D4F-A054-423E-ADC8-981018682CA2}" srcOrd="1" destOrd="0" presId="urn:microsoft.com/office/officeart/2005/8/layout/hierarchy1"/>
    <dgm:cxn modelId="{0374CDF0-0427-4904-A098-A88E35A90BF4}" type="presParOf" srcId="{4FC155FF-F6C6-43B9-A769-303BB535722F}" destId="{F3381AC4-83E8-405A-B85D-E3A200F2AB1E}" srcOrd="4" destOrd="0" presId="urn:microsoft.com/office/officeart/2005/8/layout/hierarchy1"/>
    <dgm:cxn modelId="{B1751D71-F5B6-40E4-B48D-CA805B46BFD4}" type="presParOf" srcId="{4FC155FF-F6C6-43B9-A769-303BB535722F}" destId="{6DE40F5E-B70C-44F2-84F9-24D3006A0812}" srcOrd="5" destOrd="0" presId="urn:microsoft.com/office/officeart/2005/8/layout/hierarchy1"/>
    <dgm:cxn modelId="{0F3BE756-1667-4BED-B01F-E6E5A28FD1DC}" type="presParOf" srcId="{6DE40F5E-B70C-44F2-84F9-24D3006A0812}" destId="{C1F29B7A-9FF5-435A-BAB5-D5D181345A9F}" srcOrd="0" destOrd="0" presId="urn:microsoft.com/office/officeart/2005/8/layout/hierarchy1"/>
    <dgm:cxn modelId="{CA451FA0-07DD-424C-AEE9-B424EA7565CE}" type="presParOf" srcId="{C1F29B7A-9FF5-435A-BAB5-D5D181345A9F}" destId="{2ED9699D-EEF4-41FC-9FBD-9A0E91A436D9}" srcOrd="0" destOrd="0" presId="urn:microsoft.com/office/officeart/2005/8/layout/hierarchy1"/>
    <dgm:cxn modelId="{891A16D2-335E-45E1-8C2D-111ACB084970}" type="presParOf" srcId="{C1F29B7A-9FF5-435A-BAB5-D5D181345A9F}" destId="{D2D86782-E476-4315-9D90-01B9188D9A6A}" srcOrd="1" destOrd="0" presId="urn:microsoft.com/office/officeart/2005/8/layout/hierarchy1"/>
    <dgm:cxn modelId="{ACE82C99-8A7D-4E42-B67D-EF8D7CDF7EB5}" type="presParOf" srcId="{6DE40F5E-B70C-44F2-84F9-24D3006A0812}" destId="{E92C7AC3-E89C-4DD3-969E-3C04A443CC1D}" srcOrd="1" destOrd="0" presId="urn:microsoft.com/office/officeart/2005/8/layout/hierarchy1"/>
    <dgm:cxn modelId="{BD67A13B-F978-4CA6-9EBB-1BABEFAED478}" type="presParOf" srcId="{AF0030FE-078C-438A-B212-EAFCA9BC8233}" destId="{872B6060-F4E4-4CA9-A0FD-939830BD3B41}" srcOrd="2" destOrd="0" presId="urn:microsoft.com/office/officeart/2005/8/layout/hierarchy1"/>
    <dgm:cxn modelId="{8C30C457-2CC1-4E32-BBCC-A59D4AE11792}" type="presParOf" srcId="{AF0030FE-078C-438A-B212-EAFCA9BC8233}" destId="{0AD5B418-5E08-42DA-96D6-B22667938D13}" srcOrd="3" destOrd="0" presId="urn:microsoft.com/office/officeart/2005/8/layout/hierarchy1"/>
    <dgm:cxn modelId="{49C1CD7E-B8C9-44D7-844D-323034C60ED4}" type="presParOf" srcId="{0AD5B418-5E08-42DA-96D6-B22667938D13}" destId="{BA9AD3BB-BA5A-40CD-86ED-346DBC427CD2}" srcOrd="0" destOrd="0" presId="urn:microsoft.com/office/officeart/2005/8/layout/hierarchy1"/>
    <dgm:cxn modelId="{1E8769C6-1D24-4966-87FC-9B2CF71F041C}" type="presParOf" srcId="{BA9AD3BB-BA5A-40CD-86ED-346DBC427CD2}" destId="{62E72D48-D2F6-4274-9D8E-AC1B943AF0BC}" srcOrd="0" destOrd="0" presId="urn:microsoft.com/office/officeart/2005/8/layout/hierarchy1"/>
    <dgm:cxn modelId="{3E1FA2F9-78FA-4267-A847-C3B6F3FAB1D2}" type="presParOf" srcId="{BA9AD3BB-BA5A-40CD-86ED-346DBC427CD2}" destId="{D682DDB7-0493-4D3B-BE9F-F3B77EC84507}" srcOrd="1" destOrd="0" presId="urn:microsoft.com/office/officeart/2005/8/layout/hierarchy1"/>
    <dgm:cxn modelId="{5D2095E7-CEE7-4CC3-ADF7-023458F2B731}" type="presParOf" srcId="{0AD5B418-5E08-42DA-96D6-B22667938D13}" destId="{C29A6606-EBD5-43A6-A371-C46FCB254BC1}" srcOrd="1" destOrd="0" presId="urn:microsoft.com/office/officeart/2005/8/layout/hierarchy1"/>
    <dgm:cxn modelId="{840BD70C-A1F6-4203-9D08-26BF89669020}" type="presParOf" srcId="{C29A6606-EBD5-43A6-A371-C46FCB254BC1}" destId="{F823274A-F718-4A8C-B548-2165A0FC6078}" srcOrd="0" destOrd="0" presId="urn:microsoft.com/office/officeart/2005/8/layout/hierarchy1"/>
    <dgm:cxn modelId="{B002CD4F-8A5E-42AD-B8C4-48515D510DAC}" type="presParOf" srcId="{C29A6606-EBD5-43A6-A371-C46FCB254BC1}" destId="{408C70C8-5B02-47E6-90A6-9B3A354A672F}" srcOrd="1" destOrd="0" presId="urn:microsoft.com/office/officeart/2005/8/layout/hierarchy1"/>
    <dgm:cxn modelId="{2F7760C1-93D6-4B7C-8AFD-080663423B31}" type="presParOf" srcId="{408C70C8-5B02-47E6-90A6-9B3A354A672F}" destId="{FFBCF40B-31FD-4686-8045-C91DFBE6E7B9}" srcOrd="0" destOrd="0" presId="urn:microsoft.com/office/officeart/2005/8/layout/hierarchy1"/>
    <dgm:cxn modelId="{73864B7D-242F-4989-A949-26DAFCDA5F55}" type="presParOf" srcId="{FFBCF40B-31FD-4686-8045-C91DFBE6E7B9}" destId="{A8CB4F81-FF69-4A0B-A27B-1946FB954873}" srcOrd="0" destOrd="0" presId="urn:microsoft.com/office/officeart/2005/8/layout/hierarchy1"/>
    <dgm:cxn modelId="{DC51A0FB-E487-41D8-8B9E-5EFF9B51C1FC}" type="presParOf" srcId="{FFBCF40B-31FD-4686-8045-C91DFBE6E7B9}" destId="{1DE0426A-7448-4AB8-8E25-565FFF7964D5}" srcOrd="1" destOrd="0" presId="urn:microsoft.com/office/officeart/2005/8/layout/hierarchy1"/>
    <dgm:cxn modelId="{AC0CBCB4-CC87-4B39-A6FC-8957A49D74E3}" type="presParOf" srcId="{408C70C8-5B02-47E6-90A6-9B3A354A672F}" destId="{7C522A19-DA00-48AE-ADBF-AE92F3E87A08}" srcOrd="1" destOrd="0" presId="urn:microsoft.com/office/officeart/2005/8/layout/hierarchy1"/>
    <dgm:cxn modelId="{93420BA6-961E-4C22-8328-91EC520434C4}" type="presParOf" srcId="{C29A6606-EBD5-43A6-A371-C46FCB254BC1}" destId="{19CBEAFA-F720-4FF8-85C3-EE952442044F}" srcOrd="2" destOrd="0" presId="urn:microsoft.com/office/officeart/2005/8/layout/hierarchy1"/>
    <dgm:cxn modelId="{4B05A3DE-1D4F-4A74-AA66-7353A69BB9EB}" type="presParOf" srcId="{C29A6606-EBD5-43A6-A371-C46FCB254BC1}" destId="{1D4F52BF-21B5-433C-86E4-E908256700E8}" srcOrd="3" destOrd="0" presId="urn:microsoft.com/office/officeart/2005/8/layout/hierarchy1"/>
    <dgm:cxn modelId="{141311BB-FC7E-4318-86C4-D5E1A327C761}" type="presParOf" srcId="{1D4F52BF-21B5-433C-86E4-E908256700E8}" destId="{70B36D01-396B-41E5-A6BE-47B37A989468}" srcOrd="0" destOrd="0" presId="urn:microsoft.com/office/officeart/2005/8/layout/hierarchy1"/>
    <dgm:cxn modelId="{21921F17-93BF-4D9B-83CE-DB9399B9E4ED}" type="presParOf" srcId="{70B36D01-396B-41E5-A6BE-47B37A989468}" destId="{2FC3F9B4-A260-4EAD-9451-1A57ADE6FB08}" srcOrd="0" destOrd="0" presId="urn:microsoft.com/office/officeart/2005/8/layout/hierarchy1"/>
    <dgm:cxn modelId="{BE136B6A-A683-41E5-B083-6B13B0E20174}" type="presParOf" srcId="{70B36D01-396B-41E5-A6BE-47B37A989468}" destId="{338D459D-7F9E-4A63-AE8E-6B3ED42F6687}" srcOrd="1" destOrd="0" presId="urn:microsoft.com/office/officeart/2005/8/layout/hierarchy1"/>
    <dgm:cxn modelId="{DC5BA27A-9329-49B9-8E1A-F32424AD265C}" type="presParOf" srcId="{1D4F52BF-21B5-433C-86E4-E908256700E8}" destId="{B43046C5-7BDF-4BCB-938A-F5646D4E1D2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8F7AF34-9DBD-4986-9D58-54C916843736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F0EFA2E-C5D6-4671-9C16-127F894F232B}">
      <dgm:prSet/>
      <dgm:spPr/>
      <dgm:t>
        <a:bodyPr/>
        <a:lstStyle/>
        <a:p>
          <a:r>
            <a:rPr lang="sk-SK" dirty="0"/>
            <a:t>Intuitívna </a:t>
          </a:r>
          <a:endParaRPr lang="en-US" dirty="0"/>
        </a:p>
      </dgm:t>
    </dgm:pt>
    <dgm:pt modelId="{B741505F-A292-4C58-9DDE-F44F86608835}" type="parTrans" cxnId="{D5FEE9A5-DF84-4D6D-B9C6-E471D16BC079}">
      <dgm:prSet/>
      <dgm:spPr/>
      <dgm:t>
        <a:bodyPr/>
        <a:lstStyle/>
        <a:p>
          <a:endParaRPr lang="en-US"/>
        </a:p>
      </dgm:t>
    </dgm:pt>
    <dgm:pt modelId="{763B6F1E-EA84-4FF8-B3AE-8976638CEC1E}" type="sibTrans" cxnId="{D5FEE9A5-DF84-4D6D-B9C6-E471D16BC079}">
      <dgm:prSet/>
      <dgm:spPr/>
      <dgm:t>
        <a:bodyPr/>
        <a:lstStyle/>
        <a:p>
          <a:endParaRPr lang="en-US"/>
        </a:p>
      </dgm:t>
    </dgm:pt>
    <dgm:pt modelId="{11CBD320-61AB-40B6-8F01-9227758648FE}">
      <dgm:prSet/>
      <dgm:spPr/>
      <dgm:t>
        <a:bodyPr/>
        <a:lstStyle/>
        <a:p>
          <a:r>
            <a:rPr lang="sk-SK" dirty="0"/>
            <a:t>Bezpečná</a:t>
          </a:r>
          <a:endParaRPr lang="en-US" dirty="0"/>
        </a:p>
      </dgm:t>
    </dgm:pt>
    <dgm:pt modelId="{95C76D46-B7D7-471B-806B-25215006822C}" type="parTrans" cxnId="{D7744B91-35E7-483D-A75D-EF9128D24909}">
      <dgm:prSet/>
      <dgm:spPr/>
      <dgm:t>
        <a:bodyPr/>
        <a:lstStyle/>
        <a:p>
          <a:endParaRPr lang="en-US"/>
        </a:p>
      </dgm:t>
    </dgm:pt>
    <dgm:pt modelId="{DE2B452C-C304-4AFF-A97C-06CFD6719D2A}" type="sibTrans" cxnId="{D7744B91-35E7-483D-A75D-EF9128D24909}">
      <dgm:prSet/>
      <dgm:spPr/>
      <dgm:t>
        <a:bodyPr/>
        <a:lstStyle/>
        <a:p>
          <a:endParaRPr lang="en-US"/>
        </a:p>
      </dgm:t>
    </dgm:pt>
    <dgm:pt modelId="{C46FE98B-B33D-40B9-9CFB-8F1E76634C9F}">
      <dgm:prSet/>
      <dgm:spPr/>
      <dgm:t>
        <a:bodyPr/>
        <a:lstStyle/>
        <a:p>
          <a:r>
            <a:rPr lang="sk-SK" dirty="0"/>
            <a:t>Praktická</a:t>
          </a:r>
          <a:endParaRPr lang="en-US" dirty="0"/>
        </a:p>
      </dgm:t>
    </dgm:pt>
    <dgm:pt modelId="{51007B28-EB7B-445B-AE0E-ABB0B54E8964}" type="parTrans" cxnId="{DE5A5821-F187-45BA-A692-E6DCE8D62973}">
      <dgm:prSet/>
      <dgm:spPr/>
      <dgm:t>
        <a:bodyPr/>
        <a:lstStyle/>
        <a:p>
          <a:endParaRPr lang="en-US"/>
        </a:p>
      </dgm:t>
    </dgm:pt>
    <dgm:pt modelId="{50E8E779-3426-4D9F-9892-307C1465A4AD}" type="sibTrans" cxnId="{DE5A5821-F187-45BA-A692-E6DCE8D62973}">
      <dgm:prSet/>
      <dgm:spPr/>
      <dgm:t>
        <a:bodyPr/>
        <a:lstStyle/>
        <a:p>
          <a:endParaRPr lang="en-US"/>
        </a:p>
      </dgm:t>
    </dgm:pt>
    <dgm:pt modelId="{EF2672DF-4544-4074-9797-9E816F506FBF}">
      <dgm:prSet/>
      <dgm:spPr/>
      <dgm:t>
        <a:bodyPr/>
        <a:lstStyle/>
        <a:p>
          <a:r>
            <a:rPr lang="sk-SK" dirty="0" err="1"/>
            <a:t>Efektívná</a:t>
          </a:r>
          <a:endParaRPr lang="en-US" dirty="0"/>
        </a:p>
      </dgm:t>
    </dgm:pt>
    <dgm:pt modelId="{1A6CE57E-A212-44EA-8FB0-F0E81A6169F9}" type="parTrans" cxnId="{3D020CD7-3B32-491A-AD1F-4A782B2336EB}">
      <dgm:prSet/>
      <dgm:spPr/>
      <dgm:t>
        <a:bodyPr/>
        <a:lstStyle/>
        <a:p>
          <a:endParaRPr lang="en-US"/>
        </a:p>
      </dgm:t>
    </dgm:pt>
    <dgm:pt modelId="{F63334E9-821E-46C8-9B5C-CC1C9D4BD42F}" type="sibTrans" cxnId="{3D020CD7-3B32-491A-AD1F-4A782B2336EB}">
      <dgm:prSet/>
      <dgm:spPr/>
      <dgm:t>
        <a:bodyPr/>
        <a:lstStyle/>
        <a:p>
          <a:endParaRPr lang="en-US"/>
        </a:p>
      </dgm:t>
    </dgm:pt>
    <dgm:pt modelId="{6FCE77B7-8727-413D-AD53-783A2D916588}" type="pres">
      <dgm:prSet presAssocID="{B8F7AF34-9DBD-4986-9D58-54C916843736}" presName="vert0" presStyleCnt="0">
        <dgm:presLayoutVars>
          <dgm:dir/>
          <dgm:animOne val="branch"/>
          <dgm:animLvl val="lvl"/>
        </dgm:presLayoutVars>
      </dgm:prSet>
      <dgm:spPr/>
    </dgm:pt>
    <dgm:pt modelId="{4DEB5DD3-0B22-494C-BEEF-5162078CA747}" type="pres">
      <dgm:prSet presAssocID="{1F0EFA2E-C5D6-4671-9C16-127F894F232B}" presName="thickLine" presStyleLbl="alignNode1" presStyleIdx="0" presStyleCnt="4"/>
      <dgm:spPr/>
    </dgm:pt>
    <dgm:pt modelId="{5CF7877A-0CA0-4133-8EA2-F265D69CE5CA}" type="pres">
      <dgm:prSet presAssocID="{1F0EFA2E-C5D6-4671-9C16-127F894F232B}" presName="horz1" presStyleCnt="0"/>
      <dgm:spPr/>
    </dgm:pt>
    <dgm:pt modelId="{448ABFB1-7419-48F4-B04E-8F1475341958}" type="pres">
      <dgm:prSet presAssocID="{1F0EFA2E-C5D6-4671-9C16-127F894F232B}" presName="tx1" presStyleLbl="revTx" presStyleIdx="0" presStyleCnt="4"/>
      <dgm:spPr/>
    </dgm:pt>
    <dgm:pt modelId="{A192800F-8E37-42E0-8959-DDC19B1E346A}" type="pres">
      <dgm:prSet presAssocID="{1F0EFA2E-C5D6-4671-9C16-127F894F232B}" presName="vert1" presStyleCnt="0"/>
      <dgm:spPr/>
    </dgm:pt>
    <dgm:pt modelId="{4214E725-154A-4C77-A780-3CCF82AAB322}" type="pres">
      <dgm:prSet presAssocID="{11CBD320-61AB-40B6-8F01-9227758648FE}" presName="thickLine" presStyleLbl="alignNode1" presStyleIdx="1" presStyleCnt="4"/>
      <dgm:spPr/>
    </dgm:pt>
    <dgm:pt modelId="{0B19A9EE-1F83-4D3A-9290-CD1148C2450B}" type="pres">
      <dgm:prSet presAssocID="{11CBD320-61AB-40B6-8F01-9227758648FE}" presName="horz1" presStyleCnt="0"/>
      <dgm:spPr/>
    </dgm:pt>
    <dgm:pt modelId="{3612C6CF-A998-4C57-8744-D2519EF928EE}" type="pres">
      <dgm:prSet presAssocID="{11CBD320-61AB-40B6-8F01-9227758648FE}" presName="tx1" presStyleLbl="revTx" presStyleIdx="1" presStyleCnt="4"/>
      <dgm:spPr/>
    </dgm:pt>
    <dgm:pt modelId="{261A27C6-6133-4142-B853-4AC4F2568DF0}" type="pres">
      <dgm:prSet presAssocID="{11CBD320-61AB-40B6-8F01-9227758648FE}" presName="vert1" presStyleCnt="0"/>
      <dgm:spPr/>
    </dgm:pt>
    <dgm:pt modelId="{89911CF5-3364-4BD4-9681-9C1DB2CCCB17}" type="pres">
      <dgm:prSet presAssocID="{C46FE98B-B33D-40B9-9CFB-8F1E76634C9F}" presName="thickLine" presStyleLbl="alignNode1" presStyleIdx="2" presStyleCnt="4"/>
      <dgm:spPr/>
    </dgm:pt>
    <dgm:pt modelId="{B8B8480F-D0E6-420A-B6B1-66E011A2E00C}" type="pres">
      <dgm:prSet presAssocID="{C46FE98B-B33D-40B9-9CFB-8F1E76634C9F}" presName="horz1" presStyleCnt="0"/>
      <dgm:spPr/>
    </dgm:pt>
    <dgm:pt modelId="{D04EE77B-3212-4191-97DD-B07D3F94EAE6}" type="pres">
      <dgm:prSet presAssocID="{C46FE98B-B33D-40B9-9CFB-8F1E76634C9F}" presName="tx1" presStyleLbl="revTx" presStyleIdx="2" presStyleCnt="4"/>
      <dgm:spPr/>
    </dgm:pt>
    <dgm:pt modelId="{77925345-1AB0-4614-B3E0-C177DF41F4DD}" type="pres">
      <dgm:prSet presAssocID="{C46FE98B-B33D-40B9-9CFB-8F1E76634C9F}" presName="vert1" presStyleCnt="0"/>
      <dgm:spPr/>
    </dgm:pt>
    <dgm:pt modelId="{3781E31C-009A-490F-A4AD-0979BC29A34D}" type="pres">
      <dgm:prSet presAssocID="{EF2672DF-4544-4074-9797-9E816F506FBF}" presName="thickLine" presStyleLbl="alignNode1" presStyleIdx="3" presStyleCnt="4"/>
      <dgm:spPr/>
    </dgm:pt>
    <dgm:pt modelId="{D8DC6481-A840-4A21-8377-63FC09CD1395}" type="pres">
      <dgm:prSet presAssocID="{EF2672DF-4544-4074-9797-9E816F506FBF}" presName="horz1" presStyleCnt="0"/>
      <dgm:spPr/>
    </dgm:pt>
    <dgm:pt modelId="{D0F9D4B5-A6A5-44F3-AEEB-E8E138A3E5D5}" type="pres">
      <dgm:prSet presAssocID="{EF2672DF-4544-4074-9797-9E816F506FBF}" presName="tx1" presStyleLbl="revTx" presStyleIdx="3" presStyleCnt="4"/>
      <dgm:spPr/>
    </dgm:pt>
    <dgm:pt modelId="{89F46589-8309-4CAA-8719-768DDD203028}" type="pres">
      <dgm:prSet presAssocID="{EF2672DF-4544-4074-9797-9E816F506FBF}" presName="vert1" presStyleCnt="0"/>
      <dgm:spPr/>
    </dgm:pt>
  </dgm:ptLst>
  <dgm:cxnLst>
    <dgm:cxn modelId="{DE5A5821-F187-45BA-A692-E6DCE8D62973}" srcId="{B8F7AF34-9DBD-4986-9D58-54C916843736}" destId="{C46FE98B-B33D-40B9-9CFB-8F1E76634C9F}" srcOrd="2" destOrd="0" parTransId="{51007B28-EB7B-445B-AE0E-ABB0B54E8964}" sibTransId="{50E8E779-3426-4D9F-9892-307C1465A4AD}"/>
    <dgm:cxn modelId="{21CD5E5B-B8E7-4637-83C4-0661FEA39444}" type="presOf" srcId="{1F0EFA2E-C5D6-4671-9C16-127F894F232B}" destId="{448ABFB1-7419-48F4-B04E-8F1475341958}" srcOrd="0" destOrd="0" presId="urn:microsoft.com/office/officeart/2008/layout/LinedList"/>
    <dgm:cxn modelId="{87783457-C3EC-4EF8-B55A-BB76A16407DF}" type="presOf" srcId="{B8F7AF34-9DBD-4986-9D58-54C916843736}" destId="{6FCE77B7-8727-413D-AD53-783A2D916588}" srcOrd="0" destOrd="0" presId="urn:microsoft.com/office/officeart/2008/layout/LinedList"/>
    <dgm:cxn modelId="{5CFCDA88-414F-412B-9E0C-17A3B745195D}" type="presOf" srcId="{11CBD320-61AB-40B6-8F01-9227758648FE}" destId="{3612C6CF-A998-4C57-8744-D2519EF928EE}" srcOrd="0" destOrd="0" presId="urn:microsoft.com/office/officeart/2008/layout/LinedList"/>
    <dgm:cxn modelId="{D7744B91-35E7-483D-A75D-EF9128D24909}" srcId="{B8F7AF34-9DBD-4986-9D58-54C916843736}" destId="{11CBD320-61AB-40B6-8F01-9227758648FE}" srcOrd="1" destOrd="0" parTransId="{95C76D46-B7D7-471B-806B-25215006822C}" sibTransId="{DE2B452C-C304-4AFF-A97C-06CFD6719D2A}"/>
    <dgm:cxn modelId="{D5FEE9A5-DF84-4D6D-B9C6-E471D16BC079}" srcId="{B8F7AF34-9DBD-4986-9D58-54C916843736}" destId="{1F0EFA2E-C5D6-4671-9C16-127F894F232B}" srcOrd="0" destOrd="0" parTransId="{B741505F-A292-4C58-9DDE-F44F86608835}" sibTransId="{763B6F1E-EA84-4FF8-B3AE-8976638CEC1E}"/>
    <dgm:cxn modelId="{8A961ECB-8D98-41D3-81C3-0F4BE5A41ECA}" type="presOf" srcId="{EF2672DF-4544-4074-9797-9E816F506FBF}" destId="{D0F9D4B5-A6A5-44F3-AEEB-E8E138A3E5D5}" srcOrd="0" destOrd="0" presId="urn:microsoft.com/office/officeart/2008/layout/LinedList"/>
    <dgm:cxn modelId="{3D020CD7-3B32-491A-AD1F-4A782B2336EB}" srcId="{B8F7AF34-9DBD-4986-9D58-54C916843736}" destId="{EF2672DF-4544-4074-9797-9E816F506FBF}" srcOrd="3" destOrd="0" parTransId="{1A6CE57E-A212-44EA-8FB0-F0E81A6169F9}" sibTransId="{F63334E9-821E-46C8-9B5C-CC1C9D4BD42F}"/>
    <dgm:cxn modelId="{D19D2CFB-9F10-4817-B5ED-BFB43C366F83}" type="presOf" srcId="{C46FE98B-B33D-40B9-9CFB-8F1E76634C9F}" destId="{D04EE77B-3212-4191-97DD-B07D3F94EAE6}" srcOrd="0" destOrd="0" presId="urn:microsoft.com/office/officeart/2008/layout/LinedList"/>
    <dgm:cxn modelId="{EA1FE524-8212-4404-9643-A43F48274AD2}" type="presParOf" srcId="{6FCE77B7-8727-413D-AD53-783A2D916588}" destId="{4DEB5DD3-0B22-494C-BEEF-5162078CA747}" srcOrd="0" destOrd="0" presId="urn:microsoft.com/office/officeart/2008/layout/LinedList"/>
    <dgm:cxn modelId="{097AFE9F-765F-4A09-999A-D71410DF6E48}" type="presParOf" srcId="{6FCE77B7-8727-413D-AD53-783A2D916588}" destId="{5CF7877A-0CA0-4133-8EA2-F265D69CE5CA}" srcOrd="1" destOrd="0" presId="urn:microsoft.com/office/officeart/2008/layout/LinedList"/>
    <dgm:cxn modelId="{47ABE40A-EC20-490D-871A-5BC0CAB768A7}" type="presParOf" srcId="{5CF7877A-0CA0-4133-8EA2-F265D69CE5CA}" destId="{448ABFB1-7419-48F4-B04E-8F1475341958}" srcOrd="0" destOrd="0" presId="urn:microsoft.com/office/officeart/2008/layout/LinedList"/>
    <dgm:cxn modelId="{EF65F282-7503-4777-8E9B-D14B7A0E85D2}" type="presParOf" srcId="{5CF7877A-0CA0-4133-8EA2-F265D69CE5CA}" destId="{A192800F-8E37-42E0-8959-DDC19B1E346A}" srcOrd="1" destOrd="0" presId="urn:microsoft.com/office/officeart/2008/layout/LinedList"/>
    <dgm:cxn modelId="{237F6E0B-A246-4CDC-8A61-93DF9E472670}" type="presParOf" srcId="{6FCE77B7-8727-413D-AD53-783A2D916588}" destId="{4214E725-154A-4C77-A780-3CCF82AAB322}" srcOrd="2" destOrd="0" presId="urn:microsoft.com/office/officeart/2008/layout/LinedList"/>
    <dgm:cxn modelId="{5EB97DD1-943B-4E0D-96B5-7BE5F12637A0}" type="presParOf" srcId="{6FCE77B7-8727-413D-AD53-783A2D916588}" destId="{0B19A9EE-1F83-4D3A-9290-CD1148C2450B}" srcOrd="3" destOrd="0" presId="urn:microsoft.com/office/officeart/2008/layout/LinedList"/>
    <dgm:cxn modelId="{EA1548F1-CD7F-4245-8096-F3CE9B615BF1}" type="presParOf" srcId="{0B19A9EE-1F83-4D3A-9290-CD1148C2450B}" destId="{3612C6CF-A998-4C57-8744-D2519EF928EE}" srcOrd="0" destOrd="0" presId="urn:microsoft.com/office/officeart/2008/layout/LinedList"/>
    <dgm:cxn modelId="{50D80F95-016E-4D8B-83CB-0F126688EE9F}" type="presParOf" srcId="{0B19A9EE-1F83-4D3A-9290-CD1148C2450B}" destId="{261A27C6-6133-4142-B853-4AC4F2568DF0}" srcOrd="1" destOrd="0" presId="urn:microsoft.com/office/officeart/2008/layout/LinedList"/>
    <dgm:cxn modelId="{2CBCB39A-61ED-4DD9-972D-DF612FB900C6}" type="presParOf" srcId="{6FCE77B7-8727-413D-AD53-783A2D916588}" destId="{89911CF5-3364-4BD4-9681-9C1DB2CCCB17}" srcOrd="4" destOrd="0" presId="urn:microsoft.com/office/officeart/2008/layout/LinedList"/>
    <dgm:cxn modelId="{F7B1909E-6F1B-426D-AAD0-33C44C216568}" type="presParOf" srcId="{6FCE77B7-8727-413D-AD53-783A2D916588}" destId="{B8B8480F-D0E6-420A-B6B1-66E011A2E00C}" srcOrd="5" destOrd="0" presId="urn:microsoft.com/office/officeart/2008/layout/LinedList"/>
    <dgm:cxn modelId="{2AFF5101-3A36-449C-83DE-CABE9296C66D}" type="presParOf" srcId="{B8B8480F-D0E6-420A-B6B1-66E011A2E00C}" destId="{D04EE77B-3212-4191-97DD-B07D3F94EAE6}" srcOrd="0" destOrd="0" presId="urn:microsoft.com/office/officeart/2008/layout/LinedList"/>
    <dgm:cxn modelId="{4C9F2833-373F-466D-A0A2-6E7893DE9532}" type="presParOf" srcId="{B8B8480F-D0E6-420A-B6B1-66E011A2E00C}" destId="{77925345-1AB0-4614-B3E0-C177DF41F4DD}" srcOrd="1" destOrd="0" presId="urn:microsoft.com/office/officeart/2008/layout/LinedList"/>
    <dgm:cxn modelId="{810251C3-65F9-4CB0-8E7D-A4EC4F766767}" type="presParOf" srcId="{6FCE77B7-8727-413D-AD53-783A2D916588}" destId="{3781E31C-009A-490F-A4AD-0979BC29A34D}" srcOrd="6" destOrd="0" presId="urn:microsoft.com/office/officeart/2008/layout/LinedList"/>
    <dgm:cxn modelId="{48E87F4B-A92E-410D-A5C1-EF013334C483}" type="presParOf" srcId="{6FCE77B7-8727-413D-AD53-783A2D916588}" destId="{D8DC6481-A840-4A21-8377-63FC09CD1395}" srcOrd="7" destOrd="0" presId="urn:microsoft.com/office/officeart/2008/layout/LinedList"/>
    <dgm:cxn modelId="{A5C46913-B8B5-475F-AD79-DBD60DC60DA4}" type="presParOf" srcId="{D8DC6481-A840-4A21-8377-63FC09CD1395}" destId="{D0F9D4B5-A6A5-44F3-AEEB-E8E138A3E5D5}" srcOrd="0" destOrd="0" presId="urn:microsoft.com/office/officeart/2008/layout/LinedList"/>
    <dgm:cxn modelId="{5096DB82-08A5-4706-9CBF-74E278ECA1E2}" type="presParOf" srcId="{D8DC6481-A840-4A21-8377-63FC09CD1395}" destId="{89F46589-8309-4CAA-8719-768DDD20302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EC2BAD-F314-4BFB-9F0A-57793AEE8A24}">
      <dsp:nvSpPr>
        <dsp:cNvPr id="0" name=""/>
        <dsp:cNvSpPr/>
      </dsp:nvSpPr>
      <dsp:spPr>
        <a:xfrm>
          <a:off x="-4207069" y="-645533"/>
          <a:ext cx="5012771" cy="5012771"/>
        </a:xfrm>
        <a:prstGeom prst="blockArc">
          <a:avLst>
            <a:gd name="adj1" fmla="val 18900000"/>
            <a:gd name="adj2" fmla="val 2700000"/>
            <a:gd name="adj3" fmla="val 431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EE391F-4F23-47F6-BA6A-F88217927C69}">
      <dsp:nvSpPr>
        <dsp:cNvPr id="0" name=""/>
        <dsp:cNvSpPr/>
      </dsp:nvSpPr>
      <dsp:spPr>
        <a:xfrm>
          <a:off x="422131" y="286124"/>
          <a:ext cx="4720852" cy="5725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459" tIns="78740" rIns="78740" bIns="7874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3100" kern="1200" dirty="0"/>
            <a:t>Nejednotné</a:t>
          </a:r>
          <a:endParaRPr lang="en-US" sz="3100" kern="1200" dirty="0"/>
        </a:p>
      </dsp:txBody>
      <dsp:txXfrm>
        <a:off x="422131" y="286124"/>
        <a:ext cx="4720852" cy="572547"/>
      </dsp:txXfrm>
    </dsp:sp>
    <dsp:sp modelId="{FE9AF81E-3936-400D-9CED-A7B4EAA400F6}">
      <dsp:nvSpPr>
        <dsp:cNvPr id="0" name=""/>
        <dsp:cNvSpPr/>
      </dsp:nvSpPr>
      <dsp:spPr>
        <a:xfrm>
          <a:off x="64289" y="214556"/>
          <a:ext cx="715683" cy="7156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A2B297-6439-48B0-BC3A-63C5E02D67C2}">
      <dsp:nvSpPr>
        <dsp:cNvPr id="0" name=""/>
        <dsp:cNvSpPr/>
      </dsp:nvSpPr>
      <dsp:spPr>
        <a:xfrm>
          <a:off x="750386" y="1145094"/>
          <a:ext cx="4392598" cy="5725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459" tIns="78740" rIns="78740" bIns="7874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Časovo</a:t>
          </a:r>
          <a:r>
            <a:rPr lang="en-US" sz="3100" kern="1200" dirty="0"/>
            <a:t> </a:t>
          </a:r>
          <a:r>
            <a:rPr lang="en-US" sz="3100" kern="1200" dirty="0" err="1"/>
            <a:t>náročné</a:t>
          </a:r>
          <a:endParaRPr lang="sk-SK" sz="3100" kern="1200" dirty="0"/>
        </a:p>
      </dsp:txBody>
      <dsp:txXfrm>
        <a:off x="750386" y="1145094"/>
        <a:ext cx="4392598" cy="572547"/>
      </dsp:txXfrm>
    </dsp:sp>
    <dsp:sp modelId="{41BEAA9C-E9DF-47D4-A2D6-B076583ECD2E}">
      <dsp:nvSpPr>
        <dsp:cNvPr id="0" name=""/>
        <dsp:cNvSpPr/>
      </dsp:nvSpPr>
      <dsp:spPr>
        <a:xfrm>
          <a:off x="392544" y="1073525"/>
          <a:ext cx="715683" cy="7156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EA9444-B246-428D-BA84-5818D5EF0752}">
      <dsp:nvSpPr>
        <dsp:cNvPr id="0" name=""/>
        <dsp:cNvSpPr/>
      </dsp:nvSpPr>
      <dsp:spPr>
        <a:xfrm>
          <a:off x="750386" y="2004063"/>
          <a:ext cx="4392598" cy="5725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459" tIns="78740" rIns="78740" bIns="7874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3100" kern="1200" dirty="0"/>
            <a:t>Z</a:t>
          </a:r>
          <a:r>
            <a:rPr lang="en-US" sz="3100" kern="1200" dirty="0" err="1"/>
            <a:t>astaral</a:t>
          </a:r>
          <a:r>
            <a:rPr lang="sk-SK" sz="3100" kern="1200" dirty="0"/>
            <a:t>é</a:t>
          </a:r>
        </a:p>
      </dsp:txBody>
      <dsp:txXfrm>
        <a:off x="750386" y="2004063"/>
        <a:ext cx="4392598" cy="572547"/>
      </dsp:txXfrm>
    </dsp:sp>
    <dsp:sp modelId="{0DD0CC33-66B1-449A-9D9D-67716D755274}">
      <dsp:nvSpPr>
        <dsp:cNvPr id="0" name=""/>
        <dsp:cNvSpPr/>
      </dsp:nvSpPr>
      <dsp:spPr>
        <a:xfrm>
          <a:off x="392544" y="1932495"/>
          <a:ext cx="715683" cy="7156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0400F0-1C96-4180-B927-F198FF0F5E49}">
      <dsp:nvSpPr>
        <dsp:cNvPr id="0" name=""/>
        <dsp:cNvSpPr/>
      </dsp:nvSpPr>
      <dsp:spPr>
        <a:xfrm>
          <a:off x="422131" y="2863033"/>
          <a:ext cx="4720852" cy="5725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459" tIns="78740" rIns="78740" bIns="7874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3100" kern="1200"/>
            <a:t>Preťažené</a:t>
          </a:r>
          <a:endParaRPr lang="sk-SK" sz="3100" kern="1200" dirty="0"/>
        </a:p>
      </dsp:txBody>
      <dsp:txXfrm>
        <a:off x="422131" y="2863033"/>
        <a:ext cx="4720852" cy="572547"/>
      </dsp:txXfrm>
    </dsp:sp>
    <dsp:sp modelId="{C0876D6E-10A0-438D-97E6-CDB471216116}">
      <dsp:nvSpPr>
        <dsp:cNvPr id="0" name=""/>
        <dsp:cNvSpPr/>
      </dsp:nvSpPr>
      <dsp:spPr>
        <a:xfrm>
          <a:off x="64289" y="2791464"/>
          <a:ext cx="715683" cy="7156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48DC1A-EC91-407A-92F0-EF740B9BFEB0}">
      <dsp:nvSpPr>
        <dsp:cNvPr id="0" name=""/>
        <dsp:cNvSpPr/>
      </dsp:nvSpPr>
      <dsp:spPr>
        <a:xfrm>
          <a:off x="0" y="161985"/>
          <a:ext cx="3317493" cy="117277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700" kern="1200" dirty="0"/>
            <a:t>Webová a mobilná aplikácia</a:t>
          </a:r>
          <a:endParaRPr lang="en-US" sz="2700" kern="1200" dirty="0"/>
        </a:p>
      </dsp:txBody>
      <dsp:txXfrm>
        <a:off x="57250" y="219235"/>
        <a:ext cx="3202993" cy="1058278"/>
      </dsp:txXfrm>
    </dsp:sp>
    <dsp:sp modelId="{9D99035B-939A-4C66-BF76-B555469F6CBD}">
      <dsp:nvSpPr>
        <dsp:cNvPr id="0" name=""/>
        <dsp:cNvSpPr/>
      </dsp:nvSpPr>
      <dsp:spPr>
        <a:xfrm>
          <a:off x="0" y="1412524"/>
          <a:ext cx="3317493" cy="1172778"/>
        </a:xfrm>
        <a:prstGeom prst="roundRect">
          <a:avLst/>
        </a:prstGeom>
        <a:solidFill>
          <a:schemeClr val="accent5">
            <a:hueOff val="4367846"/>
            <a:satOff val="-22820"/>
            <a:lumOff val="5392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700" kern="1200"/>
            <a:t>Digitalizuje proces</a:t>
          </a:r>
          <a:endParaRPr lang="en-US" sz="2700" kern="1200"/>
        </a:p>
      </dsp:txBody>
      <dsp:txXfrm>
        <a:off x="57250" y="1469774"/>
        <a:ext cx="3202993" cy="1058278"/>
      </dsp:txXfrm>
    </dsp:sp>
    <dsp:sp modelId="{BCE70906-6FC9-40C2-9AB0-59A28A1B3564}">
      <dsp:nvSpPr>
        <dsp:cNvPr id="0" name=""/>
        <dsp:cNvSpPr/>
      </dsp:nvSpPr>
      <dsp:spPr>
        <a:xfrm>
          <a:off x="0" y="2663063"/>
          <a:ext cx="3317493" cy="1172778"/>
        </a:xfrm>
        <a:prstGeom prst="roundRect">
          <a:avLst/>
        </a:prstGeom>
        <a:solidFill>
          <a:schemeClr val="accent5">
            <a:hueOff val="8735693"/>
            <a:satOff val="-45639"/>
            <a:lumOff val="10784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700" kern="1200" dirty="0"/>
            <a:t>Prepája </a:t>
          </a:r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700" kern="1200" dirty="0"/>
            <a:t>pacientov a lekárov </a:t>
          </a:r>
          <a:endParaRPr lang="en-US" sz="2700" kern="1200" dirty="0"/>
        </a:p>
      </dsp:txBody>
      <dsp:txXfrm>
        <a:off x="57250" y="2720313"/>
        <a:ext cx="3202993" cy="10582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CBEAFA-F720-4FF8-85C3-EE952442044F}">
      <dsp:nvSpPr>
        <dsp:cNvPr id="0" name=""/>
        <dsp:cNvSpPr/>
      </dsp:nvSpPr>
      <dsp:spPr>
        <a:xfrm>
          <a:off x="7771001" y="3722989"/>
          <a:ext cx="993538" cy="4728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2222"/>
              </a:lnTo>
              <a:lnTo>
                <a:pt x="993538" y="322222"/>
              </a:lnTo>
              <a:lnTo>
                <a:pt x="993538" y="472834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23274A-F718-4A8C-B548-2165A0FC6078}">
      <dsp:nvSpPr>
        <dsp:cNvPr id="0" name=""/>
        <dsp:cNvSpPr/>
      </dsp:nvSpPr>
      <dsp:spPr>
        <a:xfrm>
          <a:off x="6777462" y="3722989"/>
          <a:ext cx="993538" cy="472834"/>
        </a:xfrm>
        <a:custGeom>
          <a:avLst/>
          <a:gdLst/>
          <a:ahLst/>
          <a:cxnLst/>
          <a:rect l="0" t="0" r="0" b="0"/>
          <a:pathLst>
            <a:path>
              <a:moveTo>
                <a:pt x="993538" y="0"/>
              </a:moveTo>
              <a:lnTo>
                <a:pt x="993538" y="322222"/>
              </a:lnTo>
              <a:lnTo>
                <a:pt x="0" y="322222"/>
              </a:lnTo>
              <a:lnTo>
                <a:pt x="0" y="472834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2B6060-F4E4-4CA9-A0FD-939830BD3B41}">
      <dsp:nvSpPr>
        <dsp:cNvPr id="0" name=""/>
        <dsp:cNvSpPr/>
      </dsp:nvSpPr>
      <dsp:spPr>
        <a:xfrm>
          <a:off x="5287155" y="2217778"/>
          <a:ext cx="2483846" cy="4728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207"/>
              </a:lnTo>
              <a:lnTo>
                <a:pt x="2352689" y="305207"/>
              </a:lnTo>
              <a:lnTo>
                <a:pt x="2352689" y="447866"/>
              </a:lnTo>
            </a:path>
          </a:pathLst>
        </a:custGeom>
        <a:noFill/>
        <a:ln w="15875" cap="flat" cmpd="sng" algn="ctr">
          <a:solidFill>
            <a:srgbClr val="92D05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381AC4-83E8-405A-B85D-E3A200F2AB1E}">
      <dsp:nvSpPr>
        <dsp:cNvPr id="0" name=""/>
        <dsp:cNvSpPr/>
      </dsp:nvSpPr>
      <dsp:spPr>
        <a:xfrm>
          <a:off x="2803308" y="3722989"/>
          <a:ext cx="1987077" cy="4728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207"/>
              </a:lnTo>
              <a:lnTo>
                <a:pt x="1882151" y="305207"/>
              </a:lnTo>
              <a:lnTo>
                <a:pt x="1882151" y="447866"/>
              </a:lnTo>
            </a:path>
          </a:pathLst>
        </a:custGeom>
        <a:noFill/>
        <a:ln w="15875" cap="flat" cmpd="sng" algn="ctr">
          <a:solidFill>
            <a:srgbClr val="5EC795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28A2EE-C62A-43DD-8050-91B21061EB70}">
      <dsp:nvSpPr>
        <dsp:cNvPr id="0" name=""/>
        <dsp:cNvSpPr/>
      </dsp:nvSpPr>
      <dsp:spPr>
        <a:xfrm>
          <a:off x="2757588" y="3722989"/>
          <a:ext cx="91440" cy="4728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47866"/>
              </a:lnTo>
            </a:path>
          </a:pathLst>
        </a:custGeom>
        <a:noFill/>
        <a:ln w="15875" cap="flat" cmpd="sng" algn="ctr">
          <a:solidFill>
            <a:srgbClr val="5EC795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B3C75C-8CA6-4ACE-832D-5804DF2B609C}">
      <dsp:nvSpPr>
        <dsp:cNvPr id="0" name=""/>
        <dsp:cNvSpPr/>
      </dsp:nvSpPr>
      <dsp:spPr>
        <a:xfrm>
          <a:off x="816231" y="3722989"/>
          <a:ext cx="1987077" cy="472834"/>
        </a:xfrm>
        <a:custGeom>
          <a:avLst/>
          <a:gdLst/>
          <a:ahLst/>
          <a:cxnLst/>
          <a:rect l="0" t="0" r="0" b="0"/>
          <a:pathLst>
            <a:path>
              <a:moveTo>
                <a:pt x="1882151" y="0"/>
              </a:moveTo>
              <a:lnTo>
                <a:pt x="1882151" y="305207"/>
              </a:lnTo>
              <a:lnTo>
                <a:pt x="0" y="305207"/>
              </a:lnTo>
              <a:lnTo>
                <a:pt x="0" y="447866"/>
              </a:lnTo>
            </a:path>
          </a:pathLst>
        </a:custGeom>
        <a:noFill/>
        <a:ln w="15875" cap="flat" cmpd="sng" algn="ctr">
          <a:solidFill>
            <a:srgbClr val="5EC795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FF84E9-68AD-4800-B2A1-909B87FDADCE}">
      <dsp:nvSpPr>
        <dsp:cNvPr id="0" name=""/>
        <dsp:cNvSpPr/>
      </dsp:nvSpPr>
      <dsp:spPr>
        <a:xfrm>
          <a:off x="2803308" y="2217778"/>
          <a:ext cx="2483846" cy="472834"/>
        </a:xfrm>
        <a:custGeom>
          <a:avLst/>
          <a:gdLst/>
          <a:ahLst/>
          <a:cxnLst/>
          <a:rect l="0" t="0" r="0" b="0"/>
          <a:pathLst>
            <a:path>
              <a:moveTo>
                <a:pt x="2483846" y="0"/>
              </a:moveTo>
              <a:lnTo>
                <a:pt x="2483846" y="322222"/>
              </a:lnTo>
              <a:lnTo>
                <a:pt x="0" y="322222"/>
              </a:lnTo>
              <a:lnTo>
                <a:pt x="0" y="472834"/>
              </a:lnTo>
            </a:path>
          </a:pathLst>
        </a:custGeom>
        <a:noFill/>
        <a:ln w="15875" cap="flat" cmpd="sng" algn="ctr">
          <a:solidFill>
            <a:srgbClr val="92D05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0636BA-9BB6-4834-B4F9-B898DF9DF1BF}">
      <dsp:nvSpPr>
        <dsp:cNvPr id="0" name=""/>
        <dsp:cNvSpPr/>
      </dsp:nvSpPr>
      <dsp:spPr>
        <a:xfrm>
          <a:off x="4474259" y="1185401"/>
          <a:ext cx="1625790" cy="1032376"/>
        </a:xfrm>
        <a:prstGeom prst="roundRect">
          <a:avLst>
            <a:gd name="adj" fmla="val 10000"/>
          </a:avLst>
        </a:prstGeom>
        <a:solidFill>
          <a:srgbClr val="92D050"/>
        </a:solidFill>
        <a:ln w="2222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D547C46-EAF4-4FE6-A1E6-D24D07004785}">
      <dsp:nvSpPr>
        <dsp:cNvPr id="0" name=""/>
        <dsp:cNvSpPr/>
      </dsp:nvSpPr>
      <dsp:spPr>
        <a:xfrm>
          <a:off x="4654903" y="1357012"/>
          <a:ext cx="1625790" cy="10323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900" kern="1200" dirty="0"/>
            <a:t>eTermín</a:t>
          </a:r>
          <a:endParaRPr lang="en-US" sz="2900" kern="1200" dirty="0"/>
        </a:p>
      </dsp:txBody>
      <dsp:txXfrm>
        <a:off x="4685140" y="1387249"/>
        <a:ext cx="1565316" cy="971902"/>
      </dsp:txXfrm>
    </dsp:sp>
    <dsp:sp modelId="{877150CE-1506-4FF7-B0C8-E168C826700B}">
      <dsp:nvSpPr>
        <dsp:cNvPr id="0" name=""/>
        <dsp:cNvSpPr/>
      </dsp:nvSpPr>
      <dsp:spPr>
        <a:xfrm>
          <a:off x="1990413" y="2690612"/>
          <a:ext cx="1625790" cy="103237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4E502FF-189E-4B43-8B4D-DE4009B0989C}">
      <dsp:nvSpPr>
        <dsp:cNvPr id="0" name=""/>
        <dsp:cNvSpPr/>
      </dsp:nvSpPr>
      <dsp:spPr>
        <a:xfrm>
          <a:off x="2171056" y="2862223"/>
          <a:ext cx="1625790" cy="10323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1500" kern="1200" dirty="0"/>
            <a:t>Pacientsky portál</a:t>
          </a:r>
          <a:endParaRPr lang="en-US" sz="1500" kern="1200" dirty="0"/>
        </a:p>
      </dsp:txBody>
      <dsp:txXfrm>
        <a:off x="2201293" y="2892460"/>
        <a:ext cx="1565316" cy="971902"/>
      </dsp:txXfrm>
    </dsp:sp>
    <dsp:sp modelId="{FEE6B1F7-E40A-4652-866C-1B42912FDB91}">
      <dsp:nvSpPr>
        <dsp:cNvPr id="0" name=""/>
        <dsp:cNvSpPr/>
      </dsp:nvSpPr>
      <dsp:spPr>
        <a:xfrm>
          <a:off x="3336" y="4195823"/>
          <a:ext cx="1625790" cy="1032376"/>
        </a:xfrm>
        <a:prstGeom prst="roundRect">
          <a:avLst>
            <a:gd name="adj" fmla="val 10000"/>
          </a:avLst>
        </a:prstGeom>
        <a:solidFill>
          <a:srgbClr val="5EC795">
            <a:hueOff val="0"/>
            <a:satOff val="0"/>
            <a:lumOff val="0"/>
            <a:alphaOff val="0"/>
          </a:srgbClr>
        </a:solidFill>
        <a:ln w="2222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A1F5F0D-301A-4634-B38E-1C023E293A28}">
      <dsp:nvSpPr>
        <dsp:cNvPr id="0" name=""/>
        <dsp:cNvSpPr/>
      </dsp:nvSpPr>
      <dsp:spPr>
        <a:xfrm>
          <a:off x="183979" y="4367434"/>
          <a:ext cx="1625790" cy="1032376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5875" cap="flat" cmpd="sng" algn="ctr">
          <a:solidFill>
            <a:srgbClr val="5EC795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/>
              <a:ea typeface="+mn-ea"/>
              <a:cs typeface="+mn-cs"/>
            </a:rPr>
            <a:t>Vyhľadávanie lekára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/>
            <a:ea typeface="+mn-ea"/>
            <a:cs typeface="+mn-cs"/>
          </a:endParaRPr>
        </a:p>
      </dsp:txBody>
      <dsp:txXfrm>
        <a:off x="214216" y="4397671"/>
        <a:ext cx="1565316" cy="971902"/>
      </dsp:txXfrm>
    </dsp:sp>
    <dsp:sp modelId="{C1D03790-1868-4C7E-847E-D14B1997074B}">
      <dsp:nvSpPr>
        <dsp:cNvPr id="0" name=""/>
        <dsp:cNvSpPr/>
      </dsp:nvSpPr>
      <dsp:spPr>
        <a:xfrm>
          <a:off x="1990413" y="4195823"/>
          <a:ext cx="1625790" cy="1032376"/>
        </a:xfrm>
        <a:prstGeom prst="roundRect">
          <a:avLst>
            <a:gd name="adj" fmla="val 10000"/>
          </a:avLst>
        </a:prstGeom>
        <a:solidFill>
          <a:srgbClr val="5EC795">
            <a:hueOff val="0"/>
            <a:satOff val="0"/>
            <a:lumOff val="0"/>
            <a:alphaOff val="0"/>
          </a:srgbClr>
        </a:solidFill>
        <a:ln w="2222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13D8BD1-9DCB-4CAF-93E1-326B489FD8AE}">
      <dsp:nvSpPr>
        <dsp:cNvPr id="0" name=""/>
        <dsp:cNvSpPr/>
      </dsp:nvSpPr>
      <dsp:spPr>
        <a:xfrm>
          <a:off x="2171056" y="4367434"/>
          <a:ext cx="1625790" cy="1032376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5875" cap="flat" cmpd="sng" algn="ctr">
          <a:solidFill>
            <a:srgbClr val="5EC795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/>
              <a:ea typeface="+mn-ea"/>
              <a:cs typeface="+mn-cs"/>
            </a:rPr>
            <a:t>Prehľad termínov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/>
            <a:ea typeface="+mn-ea"/>
            <a:cs typeface="+mn-cs"/>
          </a:endParaRPr>
        </a:p>
      </dsp:txBody>
      <dsp:txXfrm>
        <a:off x="2201293" y="4397671"/>
        <a:ext cx="1565316" cy="971902"/>
      </dsp:txXfrm>
    </dsp:sp>
    <dsp:sp modelId="{2ED9699D-EEF4-41FC-9FBD-9A0E91A436D9}">
      <dsp:nvSpPr>
        <dsp:cNvPr id="0" name=""/>
        <dsp:cNvSpPr/>
      </dsp:nvSpPr>
      <dsp:spPr>
        <a:xfrm>
          <a:off x="3977490" y="4195823"/>
          <a:ext cx="1625790" cy="1032376"/>
        </a:xfrm>
        <a:prstGeom prst="roundRect">
          <a:avLst>
            <a:gd name="adj" fmla="val 10000"/>
          </a:avLst>
        </a:prstGeom>
        <a:solidFill>
          <a:srgbClr val="5EC795">
            <a:hueOff val="0"/>
            <a:satOff val="0"/>
            <a:lumOff val="0"/>
            <a:alphaOff val="0"/>
          </a:srgbClr>
        </a:solidFill>
        <a:ln w="2222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2D86782-E476-4315-9D90-01B9188D9A6A}">
      <dsp:nvSpPr>
        <dsp:cNvPr id="0" name=""/>
        <dsp:cNvSpPr/>
      </dsp:nvSpPr>
      <dsp:spPr>
        <a:xfrm>
          <a:off x="4158134" y="4367434"/>
          <a:ext cx="1625790" cy="1032376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5875" cap="flat" cmpd="sng" algn="ctr">
          <a:solidFill>
            <a:srgbClr val="5EC795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/>
              <a:ea typeface="+mn-ea"/>
              <a:cs typeface="+mn-cs"/>
            </a:rPr>
            <a:t>Rezervácia</a:t>
          </a:r>
          <a:r>
            <a:rPr lang="sk-SK" sz="2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/>
              <a:ea typeface="+mn-ea"/>
              <a:cs typeface="+mn-cs"/>
            </a:rPr>
            <a:t> </a:t>
          </a:r>
          <a:r>
            <a:rPr lang="sk-SK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/>
              <a:ea typeface="+mn-ea"/>
              <a:cs typeface="+mn-cs"/>
            </a:rPr>
            <a:t>návštevy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/>
            <a:ea typeface="+mn-ea"/>
            <a:cs typeface="+mn-cs"/>
          </a:endParaRPr>
        </a:p>
      </dsp:txBody>
      <dsp:txXfrm>
        <a:off x="4188371" y="4397671"/>
        <a:ext cx="1565316" cy="971902"/>
      </dsp:txXfrm>
    </dsp:sp>
    <dsp:sp modelId="{62E72D48-D2F6-4274-9D8E-AC1B943AF0BC}">
      <dsp:nvSpPr>
        <dsp:cNvPr id="0" name=""/>
        <dsp:cNvSpPr/>
      </dsp:nvSpPr>
      <dsp:spPr>
        <a:xfrm>
          <a:off x="6958106" y="2690612"/>
          <a:ext cx="1625790" cy="1032376"/>
        </a:xfrm>
        <a:prstGeom prst="roundRect">
          <a:avLst>
            <a:gd name="adj" fmla="val 10000"/>
          </a:avLst>
        </a:prstGeom>
        <a:solidFill>
          <a:srgbClr val="4DADCF">
            <a:hueOff val="0"/>
            <a:satOff val="0"/>
            <a:lumOff val="0"/>
            <a:alphaOff val="0"/>
          </a:srgbClr>
        </a:solidFill>
        <a:ln w="2222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682DDB7-0493-4D3B-BE9F-F3B77EC84507}">
      <dsp:nvSpPr>
        <dsp:cNvPr id="0" name=""/>
        <dsp:cNvSpPr/>
      </dsp:nvSpPr>
      <dsp:spPr>
        <a:xfrm>
          <a:off x="7138749" y="2862223"/>
          <a:ext cx="1625790" cy="1032376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5875" cap="flat" cmpd="sng" algn="ctr">
          <a:solidFill>
            <a:srgbClr val="4DADC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/>
              <a:ea typeface="+mn-ea"/>
              <a:cs typeface="+mn-cs"/>
            </a:rPr>
            <a:t>Administratívny portál</a:t>
          </a:r>
          <a:endParaRPr lang="en-US" sz="15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/>
            <a:ea typeface="+mn-ea"/>
            <a:cs typeface="+mn-cs"/>
          </a:endParaRPr>
        </a:p>
      </dsp:txBody>
      <dsp:txXfrm>
        <a:off x="7168986" y="2892460"/>
        <a:ext cx="1565316" cy="971902"/>
      </dsp:txXfrm>
    </dsp:sp>
    <dsp:sp modelId="{A8CB4F81-FF69-4A0B-A27B-1946FB954873}">
      <dsp:nvSpPr>
        <dsp:cNvPr id="0" name=""/>
        <dsp:cNvSpPr/>
      </dsp:nvSpPr>
      <dsp:spPr>
        <a:xfrm>
          <a:off x="5964567" y="4195823"/>
          <a:ext cx="1625790" cy="103237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DE0426A-7448-4AB8-8E25-565FFF7964D5}">
      <dsp:nvSpPr>
        <dsp:cNvPr id="0" name=""/>
        <dsp:cNvSpPr/>
      </dsp:nvSpPr>
      <dsp:spPr>
        <a:xfrm>
          <a:off x="6145211" y="4367434"/>
          <a:ext cx="1625790" cy="10323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/>
              <a:ea typeface="+mn-ea"/>
              <a:cs typeface="+mn-cs"/>
            </a:rPr>
            <a:t>Správa</a:t>
          </a:r>
          <a:r>
            <a:rPr lang="sk-SK" sz="2200" kern="1200" dirty="0"/>
            <a:t> </a:t>
          </a:r>
          <a:r>
            <a:rPr lang="sk-SK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/>
              <a:ea typeface="+mn-ea"/>
              <a:cs typeface="+mn-cs"/>
            </a:rPr>
            <a:t>kalendára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/>
            <a:ea typeface="+mn-ea"/>
            <a:cs typeface="+mn-cs"/>
          </a:endParaRPr>
        </a:p>
      </dsp:txBody>
      <dsp:txXfrm>
        <a:off x="6175448" y="4397671"/>
        <a:ext cx="1565316" cy="971902"/>
      </dsp:txXfrm>
    </dsp:sp>
    <dsp:sp modelId="{2FC3F9B4-A260-4EAD-9451-1A57ADE6FB08}">
      <dsp:nvSpPr>
        <dsp:cNvPr id="0" name=""/>
        <dsp:cNvSpPr/>
      </dsp:nvSpPr>
      <dsp:spPr>
        <a:xfrm>
          <a:off x="7951644" y="4195823"/>
          <a:ext cx="1625790" cy="103237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38D459D-7F9E-4A63-AE8E-6B3ED42F6687}">
      <dsp:nvSpPr>
        <dsp:cNvPr id="0" name=""/>
        <dsp:cNvSpPr/>
      </dsp:nvSpPr>
      <dsp:spPr>
        <a:xfrm>
          <a:off x="8132288" y="4367434"/>
          <a:ext cx="1625790" cy="10323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/>
              <a:ea typeface="+mn-ea"/>
              <a:cs typeface="+mn-cs"/>
            </a:rPr>
            <a:t>Správa</a:t>
          </a:r>
          <a:r>
            <a:rPr lang="sk-SK" sz="2200" kern="1200" dirty="0"/>
            <a:t> </a:t>
          </a:r>
          <a:r>
            <a:rPr lang="sk-SK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 panose="020B0604020202020204"/>
              <a:ea typeface="+mn-ea"/>
              <a:cs typeface="+mn-cs"/>
            </a:rPr>
            <a:t>záznamov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 panose="020B0604020202020204"/>
            <a:ea typeface="+mn-ea"/>
            <a:cs typeface="+mn-cs"/>
          </a:endParaRPr>
        </a:p>
      </dsp:txBody>
      <dsp:txXfrm>
        <a:off x="8162525" y="4397671"/>
        <a:ext cx="1565316" cy="9719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EB5DD3-0B22-494C-BEEF-5162078CA747}">
      <dsp:nvSpPr>
        <dsp:cNvPr id="0" name=""/>
        <dsp:cNvSpPr/>
      </dsp:nvSpPr>
      <dsp:spPr>
        <a:xfrm>
          <a:off x="0" y="0"/>
          <a:ext cx="29081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ABFB1-7419-48F4-B04E-8F1475341958}">
      <dsp:nvSpPr>
        <dsp:cNvPr id="0" name=""/>
        <dsp:cNvSpPr/>
      </dsp:nvSpPr>
      <dsp:spPr>
        <a:xfrm>
          <a:off x="0" y="0"/>
          <a:ext cx="2908167" cy="99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4500" kern="1200" dirty="0"/>
            <a:t>Intuitívna </a:t>
          </a:r>
          <a:endParaRPr lang="en-US" sz="4500" kern="1200" dirty="0"/>
        </a:p>
      </dsp:txBody>
      <dsp:txXfrm>
        <a:off x="0" y="0"/>
        <a:ext cx="2908167" cy="999456"/>
      </dsp:txXfrm>
    </dsp:sp>
    <dsp:sp modelId="{4214E725-154A-4C77-A780-3CCF82AAB322}">
      <dsp:nvSpPr>
        <dsp:cNvPr id="0" name=""/>
        <dsp:cNvSpPr/>
      </dsp:nvSpPr>
      <dsp:spPr>
        <a:xfrm>
          <a:off x="0" y="999456"/>
          <a:ext cx="290816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12C6CF-A998-4C57-8744-D2519EF928EE}">
      <dsp:nvSpPr>
        <dsp:cNvPr id="0" name=""/>
        <dsp:cNvSpPr/>
      </dsp:nvSpPr>
      <dsp:spPr>
        <a:xfrm>
          <a:off x="0" y="999456"/>
          <a:ext cx="2908167" cy="99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4500" kern="1200" dirty="0"/>
            <a:t>Bezpečná</a:t>
          </a:r>
          <a:endParaRPr lang="en-US" sz="4500" kern="1200" dirty="0"/>
        </a:p>
      </dsp:txBody>
      <dsp:txXfrm>
        <a:off x="0" y="999456"/>
        <a:ext cx="2908167" cy="999456"/>
      </dsp:txXfrm>
    </dsp:sp>
    <dsp:sp modelId="{89911CF5-3364-4BD4-9681-9C1DB2CCCB17}">
      <dsp:nvSpPr>
        <dsp:cNvPr id="0" name=""/>
        <dsp:cNvSpPr/>
      </dsp:nvSpPr>
      <dsp:spPr>
        <a:xfrm>
          <a:off x="0" y="1998913"/>
          <a:ext cx="290816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4EE77B-3212-4191-97DD-B07D3F94EAE6}">
      <dsp:nvSpPr>
        <dsp:cNvPr id="0" name=""/>
        <dsp:cNvSpPr/>
      </dsp:nvSpPr>
      <dsp:spPr>
        <a:xfrm>
          <a:off x="0" y="1998913"/>
          <a:ext cx="2908167" cy="99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4500" kern="1200" dirty="0"/>
            <a:t>Praktická</a:t>
          </a:r>
          <a:endParaRPr lang="en-US" sz="4500" kern="1200" dirty="0"/>
        </a:p>
      </dsp:txBody>
      <dsp:txXfrm>
        <a:off x="0" y="1998913"/>
        <a:ext cx="2908167" cy="999456"/>
      </dsp:txXfrm>
    </dsp:sp>
    <dsp:sp modelId="{3781E31C-009A-490F-A4AD-0979BC29A34D}">
      <dsp:nvSpPr>
        <dsp:cNvPr id="0" name=""/>
        <dsp:cNvSpPr/>
      </dsp:nvSpPr>
      <dsp:spPr>
        <a:xfrm>
          <a:off x="0" y="2998370"/>
          <a:ext cx="290816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F9D4B5-A6A5-44F3-AEEB-E8E138A3E5D5}">
      <dsp:nvSpPr>
        <dsp:cNvPr id="0" name=""/>
        <dsp:cNvSpPr/>
      </dsp:nvSpPr>
      <dsp:spPr>
        <a:xfrm>
          <a:off x="0" y="2998370"/>
          <a:ext cx="2908167" cy="99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4500" kern="1200" dirty="0" err="1"/>
            <a:t>Efektívná</a:t>
          </a:r>
          <a:endParaRPr lang="en-US" sz="4500" kern="1200" dirty="0"/>
        </a:p>
      </dsp:txBody>
      <dsp:txXfrm>
        <a:off x="0" y="2998370"/>
        <a:ext cx="2908167" cy="9994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7FFE-4F0F-4902-AEAC-F0AEB805CA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AE3E670-7219-4586-A283-D3B9513AADF7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079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7FFE-4F0F-4902-AEAC-F0AEB805CA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E670-7219-4586-A283-D3B9513AADF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208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7FFE-4F0F-4902-AEAC-F0AEB805CA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E670-7219-4586-A283-D3B9513AA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069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7FFE-4F0F-4902-AEAC-F0AEB805CA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E670-7219-4586-A283-D3B9513AADF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438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7FFE-4F0F-4902-AEAC-F0AEB805CA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E670-7219-4586-A283-D3B9513AA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220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7FFE-4F0F-4902-AEAC-F0AEB805CA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E670-7219-4586-A283-D3B9513AADF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625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7FFE-4F0F-4902-AEAC-F0AEB805CA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E670-7219-4586-A283-D3B9513AA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896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7FFE-4F0F-4902-AEAC-F0AEB805CA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E670-7219-4586-A283-D3B9513AA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18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7FFE-4F0F-4902-AEAC-F0AEB805CA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E670-7219-4586-A283-D3B9513AA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260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7FFE-4F0F-4902-AEAC-F0AEB805CA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E670-7219-4586-A283-D3B9513AA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38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7FFE-4F0F-4902-AEAC-F0AEB805CA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E670-7219-4586-A283-D3B9513AA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77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E4647FFE-4F0F-4902-AEAC-F0AEB805CA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E3E670-7219-4586-A283-D3B9513AADF7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016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2.png"/><Relationship Id="rId7" Type="http://schemas.openxmlformats.org/officeDocument/2006/relationships/diagramData" Target="../diagrams/data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11" Type="http://schemas.microsoft.com/office/2007/relationships/diagramDrawing" Target="../diagrams/drawing1.xml"/><Relationship Id="rId5" Type="http://schemas.openxmlformats.org/officeDocument/2006/relationships/image" Target="../media/image5.jpg"/><Relationship Id="rId10" Type="http://schemas.openxmlformats.org/officeDocument/2006/relationships/diagramColors" Target="../diagrams/colors1.xml"/><Relationship Id="rId4" Type="http://schemas.openxmlformats.org/officeDocument/2006/relationships/image" Target="../media/image3.png"/><Relationship Id="rId9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2.png"/><Relationship Id="rId7" Type="http://schemas.openxmlformats.org/officeDocument/2006/relationships/diagramLayout" Target="../diagrams/layout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2.xml"/><Relationship Id="rId5" Type="http://schemas.openxmlformats.org/officeDocument/2006/relationships/image" Target="../media/image7.jpeg"/><Relationship Id="rId10" Type="http://schemas.microsoft.com/office/2007/relationships/diagramDrawing" Target="../diagrams/drawing2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openxmlformats.org/officeDocument/2006/relationships/image" Target="../media/image2.png"/><Relationship Id="rId7" Type="http://schemas.openxmlformats.org/officeDocument/2006/relationships/diagramLayout" Target="../diagrams/layout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4.xml"/><Relationship Id="rId5" Type="http://schemas.openxmlformats.org/officeDocument/2006/relationships/image" Target="../media/image8.jpg"/><Relationship Id="rId10" Type="http://schemas.microsoft.com/office/2007/relationships/diagramDrawing" Target="../diagrams/drawing4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67C5E-D395-8E52-7487-16A9895C9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2716CE-F2ED-6FF5-3F6F-4EF5DFD7A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017" y="3428998"/>
            <a:ext cx="7701857" cy="2268559"/>
          </a:xfrm>
        </p:spPr>
        <p:txBody>
          <a:bodyPr>
            <a:noAutofit/>
          </a:bodyPr>
          <a:lstStyle/>
          <a:p>
            <a:r>
              <a:rPr lang="sk-SK" sz="4900" b="1" i="1"/>
              <a:t>eTermín</a:t>
            </a:r>
            <a:r>
              <a:rPr lang="sk-SK" sz="4900" b="1"/>
              <a:t>: </a:t>
            </a:r>
            <a:br>
              <a:rPr lang="sk-SK" sz="4900" b="1"/>
            </a:br>
            <a:r>
              <a:rPr lang="sk-SK" sz="4900" b="1"/>
              <a:t>Digitálne zdravotníctvo</a:t>
            </a:r>
            <a:endParaRPr lang="en-US" sz="4900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4EB6F7F-A7F0-5E14-DC4F-49F3673E5F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sk-SK"/>
              <a:t>Terminátori: </a:t>
            </a:r>
          </a:p>
          <a:p>
            <a:r>
              <a:rPr lang="sk-SK"/>
              <a:t>Damián Kaszycki, Richard Rúš, Ľudmila</a:t>
            </a:r>
            <a:r>
              <a:rPr lang="en-US"/>
              <a:t> </a:t>
            </a:r>
            <a:r>
              <a:rPr lang="sk-SK"/>
              <a:t>Koperdáková, Samuel Budinský</a:t>
            </a:r>
            <a:endParaRPr lang="en-US" dirty="0"/>
          </a:p>
        </p:txBody>
      </p:sp>
      <p:pic>
        <p:nvPicPr>
          <p:cNvPr id="5" name="Obrázok 4" descr="Obrázok, na ktorom je snímka obrazovky&#10;&#10;Obsah vygenerovaný pomocou AI môže byť nesprávny.">
            <a:extLst>
              <a:ext uri="{FF2B5EF4-FFF2-40B4-BE49-F238E27FC236}">
                <a16:creationId xmlns:a16="http://schemas.microsoft.com/office/drawing/2014/main" id="{AA5019F7-FED3-A897-12A2-43554EE15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869" y="3172329"/>
            <a:ext cx="857250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60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1">
            <a:extLst>
              <a:ext uri="{FF2B5EF4-FFF2-40B4-BE49-F238E27FC236}">
                <a16:creationId xmlns:a16="http://schemas.microsoft.com/office/drawing/2014/main" id="{B9EEB229-3EBA-4333-B94C-ED62EC101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13">
            <a:extLst>
              <a:ext uri="{FF2B5EF4-FFF2-40B4-BE49-F238E27FC236}">
                <a16:creationId xmlns:a16="http://schemas.microsoft.com/office/drawing/2014/main" id="{B4666C73-1C44-4BD3-9529-A7E02C6A8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28" name="Picture 15">
            <a:extLst>
              <a:ext uri="{FF2B5EF4-FFF2-40B4-BE49-F238E27FC236}">
                <a16:creationId xmlns:a16="http://schemas.microsoft.com/office/drawing/2014/main" id="{723E4E2F-EA2E-477B-A595-C5A5F62E9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29" name="Rectangle 17">
            <a:extLst>
              <a:ext uri="{FF2B5EF4-FFF2-40B4-BE49-F238E27FC236}">
                <a16:creationId xmlns:a16="http://schemas.microsoft.com/office/drawing/2014/main" id="{B6500FA0-D185-45FF-9F47-EF5FB7158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19">
            <a:extLst>
              <a:ext uri="{FF2B5EF4-FFF2-40B4-BE49-F238E27FC236}">
                <a16:creationId xmlns:a16="http://schemas.microsoft.com/office/drawing/2014/main" id="{7273825F-243F-467C-8349-B97E81C3E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21">
            <a:extLst>
              <a:ext uri="{FF2B5EF4-FFF2-40B4-BE49-F238E27FC236}">
                <a16:creationId xmlns:a16="http://schemas.microsoft.com/office/drawing/2014/main" id="{255659AF-6F61-42EF-B761-0862A79DB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CB60468-FAC7-6639-CBC0-E4221D828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4" y="808056"/>
            <a:ext cx="3969504" cy="1077229"/>
          </a:xfrm>
        </p:spPr>
        <p:txBody>
          <a:bodyPr>
            <a:normAutofit/>
          </a:bodyPr>
          <a:lstStyle/>
          <a:p>
            <a:pPr algn="l"/>
            <a:r>
              <a:rPr lang="sk-SK" b="1"/>
              <a:t>Aktuálna situácia v zdravotníctve</a:t>
            </a:r>
            <a:endParaRPr lang="en-US"/>
          </a:p>
        </p:txBody>
      </p:sp>
      <p:pic>
        <p:nvPicPr>
          <p:cNvPr id="7" name="Obrázok 6" descr="Obrázok, na ktorom je ošatenie, osoba, obuv, džínsy&#10;&#10;Obsah vygenerovaný pomocou AI môže byť nesprávny.">
            <a:extLst>
              <a:ext uri="{FF2B5EF4-FFF2-40B4-BE49-F238E27FC236}">
                <a16:creationId xmlns:a16="http://schemas.microsoft.com/office/drawing/2014/main" id="{29A22A00-2A11-A78C-3B70-B96E37D733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5575" y="641207"/>
            <a:ext cx="3927003" cy="2621275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pic>
        <p:nvPicPr>
          <p:cNvPr id="5" name="Obrázok 4" descr="Obrázok, na ktorom je vnútri, osoba, počítač, stena&#10;&#10;Obsah vygenerovaný pomocou AI môže byť nesprávny.">
            <a:extLst>
              <a:ext uri="{FF2B5EF4-FFF2-40B4-BE49-F238E27FC236}">
                <a16:creationId xmlns:a16="http://schemas.microsoft.com/office/drawing/2014/main" id="{28CBD7B6-0C50-7CCF-D870-EBA38EC95E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93" y="3590198"/>
            <a:ext cx="3941766" cy="2621275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32" name="Rectangle 23">
            <a:extLst>
              <a:ext uri="{FF2B5EF4-FFF2-40B4-BE49-F238E27FC236}">
                <a16:creationId xmlns:a16="http://schemas.microsoft.com/office/drawing/2014/main" id="{00650157-038B-4377-BAFA-B12FF57E0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B0006D0-48E8-5450-7778-F08ECA1103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6271818"/>
              </p:ext>
            </p:extLst>
          </p:nvPr>
        </p:nvGraphicFramePr>
        <p:xfrm>
          <a:off x="1162294" y="2036223"/>
          <a:ext cx="5192765" cy="37217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69079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8CD557CE-2AB8-44E1-AABA-A21D2274F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7" name="Picture 2056">
            <a:extLst>
              <a:ext uri="{FF2B5EF4-FFF2-40B4-BE49-F238E27FC236}">
                <a16:creationId xmlns:a16="http://schemas.microsoft.com/office/drawing/2014/main" id="{58DCB6E5-A344-4A17-A353-EC4D71E6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2059" name="Picture 2058">
            <a:extLst>
              <a:ext uri="{FF2B5EF4-FFF2-40B4-BE49-F238E27FC236}">
                <a16:creationId xmlns:a16="http://schemas.microsoft.com/office/drawing/2014/main" id="{4D82F4F2-6117-4CCD-94A7-4AFD603EC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2061" name="Rectangle 2060">
            <a:extLst>
              <a:ext uri="{FF2B5EF4-FFF2-40B4-BE49-F238E27FC236}">
                <a16:creationId xmlns:a16="http://schemas.microsoft.com/office/drawing/2014/main" id="{3CCA9FB2-FFC7-4B6D-8E30-9D2CC14E7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3CF6D6F6-E7F9-4521-BD22-74A61D8ED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1B566E74-1425-46AC-885D-D2DAEE365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D6A0F29-C558-DA47-D07C-F07C69F31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4" y="808056"/>
            <a:ext cx="3317492" cy="1077229"/>
          </a:xfrm>
        </p:spPr>
        <p:txBody>
          <a:bodyPr>
            <a:normAutofit/>
          </a:bodyPr>
          <a:lstStyle/>
          <a:p>
            <a:pPr algn="l"/>
            <a:r>
              <a:rPr lang="sk-SK" b="1" dirty="0"/>
              <a:t>Čo je eTermín?</a:t>
            </a:r>
            <a:endParaRPr lang="en-US" dirty="0"/>
          </a:p>
        </p:txBody>
      </p:sp>
      <p:pic>
        <p:nvPicPr>
          <p:cNvPr id="2050" name="Picture 2" descr="800+ Booking Medical Appointment Stock Illustrations, Royalty-Free Vector  Graphics &amp; Clip Art - iStock">
            <a:extLst>
              <a:ext uri="{FF2B5EF4-FFF2-40B4-BE49-F238E27FC236}">
                <a16:creationId xmlns:a16="http://schemas.microsoft.com/office/drawing/2014/main" id="{B04E7260-618C-5C65-B1F3-CFA5DA220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4766" y="1103522"/>
            <a:ext cx="4651619" cy="4651619"/>
          </a:xfrm>
          <a:prstGeom prst="rect">
            <a:avLst/>
          </a:prstGeom>
          <a:noFill/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7" name="Rectangle 2066">
            <a:extLst>
              <a:ext uri="{FF2B5EF4-FFF2-40B4-BE49-F238E27FC236}">
                <a16:creationId xmlns:a16="http://schemas.microsoft.com/office/drawing/2014/main" id="{06858379-D070-40E4-8A3D-F29E90C5C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D43C1B9E-F645-59FB-37D1-C746A6A443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6907777"/>
              </p:ext>
            </p:extLst>
          </p:nvPr>
        </p:nvGraphicFramePr>
        <p:xfrm>
          <a:off x="1969803" y="2052116"/>
          <a:ext cx="3317493" cy="3997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895377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Zástupný objekt pre obsah 2">
            <a:extLst>
              <a:ext uri="{FF2B5EF4-FFF2-40B4-BE49-F238E27FC236}">
                <a16:creationId xmlns:a16="http://schemas.microsoft.com/office/drawing/2014/main" id="{EC105955-69CE-F36B-20DC-71BDB2CF85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8005643"/>
              </p:ext>
            </p:extLst>
          </p:nvPr>
        </p:nvGraphicFramePr>
        <p:xfrm>
          <a:off x="1215292" y="476656"/>
          <a:ext cx="9761415" cy="6585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Nadpis 1">
            <a:extLst>
              <a:ext uri="{FF2B5EF4-FFF2-40B4-BE49-F238E27FC236}">
                <a16:creationId xmlns:a16="http://schemas.microsoft.com/office/drawing/2014/main" id="{E225F018-1967-046F-F080-8CF98629FC76}"/>
              </a:ext>
            </a:extLst>
          </p:cNvPr>
          <p:cNvSpPr txBox="1">
            <a:spLocks/>
          </p:cNvSpPr>
          <p:nvPr/>
        </p:nvSpPr>
        <p:spPr>
          <a:xfrm>
            <a:off x="1965960" y="804672"/>
            <a:ext cx="7958331" cy="1077229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sk-SK" b="1" dirty="0"/>
              <a:t>Architektúra systému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036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0C8693A-B687-4F5E-B86B-B4F11D523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51084F9-D042-49BE-9E1A-43E583B98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E65CA45-264D-4FD3-9249-3CB04EC97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7B58214-716F-43B8-8272-85CE2B9AB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5C070E-7DB1-4147-B6A8-D14B9C40E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1070C9-36CD-4B65-8159-324995821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5B292F0-4159-A55F-105A-5D9EA35FB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3" y="808056"/>
            <a:ext cx="8608037" cy="1077229"/>
          </a:xfrm>
        </p:spPr>
        <p:txBody>
          <a:bodyPr>
            <a:normAutofit/>
          </a:bodyPr>
          <a:lstStyle/>
          <a:p>
            <a:pPr algn="l"/>
            <a:r>
              <a:rPr lang="sk-SK" b="1" dirty="0"/>
              <a:t>Výsledok projektu</a:t>
            </a:r>
            <a:br>
              <a:rPr lang="en-US" dirty="0"/>
            </a:br>
            <a:endParaRPr lang="en-US"/>
          </a:p>
        </p:txBody>
      </p:sp>
      <p:pic>
        <p:nvPicPr>
          <p:cNvPr id="6" name="Obrázok 5" descr="Obrázok, na ktorom je osoba, mobilný telefón, komunikačné zariadenie, prenosné komunikačné zariadenie&#10;&#10;Obsah vygenerovaný pomocou AI môže byť nesprávny.">
            <a:extLst>
              <a:ext uri="{FF2B5EF4-FFF2-40B4-BE49-F238E27FC236}">
                <a16:creationId xmlns:a16="http://schemas.microsoft.com/office/drawing/2014/main" id="{F8AD55F3-A863-D681-495F-ED2F4B0391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0" b="2"/>
          <a:stretch>
            <a:fillRect/>
          </a:stretch>
        </p:blipFill>
        <p:spPr>
          <a:xfrm>
            <a:off x="5432992" y="2348779"/>
            <a:ext cx="4818974" cy="3373468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9C35FB2-5194-4BE0-92D0-464E2B711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Zástupný objekt pre obsah 2">
            <a:extLst>
              <a:ext uri="{FF2B5EF4-FFF2-40B4-BE49-F238E27FC236}">
                <a16:creationId xmlns:a16="http://schemas.microsoft.com/office/drawing/2014/main" id="{D9A86721-906F-7EEE-EB74-23EE6081AA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7993317"/>
              </p:ext>
            </p:extLst>
          </p:nvPr>
        </p:nvGraphicFramePr>
        <p:xfrm>
          <a:off x="1975805" y="2052116"/>
          <a:ext cx="2908167" cy="3997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257600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98471F-543D-AD39-C5FE-69A67B33E6FA}"/>
              </a:ext>
            </a:extLst>
          </p:cNvPr>
          <p:cNvSpPr txBox="1">
            <a:spLocks/>
          </p:cNvSpPr>
          <p:nvPr/>
        </p:nvSpPr>
        <p:spPr>
          <a:xfrm>
            <a:off x="2116834" y="2890385"/>
            <a:ext cx="7958331" cy="1077229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sk-SK" sz="4800" b="1" i="1"/>
              <a:t>Ďakujeme</a:t>
            </a:r>
            <a:r>
              <a:rPr lang="sk-SK"/>
              <a:t> </a:t>
            </a:r>
            <a:r>
              <a:rPr lang="sk-SK" sz="4800" b="1" i="1"/>
              <a:t>za</a:t>
            </a:r>
            <a:r>
              <a:rPr lang="sk-SK"/>
              <a:t> </a:t>
            </a:r>
            <a:r>
              <a:rPr lang="sk-SK" sz="4800" b="1" i="1"/>
              <a:t>pozornosť</a:t>
            </a:r>
            <a:endParaRPr lang="en-US" sz="4800" b="1" i="1" dirty="0"/>
          </a:p>
        </p:txBody>
      </p:sp>
    </p:spTree>
    <p:extLst>
      <p:ext uri="{BB962C8B-B14F-4D97-AF65-F5344CB8AC3E}">
        <p14:creationId xmlns:p14="http://schemas.microsoft.com/office/powerpoint/2010/main" val="526567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5900A93CADD9146B97D13EE264E0BE0" ma:contentTypeVersion="6" ma:contentTypeDescription="Umožňuje vytvoriť nový dokument." ma:contentTypeScope="" ma:versionID="cd477714798ddf8faab23971742dc57a">
  <xsd:schema xmlns:xsd="http://www.w3.org/2001/XMLSchema" xmlns:xs="http://www.w3.org/2001/XMLSchema" xmlns:p="http://schemas.microsoft.com/office/2006/metadata/properties" xmlns:ns3="23211cc3-a239-4d20-8a1d-d328eef66f23" targetNamespace="http://schemas.microsoft.com/office/2006/metadata/properties" ma:root="true" ma:fieldsID="d843b9f2aee8c2218d104ea09f9cd760" ns3:_="">
    <xsd:import namespace="23211cc3-a239-4d20-8a1d-d328eef66f2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211cc3-a239-4d20-8a1d-d328eef66f2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3211cc3-a239-4d20-8a1d-d328eef66f23" xsi:nil="true"/>
  </documentManagement>
</p:properties>
</file>

<file path=customXml/itemProps1.xml><?xml version="1.0" encoding="utf-8"?>
<ds:datastoreItem xmlns:ds="http://schemas.openxmlformats.org/officeDocument/2006/customXml" ds:itemID="{8A0CE405-EB8F-4178-B78A-803444BE99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211cc3-a239-4d20-8a1d-d328eef66f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C307677-EAB0-4FE8-BD0D-29B32A402F7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4BAEE9-1742-4246-85F4-37BF2C4F7AEB}">
  <ds:schemaRefs>
    <ds:schemaRef ds:uri="23211cc3-a239-4d20-8a1d-d328eef66f23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707</TotalTime>
  <Words>70</Words>
  <Application>Microsoft Office PowerPoint</Application>
  <PresentationFormat>Širokouhlá</PresentationFormat>
  <Paragraphs>28</Paragraphs>
  <Slides>6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6</vt:i4>
      </vt:variant>
    </vt:vector>
  </HeadingPairs>
  <TitlesOfParts>
    <vt:vector size="11" baseType="lpstr">
      <vt:lpstr>Arial</vt:lpstr>
      <vt:lpstr>MS Shell Dlg 2</vt:lpstr>
      <vt:lpstr>Wingdings</vt:lpstr>
      <vt:lpstr>Wingdings 3</vt:lpstr>
      <vt:lpstr>Madison</vt:lpstr>
      <vt:lpstr>eTermín:  Digitálne zdravotníctvo</vt:lpstr>
      <vt:lpstr>Aktuálna situácia v zdravotníctve</vt:lpstr>
      <vt:lpstr>Čo je eTermín?</vt:lpstr>
      <vt:lpstr>Prezentácia programu PowerPoint</vt:lpstr>
      <vt:lpstr>Výsledok projektu 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Ľudmila Koperdáková</dc:creator>
  <cp:lastModifiedBy>Ľudmila Koperdáková</cp:lastModifiedBy>
  <cp:revision>4</cp:revision>
  <dcterms:created xsi:type="dcterms:W3CDTF">2026-02-12T07:57:51Z</dcterms:created>
  <dcterms:modified xsi:type="dcterms:W3CDTF">2026-02-12T19:56:18Z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0x01010015900A93CADD9146B97D13EE264E0BE0</vt:lpwstr>
  </property>
</Properties>
</file>